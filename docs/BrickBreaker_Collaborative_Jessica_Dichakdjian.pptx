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4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5.xml" ContentType="application/inkml+xml"/>
  <Override PartName="/ppt/ink/ink6.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1"/>
  </p:sldMasterIdLst>
  <p:notesMasterIdLst>
    <p:notesMasterId r:id="rId28"/>
  </p:notesMasterIdLst>
  <p:sldIdLst>
    <p:sldId id="256" r:id="rId2"/>
    <p:sldId id="257" r:id="rId3"/>
    <p:sldId id="258" r:id="rId4"/>
    <p:sldId id="272" r:id="rId5"/>
    <p:sldId id="259" r:id="rId6"/>
    <p:sldId id="260" r:id="rId7"/>
    <p:sldId id="273" r:id="rId8"/>
    <p:sldId id="261" r:id="rId9"/>
    <p:sldId id="274" r:id="rId10"/>
    <p:sldId id="262" r:id="rId11"/>
    <p:sldId id="263" r:id="rId12"/>
    <p:sldId id="264" r:id="rId13"/>
    <p:sldId id="275" r:id="rId14"/>
    <p:sldId id="265" r:id="rId15"/>
    <p:sldId id="276" r:id="rId16"/>
    <p:sldId id="283" r:id="rId17"/>
    <p:sldId id="278" r:id="rId18"/>
    <p:sldId id="279" r:id="rId19"/>
    <p:sldId id="282" r:id="rId20"/>
    <p:sldId id="284" r:id="rId21"/>
    <p:sldId id="285" r:id="rId22"/>
    <p:sldId id="268" r:id="rId23"/>
    <p:sldId id="277" r:id="rId24"/>
    <p:sldId id="289" r:id="rId25"/>
    <p:sldId id="270" r:id="rId26"/>
    <p:sldId id="286" r:id="rId27"/>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BCB4ED8-3479-E282-725B-5979F7E61C27}" name="Jessica Dichakdjian" initials="JD" userId="S::11045963@polimi.it::cf9363cf-809b-47a6-8213-ec40cf4a288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76FF"/>
    <a:srgbClr val="5AA7FF"/>
    <a:srgbClr val="636768"/>
    <a:srgbClr val="8A9FA4"/>
    <a:srgbClr val="B7DEE8"/>
    <a:srgbClr val="FFC400"/>
    <a:srgbClr val="ACE5F5"/>
    <a:srgbClr val="22C7F3"/>
    <a:srgbClr val="F66DD5"/>
    <a:srgbClr val="A6E0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5C298-28FA-4040-AB70-AF4F7139923E}" v="557" dt="2026-06-25T21:39:58.6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61" autoAdjust="0"/>
    <p:restoredTop sz="79608" autoAdjust="0"/>
  </p:normalViewPr>
  <p:slideViewPr>
    <p:cSldViewPr snapToGrid="0" snapToObjects="1">
      <p:cViewPr varScale="1">
        <p:scale>
          <a:sx n="40" d="100"/>
          <a:sy n="40" d="100"/>
        </p:scale>
        <p:origin x="134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Sheet1!$B$1</c:f>
              <c:strCache>
                <c:ptCount val="1"/>
                <c:pt idx="0">
                  <c:v>target position</c:v>
                </c:pt>
              </c:strCache>
            </c:strRef>
          </c:tx>
          <c:spPr>
            <a:ln w="38100" cap="rnd">
              <a:solidFill>
                <a:srgbClr val="F66DD5"/>
              </a:solidFill>
              <a:round/>
            </a:ln>
            <a:effectLst/>
          </c:spPr>
          <c:marker>
            <c:symbol val="none"/>
          </c:marker>
          <c:xVal>
            <c:numRef>
              <c:f>Sheet1!$A$2:$A$2551</c:f>
              <c:numCache>
                <c:formatCode>General</c:formatCode>
                <c:ptCount val="2550"/>
                <c:pt idx="0">
                  <c:v>3.3599999999999998E-2</c:v>
                </c:pt>
                <c:pt idx="1">
                  <c:v>5.7000000000000002E-2</c:v>
                </c:pt>
                <c:pt idx="2">
                  <c:v>7.8600000000000003E-2</c:v>
                </c:pt>
                <c:pt idx="3">
                  <c:v>0.108</c:v>
                </c:pt>
                <c:pt idx="4">
                  <c:v>0.1283</c:v>
                </c:pt>
                <c:pt idx="5">
                  <c:v>0.14990000000000001</c:v>
                </c:pt>
                <c:pt idx="6">
                  <c:v>0.17199999999999999</c:v>
                </c:pt>
                <c:pt idx="7">
                  <c:v>0.19600000000000001</c:v>
                </c:pt>
                <c:pt idx="8">
                  <c:v>0.22170000000000001</c:v>
                </c:pt>
                <c:pt idx="9">
                  <c:v>0.2442</c:v>
                </c:pt>
                <c:pt idx="10">
                  <c:v>0.2646</c:v>
                </c:pt>
                <c:pt idx="11">
                  <c:v>0.28510000000000002</c:v>
                </c:pt>
                <c:pt idx="12">
                  <c:v>0.30559999999999998</c:v>
                </c:pt>
                <c:pt idx="13">
                  <c:v>0.32619999999999999</c:v>
                </c:pt>
                <c:pt idx="14">
                  <c:v>0.34910000000000002</c:v>
                </c:pt>
                <c:pt idx="15">
                  <c:v>0.37019999999999997</c:v>
                </c:pt>
                <c:pt idx="16">
                  <c:v>0.39929999999999999</c:v>
                </c:pt>
                <c:pt idx="17">
                  <c:v>0.42420000000000002</c:v>
                </c:pt>
                <c:pt idx="18">
                  <c:v>0.4521</c:v>
                </c:pt>
                <c:pt idx="19">
                  <c:v>0.47810000000000002</c:v>
                </c:pt>
                <c:pt idx="20">
                  <c:v>0.50160000000000005</c:v>
                </c:pt>
                <c:pt idx="21">
                  <c:v>0.52480000000000004</c:v>
                </c:pt>
                <c:pt idx="22">
                  <c:v>0.55289999999999995</c:v>
                </c:pt>
                <c:pt idx="23">
                  <c:v>0.57650000000000001</c:v>
                </c:pt>
                <c:pt idx="24">
                  <c:v>0.60070000000000001</c:v>
                </c:pt>
                <c:pt idx="25">
                  <c:v>0.63090000000000002</c:v>
                </c:pt>
                <c:pt idx="26">
                  <c:v>0.65229999999999999</c:v>
                </c:pt>
                <c:pt idx="27">
                  <c:v>0.67579999999999996</c:v>
                </c:pt>
                <c:pt idx="28">
                  <c:v>0.7137</c:v>
                </c:pt>
                <c:pt idx="29">
                  <c:v>0.75229999999999997</c:v>
                </c:pt>
                <c:pt idx="30">
                  <c:v>0.78269999999999995</c:v>
                </c:pt>
                <c:pt idx="31">
                  <c:v>0.82199999999999995</c:v>
                </c:pt>
                <c:pt idx="32">
                  <c:v>0.8427</c:v>
                </c:pt>
                <c:pt idx="33">
                  <c:v>0.88039999999999996</c:v>
                </c:pt>
                <c:pt idx="34">
                  <c:v>0.90169999999999995</c:v>
                </c:pt>
                <c:pt idx="35">
                  <c:v>0.94030000000000002</c:v>
                </c:pt>
                <c:pt idx="36">
                  <c:v>0.96640000000000004</c:v>
                </c:pt>
                <c:pt idx="37">
                  <c:v>0.98699999999999999</c:v>
                </c:pt>
                <c:pt idx="38">
                  <c:v>1.0099</c:v>
                </c:pt>
                <c:pt idx="39">
                  <c:v>1.0306</c:v>
                </c:pt>
                <c:pt idx="40">
                  <c:v>1.0601</c:v>
                </c:pt>
                <c:pt idx="41">
                  <c:v>1.0885</c:v>
                </c:pt>
                <c:pt idx="42">
                  <c:v>1.1137999999999999</c:v>
                </c:pt>
                <c:pt idx="43">
                  <c:v>1.1389</c:v>
                </c:pt>
                <c:pt idx="44">
                  <c:v>1.1868000000000001</c:v>
                </c:pt>
                <c:pt idx="45">
                  <c:v>1.2107000000000001</c:v>
                </c:pt>
                <c:pt idx="46">
                  <c:v>1.2316</c:v>
                </c:pt>
                <c:pt idx="47">
                  <c:v>1.2538</c:v>
                </c:pt>
                <c:pt idx="48">
                  <c:v>1.2833000000000001</c:v>
                </c:pt>
                <c:pt idx="49">
                  <c:v>1.3071999999999999</c:v>
                </c:pt>
                <c:pt idx="50">
                  <c:v>1.3329</c:v>
                </c:pt>
                <c:pt idx="51">
                  <c:v>1.3560000000000001</c:v>
                </c:pt>
                <c:pt idx="52">
                  <c:v>1.3855999999999999</c:v>
                </c:pt>
                <c:pt idx="53">
                  <c:v>1.4060999999999999</c:v>
                </c:pt>
                <c:pt idx="54">
                  <c:v>1.4379999999999999</c:v>
                </c:pt>
                <c:pt idx="55">
                  <c:v>1.4608000000000001</c:v>
                </c:pt>
                <c:pt idx="56">
                  <c:v>1.4817</c:v>
                </c:pt>
                <c:pt idx="57">
                  <c:v>1.5127999999999999</c:v>
                </c:pt>
                <c:pt idx="58">
                  <c:v>1.5386</c:v>
                </c:pt>
                <c:pt idx="59">
                  <c:v>1.5588</c:v>
                </c:pt>
                <c:pt idx="60">
                  <c:v>1.5804</c:v>
                </c:pt>
                <c:pt idx="61">
                  <c:v>1.6009</c:v>
                </c:pt>
                <c:pt idx="62">
                  <c:v>1.6224000000000001</c:v>
                </c:pt>
                <c:pt idx="63">
                  <c:v>1.6545000000000001</c:v>
                </c:pt>
                <c:pt idx="64">
                  <c:v>1.6793</c:v>
                </c:pt>
                <c:pt idx="65">
                  <c:v>1.7021999999999999</c:v>
                </c:pt>
                <c:pt idx="66">
                  <c:v>1.7258</c:v>
                </c:pt>
                <c:pt idx="67">
                  <c:v>1.7462</c:v>
                </c:pt>
                <c:pt idx="68">
                  <c:v>1.7692000000000001</c:v>
                </c:pt>
                <c:pt idx="69">
                  <c:v>1.7915000000000001</c:v>
                </c:pt>
                <c:pt idx="70">
                  <c:v>1.8153999999999999</c:v>
                </c:pt>
                <c:pt idx="71">
                  <c:v>1.8389</c:v>
                </c:pt>
                <c:pt idx="72">
                  <c:v>1.8623000000000001</c:v>
                </c:pt>
                <c:pt idx="73">
                  <c:v>1.8925000000000001</c:v>
                </c:pt>
                <c:pt idx="74">
                  <c:v>1.9134</c:v>
                </c:pt>
                <c:pt idx="75">
                  <c:v>1.9430000000000001</c:v>
                </c:pt>
                <c:pt idx="76">
                  <c:v>1.9631000000000001</c:v>
                </c:pt>
                <c:pt idx="77">
                  <c:v>1.9926999999999999</c:v>
                </c:pt>
                <c:pt idx="78">
                  <c:v>2.0219</c:v>
                </c:pt>
                <c:pt idx="79">
                  <c:v>2.0478999999999998</c:v>
                </c:pt>
                <c:pt idx="80">
                  <c:v>2.0737999999999999</c:v>
                </c:pt>
                <c:pt idx="81">
                  <c:v>2.1017000000000001</c:v>
                </c:pt>
                <c:pt idx="82">
                  <c:v>2.1276000000000002</c:v>
                </c:pt>
                <c:pt idx="83">
                  <c:v>2.157</c:v>
                </c:pt>
                <c:pt idx="84">
                  <c:v>2.1812999999999998</c:v>
                </c:pt>
                <c:pt idx="85">
                  <c:v>2.2130999999999998</c:v>
                </c:pt>
                <c:pt idx="86">
                  <c:v>2.2389999999999999</c:v>
                </c:pt>
                <c:pt idx="87">
                  <c:v>2.2631999999999999</c:v>
                </c:pt>
                <c:pt idx="88">
                  <c:v>2.2886000000000002</c:v>
                </c:pt>
                <c:pt idx="89">
                  <c:v>2.3161999999999998</c:v>
                </c:pt>
                <c:pt idx="90">
                  <c:v>2.3408000000000002</c:v>
                </c:pt>
                <c:pt idx="91">
                  <c:v>2.3654999999999999</c:v>
                </c:pt>
                <c:pt idx="92">
                  <c:v>2.3893</c:v>
                </c:pt>
                <c:pt idx="93">
                  <c:v>2.4136000000000002</c:v>
                </c:pt>
                <c:pt idx="94">
                  <c:v>2.4367000000000001</c:v>
                </c:pt>
                <c:pt idx="95">
                  <c:v>2.4582000000000002</c:v>
                </c:pt>
                <c:pt idx="96">
                  <c:v>2.4809999999999999</c:v>
                </c:pt>
                <c:pt idx="97">
                  <c:v>2.5047999999999999</c:v>
                </c:pt>
                <c:pt idx="98">
                  <c:v>2.5255000000000001</c:v>
                </c:pt>
                <c:pt idx="99">
                  <c:v>2.5516000000000001</c:v>
                </c:pt>
                <c:pt idx="100">
                  <c:v>2.5802</c:v>
                </c:pt>
                <c:pt idx="101">
                  <c:v>2.6044999999999998</c:v>
                </c:pt>
                <c:pt idx="102">
                  <c:v>2.6311</c:v>
                </c:pt>
                <c:pt idx="103">
                  <c:v>2.6537999999999999</c:v>
                </c:pt>
                <c:pt idx="104">
                  <c:v>2.6757</c:v>
                </c:pt>
                <c:pt idx="105">
                  <c:v>2.6981999999999999</c:v>
                </c:pt>
                <c:pt idx="106">
                  <c:v>2.7187999999999999</c:v>
                </c:pt>
                <c:pt idx="107">
                  <c:v>2.7423999999999999</c:v>
                </c:pt>
                <c:pt idx="108">
                  <c:v>2.7669999999999999</c:v>
                </c:pt>
                <c:pt idx="109">
                  <c:v>2.7883</c:v>
                </c:pt>
                <c:pt idx="110">
                  <c:v>2.8123999999999998</c:v>
                </c:pt>
                <c:pt idx="111">
                  <c:v>2.8353000000000002</c:v>
                </c:pt>
                <c:pt idx="112">
                  <c:v>2.8570000000000002</c:v>
                </c:pt>
                <c:pt idx="113">
                  <c:v>2.8784000000000001</c:v>
                </c:pt>
                <c:pt idx="114">
                  <c:v>2.9026000000000001</c:v>
                </c:pt>
                <c:pt idx="115">
                  <c:v>2.9264999999999999</c:v>
                </c:pt>
                <c:pt idx="116">
                  <c:v>2.9474999999999998</c:v>
                </c:pt>
                <c:pt idx="117">
                  <c:v>2.9710000000000001</c:v>
                </c:pt>
                <c:pt idx="118">
                  <c:v>2.9929999999999999</c:v>
                </c:pt>
                <c:pt idx="119">
                  <c:v>3.0137</c:v>
                </c:pt>
                <c:pt idx="120">
                  <c:v>3.0438000000000001</c:v>
                </c:pt>
                <c:pt idx="121">
                  <c:v>3.0649999999999999</c:v>
                </c:pt>
                <c:pt idx="122">
                  <c:v>3.0871</c:v>
                </c:pt>
                <c:pt idx="123">
                  <c:v>3.1107999999999998</c:v>
                </c:pt>
                <c:pt idx="124">
                  <c:v>3.1316999999999999</c:v>
                </c:pt>
                <c:pt idx="125">
                  <c:v>3.1524999999999999</c:v>
                </c:pt>
                <c:pt idx="126">
                  <c:v>3.1749999999999998</c:v>
                </c:pt>
                <c:pt idx="127">
                  <c:v>3.2052999999999998</c:v>
                </c:pt>
                <c:pt idx="128">
                  <c:v>3.2292000000000001</c:v>
                </c:pt>
                <c:pt idx="129">
                  <c:v>3.2492000000000001</c:v>
                </c:pt>
                <c:pt idx="130">
                  <c:v>3.2728999999999999</c:v>
                </c:pt>
                <c:pt idx="131">
                  <c:v>3.2963</c:v>
                </c:pt>
                <c:pt idx="132">
                  <c:v>3.3165</c:v>
                </c:pt>
                <c:pt idx="133">
                  <c:v>3.3367</c:v>
                </c:pt>
                <c:pt idx="134">
                  <c:v>3.3660999999999999</c:v>
                </c:pt>
                <c:pt idx="135">
                  <c:v>3.3883999999999999</c:v>
                </c:pt>
                <c:pt idx="136">
                  <c:v>3.4098999999999999</c:v>
                </c:pt>
                <c:pt idx="137">
                  <c:v>3.4306999999999999</c:v>
                </c:pt>
                <c:pt idx="138">
                  <c:v>3.4521999999999999</c:v>
                </c:pt>
                <c:pt idx="139">
                  <c:v>3.4733000000000001</c:v>
                </c:pt>
                <c:pt idx="140">
                  <c:v>3.4962</c:v>
                </c:pt>
                <c:pt idx="141">
                  <c:v>3.5202</c:v>
                </c:pt>
                <c:pt idx="142">
                  <c:v>3.5451999999999999</c:v>
                </c:pt>
                <c:pt idx="143">
                  <c:v>3.5657999999999999</c:v>
                </c:pt>
                <c:pt idx="144">
                  <c:v>3.5905</c:v>
                </c:pt>
                <c:pt idx="145">
                  <c:v>3.6110000000000002</c:v>
                </c:pt>
                <c:pt idx="146">
                  <c:v>3.6377000000000002</c:v>
                </c:pt>
                <c:pt idx="147">
                  <c:v>3.6593</c:v>
                </c:pt>
                <c:pt idx="148">
                  <c:v>3.6798000000000002</c:v>
                </c:pt>
                <c:pt idx="149">
                  <c:v>3.7044000000000001</c:v>
                </c:pt>
                <c:pt idx="150">
                  <c:v>3.7281</c:v>
                </c:pt>
                <c:pt idx="151">
                  <c:v>3.7538999999999998</c:v>
                </c:pt>
                <c:pt idx="152">
                  <c:v>3.7782</c:v>
                </c:pt>
                <c:pt idx="153">
                  <c:v>3.8014999999999999</c:v>
                </c:pt>
                <c:pt idx="154">
                  <c:v>3.8228</c:v>
                </c:pt>
                <c:pt idx="155">
                  <c:v>3.8443999999999998</c:v>
                </c:pt>
                <c:pt idx="156">
                  <c:v>3.8702000000000001</c:v>
                </c:pt>
                <c:pt idx="157">
                  <c:v>3.8929</c:v>
                </c:pt>
                <c:pt idx="158">
                  <c:v>3.9207000000000001</c:v>
                </c:pt>
                <c:pt idx="159">
                  <c:v>3.9428999999999998</c:v>
                </c:pt>
                <c:pt idx="160">
                  <c:v>3.9632999999999998</c:v>
                </c:pt>
                <c:pt idx="161">
                  <c:v>3.9836999999999998</c:v>
                </c:pt>
                <c:pt idx="162">
                  <c:v>4.0042999999999997</c:v>
                </c:pt>
                <c:pt idx="163">
                  <c:v>4.0267999999999997</c:v>
                </c:pt>
                <c:pt idx="164">
                  <c:v>4.0513000000000003</c:v>
                </c:pt>
                <c:pt idx="165">
                  <c:v>4.0724</c:v>
                </c:pt>
                <c:pt idx="166">
                  <c:v>4.0968</c:v>
                </c:pt>
                <c:pt idx="167">
                  <c:v>4.1180000000000003</c:v>
                </c:pt>
                <c:pt idx="168">
                  <c:v>4.1435000000000004</c:v>
                </c:pt>
                <c:pt idx="169">
                  <c:v>4.1661999999999999</c:v>
                </c:pt>
                <c:pt idx="170">
                  <c:v>4.1898</c:v>
                </c:pt>
                <c:pt idx="171">
                  <c:v>4.2122000000000002</c:v>
                </c:pt>
                <c:pt idx="172">
                  <c:v>4.2351999999999999</c:v>
                </c:pt>
                <c:pt idx="173">
                  <c:v>4.2582000000000004</c:v>
                </c:pt>
                <c:pt idx="174">
                  <c:v>4.2788000000000004</c:v>
                </c:pt>
                <c:pt idx="175">
                  <c:v>4.2990000000000004</c:v>
                </c:pt>
                <c:pt idx="176">
                  <c:v>4.3303000000000003</c:v>
                </c:pt>
                <c:pt idx="177">
                  <c:v>4.3521000000000001</c:v>
                </c:pt>
                <c:pt idx="178">
                  <c:v>4.3726000000000003</c:v>
                </c:pt>
                <c:pt idx="179">
                  <c:v>4.3945999999999996</c:v>
                </c:pt>
                <c:pt idx="180">
                  <c:v>4.4183000000000003</c:v>
                </c:pt>
                <c:pt idx="181">
                  <c:v>4.4409999999999998</c:v>
                </c:pt>
                <c:pt idx="182">
                  <c:v>4.4638</c:v>
                </c:pt>
                <c:pt idx="183">
                  <c:v>4.4843000000000002</c:v>
                </c:pt>
                <c:pt idx="184">
                  <c:v>4.5067000000000004</c:v>
                </c:pt>
                <c:pt idx="185">
                  <c:v>4.5275999999999996</c:v>
                </c:pt>
                <c:pt idx="186">
                  <c:v>4.5503999999999998</c:v>
                </c:pt>
                <c:pt idx="187">
                  <c:v>4.5709</c:v>
                </c:pt>
                <c:pt idx="188">
                  <c:v>4.5967000000000002</c:v>
                </c:pt>
                <c:pt idx="189">
                  <c:v>4.6193</c:v>
                </c:pt>
                <c:pt idx="190">
                  <c:v>4.6448999999999998</c:v>
                </c:pt>
                <c:pt idx="191">
                  <c:v>4.6670999999999996</c:v>
                </c:pt>
                <c:pt idx="192">
                  <c:v>4.6910999999999996</c:v>
                </c:pt>
                <c:pt idx="193">
                  <c:v>4.7129000000000003</c:v>
                </c:pt>
                <c:pt idx="194">
                  <c:v>4.7352999999999996</c:v>
                </c:pt>
                <c:pt idx="195">
                  <c:v>4.7634999999999996</c:v>
                </c:pt>
                <c:pt idx="196">
                  <c:v>4.7896999999999998</c:v>
                </c:pt>
                <c:pt idx="197">
                  <c:v>4.8124000000000002</c:v>
                </c:pt>
                <c:pt idx="198">
                  <c:v>4.8329000000000004</c:v>
                </c:pt>
                <c:pt idx="199">
                  <c:v>4.8532999999999999</c:v>
                </c:pt>
                <c:pt idx="200">
                  <c:v>4.8745000000000003</c:v>
                </c:pt>
                <c:pt idx="201">
                  <c:v>4.8967000000000001</c:v>
                </c:pt>
                <c:pt idx="202">
                  <c:v>4.9166999999999996</c:v>
                </c:pt>
                <c:pt idx="203">
                  <c:v>4.9406999999999996</c:v>
                </c:pt>
                <c:pt idx="204">
                  <c:v>4.9617000000000004</c:v>
                </c:pt>
                <c:pt idx="205">
                  <c:v>4.9832000000000001</c:v>
                </c:pt>
                <c:pt idx="206">
                  <c:v>5.0034999999999998</c:v>
                </c:pt>
                <c:pt idx="207">
                  <c:v>5.0285000000000002</c:v>
                </c:pt>
                <c:pt idx="208">
                  <c:v>5.0486000000000004</c:v>
                </c:pt>
                <c:pt idx="209">
                  <c:v>5.0716000000000001</c:v>
                </c:pt>
                <c:pt idx="210">
                  <c:v>5.0938999999999997</c:v>
                </c:pt>
                <c:pt idx="211">
                  <c:v>5.1143000000000001</c:v>
                </c:pt>
                <c:pt idx="212">
                  <c:v>5.1406999999999998</c:v>
                </c:pt>
                <c:pt idx="213">
                  <c:v>5.1612999999999998</c:v>
                </c:pt>
                <c:pt idx="214">
                  <c:v>5.1879</c:v>
                </c:pt>
                <c:pt idx="215">
                  <c:v>5.2099000000000002</c:v>
                </c:pt>
                <c:pt idx="216">
                  <c:v>5.2313999999999998</c:v>
                </c:pt>
                <c:pt idx="217">
                  <c:v>5.2592999999999996</c:v>
                </c:pt>
                <c:pt idx="218">
                  <c:v>5.2801</c:v>
                </c:pt>
                <c:pt idx="219">
                  <c:v>5.3011999999999997</c:v>
                </c:pt>
                <c:pt idx="220">
                  <c:v>5.3226000000000004</c:v>
                </c:pt>
                <c:pt idx="221">
                  <c:v>5.3514999999999997</c:v>
                </c:pt>
                <c:pt idx="222">
                  <c:v>5.3716999999999997</c:v>
                </c:pt>
                <c:pt idx="223">
                  <c:v>5.3936000000000002</c:v>
                </c:pt>
                <c:pt idx="224">
                  <c:v>5.4208999999999996</c:v>
                </c:pt>
                <c:pt idx="225">
                  <c:v>5.4428999999999998</c:v>
                </c:pt>
                <c:pt idx="226">
                  <c:v>5.4641000000000002</c:v>
                </c:pt>
                <c:pt idx="227">
                  <c:v>5.4842000000000004</c:v>
                </c:pt>
                <c:pt idx="228">
                  <c:v>5.5115999999999996</c:v>
                </c:pt>
                <c:pt idx="229">
                  <c:v>5.5324</c:v>
                </c:pt>
                <c:pt idx="230">
                  <c:v>5.5541999999999998</c:v>
                </c:pt>
                <c:pt idx="231">
                  <c:v>5.5815999999999999</c:v>
                </c:pt>
                <c:pt idx="232">
                  <c:v>5.6035000000000004</c:v>
                </c:pt>
                <c:pt idx="233">
                  <c:v>5.6308999999999996</c:v>
                </c:pt>
                <c:pt idx="234">
                  <c:v>5.6581000000000001</c:v>
                </c:pt>
                <c:pt idx="235">
                  <c:v>5.6787000000000001</c:v>
                </c:pt>
                <c:pt idx="236">
                  <c:v>5.6990999999999996</c:v>
                </c:pt>
                <c:pt idx="237">
                  <c:v>5.7256</c:v>
                </c:pt>
                <c:pt idx="238">
                  <c:v>5.7481</c:v>
                </c:pt>
                <c:pt idx="239">
                  <c:v>5.7759</c:v>
                </c:pt>
                <c:pt idx="240">
                  <c:v>5.7965</c:v>
                </c:pt>
                <c:pt idx="241">
                  <c:v>5.8178000000000001</c:v>
                </c:pt>
                <c:pt idx="242">
                  <c:v>5.8444000000000003</c:v>
                </c:pt>
                <c:pt idx="243">
                  <c:v>5.8680000000000003</c:v>
                </c:pt>
                <c:pt idx="244">
                  <c:v>5.8893000000000004</c:v>
                </c:pt>
                <c:pt idx="245">
                  <c:v>5.9164000000000003</c:v>
                </c:pt>
                <c:pt idx="246">
                  <c:v>5.9420999999999999</c:v>
                </c:pt>
                <c:pt idx="247">
                  <c:v>5.9642999999999997</c:v>
                </c:pt>
                <c:pt idx="248">
                  <c:v>5.9907000000000004</c:v>
                </c:pt>
                <c:pt idx="249">
                  <c:v>6.0122</c:v>
                </c:pt>
                <c:pt idx="250">
                  <c:v>6.0324</c:v>
                </c:pt>
                <c:pt idx="251">
                  <c:v>6.0610999999999997</c:v>
                </c:pt>
                <c:pt idx="252">
                  <c:v>6.0831999999999997</c:v>
                </c:pt>
                <c:pt idx="253">
                  <c:v>6.1047000000000002</c:v>
                </c:pt>
                <c:pt idx="254">
                  <c:v>6.1317000000000004</c:v>
                </c:pt>
                <c:pt idx="255">
                  <c:v>6.1535000000000002</c:v>
                </c:pt>
                <c:pt idx="256">
                  <c:v>6.1832000000000003</c:v>
                </c:pt>
                <c:pt idx="257">
                  <c:v>6.2057000000000002</c:v>
                </c:pt>
                <c:pt idx="258">
                  <c:v>6.2282000000000002</c:v>
                </c:pt>
                <c:pt idx="259">
                  <c:v>6.2502000000000004</c:v>
                </c:pt>
                <c:pt idx="260">
                  <c:v>6.2801</c:v>
                </c:pt>
                <c:pt idx="261">
                  <c:v>6.3026999999999997</c:v>
                </c:pt>
                <c:pt idx="262">
                  <c:v>6.3247</c:v>
                </c:pt>
                <c:pt idx="263">
                  <c:v>6.3491</c:v>
                </c:pt>
                <c:pt idx="264">
                  <c:v>6.3704000000000001</c:v>
                </c:pt>
                <c:pt idx="265">
                  <c:v>6.3933</c:v>
                </c:pt>
                <c:pt idx="266">
                  <c:v>6.4146000000000001</c:v>
                </c:pt>
                <c:pt idx="267">
                  <c:v>6.4370000000000003</c:v>
                </c:pt>
                <c:pt idx="268">
                  <c:v>6.4588999999999999</c:v>
                </c:pt>
                <c:pt idx="269">
                  <c:v>6.4790000000000001</c:v>
                </c:pt>
                <c:pt idx="270">
                  <c:v>6.5052000000000003</c:v>
                </c:pt>
                <c:pt idx="271">
                  <c:v>6.5282999999999998</c:v>
                </c:pt>
                <c:pt idx="272">
                  <c:v>6.5500999999999996</c:v>
                </c:pt>
                <c:pt idx="273">
                  <c:v>6.5728</c:v>
                </c:pt>
                <c:pt idx="274">
                  <c:v>6.6013999999999999</c:v>
                </c:pt>
                <c:pt idx="275">
                  <c:v>6.6261000000000001</c:v>
                </c:pt>
                <c:pt idx="276">
                  <c:v>6.6492000000000004</c:v>
                </c:pt>
                <c:pt idx="277">
                  <c:v>6.6714000000000002</c:v>
                </c:pt>
                <c:pt idx="278">
                  <c:v>6.6923000000000004</c:v>
                </c:pt>
                <c:pt idx="279">
                  <c:v>6.7134</c:v>
                </c:pt>
                <c:pt idx="280">
                  <c:v>6.7381000000000002</c:v>
                </c:pt>
                <c:pt idx="281">
                  <c:v>6.7605000000000004</c:v>
                </c:pt>
                <c:pt idx="282">
                  <c:v>6.7842000000000002</c:v>
                </c:pt>
                <c:pt idx="283">
                  <c:v>6.8045</c:v>
                </c:pt>
                <c:pt idx="284">
                  <c:v>6.8291000000000004</c:v>
                </c:pt>
                <c:pt idx="285">
                  <c:v>6.8555000000000001</c:v>
                </c:pt>
                <c:pt idx="286">
                  <c:v>6.8765000000000001</c:v>
                </c:pt>
                <c:pt idx="287">
                  <c:v>6.9115000000000002</c:v>
                </c:pt>
                <c:pt idx="288">
                  <c:v>6.9366000000000003</c:v>
                </c:pt>
                <c:pt idx="289">
                  <c:v>6.9569000000000001</c:v>
                </c:pt>
                <c:pt idx="290">
                  <c:v>6.9825999999999997</c:v>
                </c:pt>
                <c:pt idx="291">
                  <c:v>7.0076999999999998</c:v>
                </c:pt>
                <c:pt idx="292">
                  <c:v>7.0309999999999997</c:v>
                </c:pt>
                <c:pt idx="293">
                  <c:v>7.0545999999999998</c:v>
                </c:pt>
                <c:pt idx="294">
                  <c:v>7.0792999999999999</c:v>
                </c:pt>
                <c:pt idx="295">
                  <c:v>7.1032000000000002</c:v>
                </c:pt>
                <c:pt idx="296">
                  <c:v>7.1303999999999998</c:v>
                </c:pt>
                <c:pt idx="297">
                  <c:v>7.1540999999999997</c:v>
                </c:pt>
                <c:pt idx="298">
                  <c:v>7.1752000000000002</c:v>
                </c:pt>
                <c:pt idx="299">
                  <c:v>7.2004999999999999</c:v>
                </c:pt>
                <c:pt idx="300">
                  <c:v>7.2221000000000002</c:v>
                </c:pt>
                <c:pt idx="301">
                  <c:v>7.2469000000000001</c:v>
                </c:pt>
                <c:pt idx="302">
                  <c:v>7.2675999999999998</c:v>
                </c:pt>
                <c:pt idx="303">
                  <c:v>7.2930000000000001</c:v>
                </c:pt>
                <c:pt idx="304">
                  <c:v>7.32</c:v>
                </c:pt>
                <c:pt idx="305">
                  <c:v>7.3434999999999997</c:v>
                </c:pt>
                <c:pt idx="306">
                  <c:v>7.3714000000000004</c:v>
                </c:pt>
                <c:pt idx="307">
                  <c:v>7.3933999999999997</c:v>
                </c:pt>
                <c:pt idx="308">
                  <c:v>7.4160000000000004</c:v>
                </c:pt>
                <c:pt idx="309">
                  <c:v>7.4394</c:v>
                </c:pt>
                <c:pt idx="310">
                  <c:v>7.4640000000000004</c:v>
                </c:pt>
                <c:pt idx="311">
                  <c:v>7.4858000000000002</c:v>
                </c:pt>
                <c:pt idx="312">
                  <c:v>7.5086000000000004</c:v>
                </c:pt>
                <c:pt idx="313">
                  <c:v>7.5369000000000002</c:v>
                </c:pt>
                <c:pt idx="314">
                  <c:v>7.5621999999999998</c:v>
                </c:pt>
                <c:pt idx="315">
                  <c:v>7.5838999999999999</c:v>
                </c:pt>
                <c:pt idx="316">
                  <c:v>7.6073000000000004</c:v>
                </c:pt>
                <c:pt idx="317">
                  <c:v>7.6345000000000001</c:v>
                </c:pt>
                <c:pt idx="318">
                  <c:v>7.6577999999999999</c:v>
                </c:pt>
                <c:pt idx="319">
                  <c:v>7.6795</c:v>
                </c:pt>
                <c:pt idx="320">
                  <c:v>7.7008000000000001</c:v>
                </c:pt>
                <c:pt idx="321">
                  <c:v>7.7286999999999999</c:v>
                </c:pt>
                <c:pt idx="322">
                  <c:v>7.7489999999999997</c:v>
                </c:pt>
                <c:pt idx="323">
                  <c:v>7.7717999999999998</c:v>
                </c:pt>
                <c:pt idx="324">
                  <c:v>7.7962999999999996</c:v>
                </c:pt>
                <c:pt idx="325">
                  <c:v>7.8174000000000001</c:v>
                </c:pt>
                <c:pt idx="326">
                  <c:v>7.8414999999999999</c:v>
                </c:pt>
                <c:pt idx="327">
                  <c:v>7.8619000000000003</c:v>
                </c:pt>
                <c:pt idx="328">
                  <c:v>7.8864000000000001</c:v>
                </c:pt>
                <c:pt idx="329">
                  <c:v>7.9077999999999999</c:v>
                </c:pt>
                <c:pt idx="330">
                  <c:v>7.9333</c:v>
                </c:pt>
                <c:pt idx="331">
                  <c:v>7.9614000000000003</c:v>
                </c:pt>
                <c:pt idx="332">
                  <c:v>7.9835000000000003</c:v>
                </c:pt>
                <c:pt idx="333">
                  <c:v>8.0088000000000008</c:v>
                </c:pt>
                <c:pt idx="334">
                  <c:v>8.0330999999999992</c:v>
                </c:pt>
                <c:pt idx="335">
                  <c:v>8.0564999999999998</c:v>
                </c:pt>
                <c:pt idx="336">
                  <c:v>8.077</c:v>
                </c:pt>
                <c:pt idx="337">
                  <c:v>8.1</c:v>
                </c:pt>
                <c:pt idx="338">
                  <c:v>8.1218000000000004</c:v>
                </c:pt>
                <c:pt idx="339">
                  <c:v>8.1515000000000004</c:v>
                </c:pt>
                <c:pt idx="340">
                  <c:v>8.1781000000000006</c:v>
                </c:pt>
                <c:pt idx="341">
                  <c:v>8.1988000000000003</c:v>
                </c:pt>
                <c:pt idx="342">
                  <c:v>8.2207000000000008</c:v>
                </c:pt>
                <c:pt idx="343">
                  <c:v>8.2408999999999999</c:v>
                </c:pt>
                <c:pt idx="344">
                  <c:v>8.2622</c:v>
                </c:pt>
                <c:pt idx="345">
                  <c:v>8.2844999999999995</c:v>
                </c:pt>
                <c:pt idx="346">
                  <c:v>8.3054000000000006</c:v>
                </c:pt>
                <c:pt idx="347">
                  <c:v>8.3292999999999999</c:v>
                </c:pt>
                <c:pt idx="348">
                  <c:v>8.3496000000000006</c:v>
                </c:pt>
                <c:pt idx="349">
                  <c:v>8.3702000000000005</c:v>
                </c:pt>
                <c:pt idx="350">
                  <c:v>8.3964999999999996</c:v>
                </c:pt>
                <c:pt idx="351">
                  <c:v>8.4202999999999992</c:v>
                </c:pt>
                <c:pt idx="352">
                  <c:v>8.4413999999999998</c:v>
                </c:pt>
                <c:pt idx="353">
                  <c:v>8.4624000000000006</c:v>
                </c:pt>
                <c:pt idx="354">
                  <c:v>8.4856999999999996</c:v>
                </c:pt>
                <c:pt idx="355">
                  <c:v>8.5122999999999998</c:v>
                </c:pt>
                <c:pt idx="356">
                  <c:v>8.5418000000000003</c:v>
                </c:pt>
                <c:pt idx="357">
                  <c:v>8.5658999999999992</c:v>
                </c:pt>
                <c:pt idx="358">
                  <c:v>8.5873000000000008</c:v>
                </c:pt>
                <c:pt idx="359">
                  <c:v>8.6140000000000008</c:v>
                </c:pt>
                <c:pt idx="360">
                  <c:v>8.6371000000000002</c:v>
                </c:pt>
                <c:pt idx="361">
                  <c:v>8.6603999999999992</c:v>
                </c:pt>
                <c:pt idx="362">
                  <c:v>8.6812000000000005</c:v>
                </c:pt>
                <c:pt idx="363">
                  <c:v>8.7025000000000006</c:v>
                </c:pt>
                <c:pt idx="364">
                  <c:v>8.7227999999999994</c:v>
                </c:pt>
                <c:pt idx="365">
                  <c:v>8.7495999999999992</c:v>
                </c:pt>
                <c:pt idx="366">
                  <c:v>8.7744</c:v>
                </c:pt>
                <c:pt idx="367">
                  <c:v>8.7980999999999998</c:v>
                </c:pt>
                <c:pt idx="368">
                  <c:v>8.8199000000000005</c:v>
                </c:pt>
                <c:pt idx="369">
                  <c:v>8.8438999999999997</c:v>
                </c:pt>
                <c:pt idx="370">
                  <c:v>8.8658999999999999</c:v>
                </c:pt>
                <c:pt idx="371">
                  <c:v>8.8933999999999997</c:v>
                </c:pt>
                <c:pt idx="372">
                  <c:v>8.9220000000000006</c:v>
                </c:pt>
                <c:pt idx="373">
                  <c:v>8.9515999999999991</c:v>
                </c:pt>
                <c:pt idx="374">
                  <c:v>8.9754000000000005</c:v>
                </c:pt>
                <c:pt idx="375">
                  <c:v>9.0007999999999999</c:v>
                </c:pt>
                <c:pt idx="376">
                  <c:v>9.0219000000000005</c:v>
                </c:pt>
                <c:pt idx="377">
                  <c:v>9.0465999999999998</c:v>
                </c:pt>
                <c:pt idx="378">
                  <c:v>9.0723000000000003</c:v>
                </c:pt>
                <c:pt idx="379">
                  <c:v>9.0958000000000006</c:v>
                </c:pt>
                <c:pt idx="380">
                  <c:v>9.1196999999999999</c:v>
                </c:pt>
                <c:pt idx="381">
                  <c:v>9.1440000000000001</c:v>
                </c:pt>
                <c:pt idx="382">
                  <c:v>9.1655999999999995</c:v>
                </c:pt>
                <c:pt idx="383">
                  <c:v>9.1865000000000006</c:v>
                </c:pt>
                <c:pt idx="384">
                  <c:v>9.2134</c:v>
                </c:pt>
                <c:pt idx="385">
                  <c:v>9.2363</c:v>
                </c:pt>
                <c:pt idx="386">
                  <c:v>9.2615999999999996</c:v>
                </c:pt>
                <c:pt idx="387">
                  <c:v>9.2843999999999998</c:v>
                </c:pt>
                <c:pt idx="388">
                  <c:v>9.3132000000000001</c:v>
                </c:pt>
                <c:pt idx="389">
                  <c:v>9.3427000000000007</c:v>
                </c:pt>
                <c:pt idx="390">
                  <c:v>9.3724000000000007</c:v>
                </c:pt>
                <c:pt idx="391">
                  <c:v>9.3998000000000008</c:v>
                </c:pt>
                <c:pt idx="392">
                  <c:v>9.4212000000000007</c:v>
                </c:pt>
                <c:pt idx="393">
                  <c:v>9.4501000000000008</c:v>
                </c:pt>
                <c:pt idx="394">
                  <c:v>9.4739000000000004</c:v>
                </c:pt>
                <c:pt idx="395">
                  <c:v>9.4992000000000001</c:v>
                </c:pt>
                <c:pt idx="396">
                  <c:v>9.5228000000000002</c:v>
                </c:pt>
                <c:pt idx="397">
                  <c:v>9.5432000000000006</c:v>
                </c:pt>
                <c:pt idx="398">
                  <c:v>9.5706000000000007</c:v>
                </c:pt>
                <c:pt idx="399">
                  <c:v>9.5985999999999994</c:v>
                </c:pt>
                <c:pt idx="400">
                  <c:v>9.6204000000000001</c:v>
                </c:pt>
                <c:pt idx="401">
                  <c:v>9.6411999999999995</c:v>
                </c:pt>
                <c:pt idx="402">
                  <c:v>9.6613000000000007</c:v>
                </c:pt>
                <c:pt idx="403">
                  <c:v>9.6836000000000002</c:v>
                </c:pt>
                <c:pt idx="404">
                  <c:v>9.7067999999999994</c:v>
                </c:pt>
                <c:pt idx="405">
                  <c:v>9.7311999999999994</c:v>
                </c:pt>
                <c:pt idx="406">
                  <c:v>9.7529000000000003</c:v>
                </c:pt>
                <c:pt idx="407">
                  <c:v>9.7772000000000006</c:v>
                </c:pt>
                <c:pt idx="408">
                  <c:v>9.7985000000000007</c:v>
                </c:pt>
                <c:pt idx="409">
                  <c:v>9.8196999999999992</c:v>
                </c:pt>
                <c:pt idx="410">
                  <c:v>9.8420000000000005</c:v>
                </c:pt>
                <c:pt idx="411">
                  <c:v>9.8656000000000006</c:v>
                </c:pt>
                <c:pt idx="412">
                  <c:v>9.8864999999999998</c:v>
                </c:pt>
                <c:pt idx="413">
                  <c:v>9.9115000000000002</c:v>
                </c:pt>
                <c:pt idx="414">
                  <c:v>9.9329000000000001</c:v>
                </c:pt>
                <c:pt idx="415">
                  <c:v>9.9540000000000006</c:v>
                </c:pt>
                <c:pt idx="416">
                  <c:v>9.9741999999999997</c:v>
                </c:pt>
                <c:pt idx="417">
                  <c:v>9.9994999999999994</c:v>
                </c:pt>
                <c:pt idx="418">
                  <c:v>10.022500000000001</c:v>
                </c:pt>
                <c:pt idx="419">
                  <c:v>10.053100000000001</c:v>
                </c:pt>
                <c:pt idx="420">
                  <c:v>10.075100000000001</c:v>
                </c:pt>
                <c:pt idx="421">
                  <c:v>10.095800000000001</c:v>
                </c:pt>
                <c:pt idx="422">
                  <c:v>10.1206</c:v>
                </c:pt>
                <c:pt idx="423">
                  <c:v>10.150700000000001</c:v>
                </c:pt>
                <c:pt idx="424">
                  <c:v>10.173400000000001</c:v>
                </c:pt>
                <c:pt idx="425">
                  <c:v>10.2042</c:v>
                </c:pt>
                <c:pt idx="426">
                  <c:v>10.225199999999999</c:v>
                </c:pt>
                <c:pt idx="427">
                  <c:v>10.248200000000001</c:v>
                </c:pt>
                <c:pt idx="428">
                  <c:v>10.2699</c:v>
                </c:pt>
                <c:pt idx="429">
                  <c:v>10.292400000000001</c:v>
                </c:pt>
                <c:pt idx="430">
                  <c:v>10.3132</c:v>
                </c:pt>
                <c:pt idx="431">
                  <c:v>10.335800000000001</c:v>
                </c:pt>
                <c:pt idx="432">
                  <c:v>10.356</c:v>
                </c:pt>
                <c:pt idx="433">
                  <c:v>10.3786</c:v>
                </c:pt>
                <c:pt idx="434">
                  <c:v>10.4031</c:v>
                </c:pt>
                <c:pt idx="435">
                  <c:v>10.4262</c:v>
                </c:pt>
                <c:pt idx="436">
                  <c:v>10.4497</c:v>
                </c:pt>
                <c:pt idx="437">
                  <c:v>10.472</c:v>
                </c:pt>
                <c:pt idx="438">
                  <c:v>10.497</c:v>
                </c:pt>
                <c:pt idx="439">
                  <c:v>10.5198</c:v>
                </c:pt>
                <c:pt idx="440">
                  <c:v>10.541600000000001</c:v>
                </c:pt>
                <c:pt idx="441">
                  <c:v>10.5639</c:v>
                </c:pt>
                <c:pt idx="442">
                  <c:v>10.5884</c:v>
                </c:pt>
                <c:pt idx="443">
                  <c:v>10.616400000000001</c:v>
                </c:pt>
                <c:pt idx="444">
                  <c:v>10.640700000000001</c:v>
                </c:pt>
                <c:pt idx="445">
                  <c:v>10.6637</c:v>
                </c:pt>
                <c:pt idx="446">
                  <c:v>10.6851</c:v>
                </c:pt>
                <c:pt idx="447">
                  <c:v>10.7151</c:v>
                </c:pt>
                <c:pt idx="448">
                  <c:v>10.738899999999999</c:v>
                </c:pt>
                <c:pt idx="449">
                  <c:v>10.761100000000001</c:v>
                </c:pt>
                <c:pt idx="450">
                  <c:v>10.786799999999999</c:v>
                </c:pt>
                <c:pt idx="451">
                  <c:v>10.8133</c:v>
                </c:pt>
                <c:pt idx="452">
                  <c:v>10.8398</c:v>
                </c:pt>
                <c:pt idx="453">
                  <c:v>10.864000000000001</c:v>
                </c:pt>
                <c:pt idx="454">
                  <c:v>10.8902</c:v>
                </c:pt>
                <c:pt idx="455">
                  <c:v>10.9161</c:v>
                </c:pt>
                <c:pt idx="456">
                  <c:v>10.9373</c:v>
                </c:pt>
                <c:pt idx="457">
                  <c:v>10.963900000000001</c:v>
                </c:pt>
                <c:pt idx="458">
                  <c:v>10.988200000000001</c:v>
                </c:pt>
                <c:pt idx="459">
                  <c:v>11.015599999999999</c:v>
                </c:pt>
                <c:pt idx="460">
                  <c:v>11.0496</c:v>
                </c:pt>
                <c:pt idx="461">
                  <c:v>11.0822</c:v>
                </c:pt>
                <c:pt idx="462">
                  <c:v>11.1149</c:v>
                </c:pt>
                <c:pt idx="463">
                  <c:v>11.141400000000001</c:v>
                </c:pt>
                <c:pt idx="464">
                  <c:v>11.175599999999999</c:v>
                </c:pt>
                <c:pt idx="465">
                  <c:v>11.2409</c:v>
                </c:pt>
                <c:pt idx="466">
                  <c:v>11.2637</c:v>
                </c:pt>
                <c:pt idx="467">
                  <c:v>11.3012</c:v>
                </c:pt>
                <c:pt idx="468">
                  <c:v>11.3368</c:v>
                </c:pt>
                <c:pt idx="469">
                  <c:v>11.358700000000001</c:v>
                </c:pt>
                <c:pt idx="470">
                  <c:v>11.391</c:v>
                </c:pt>
                <c:pt idx="471">
                  <c:v>11.418200000000001</c:v>
                </c:pt>
                <c:pt idx="472">
                  <c:v>11.449199999999999</c:v>
                </c:pt>
                <c:pt idx="473">
                  <c:v>11.476000000000001</c:v>
                </c:pt>
                <c:pt idx="474">
                  <c:v>11.5032</c:v>
                </c:pt>
                <c:pt idx="475">
                  <c:v>11.5274</c:v>
                </c:pt>
                <c:pt idx="476">
                  <c:v>11.5525</c:v>
                </c:pt>
                <c:pt idx="477">
                  <c:v>11.576700000000001</c:v>
                </c:pt>
                <c:pt idx="478">
                  <c:v>11.5984</c:v>
                </c:pt>
                <c:pt idx="479">
                  <c:v>11.620200000000001</c:v>
                </c:pt>
                <c:pt idx="480">
                  <c:v>11.6418</c:v>
                </c:pt>
                <c:pt idx="481">
                  <c:v>11.6647</c:v>
                </c:pt>
                <c:pt idx="482">
                  <c:v>11.6861</c:v>
                </c:pt>
                <c:pt idx="483">
                  <c:v>11.714700000000001</c:v>
                </c:pt>
                <c:pt idx="484">
                  <c:v>11.7431</c:v>
                </c:pt>
                <c:pt idx="485">
                  <c:v>11.771599999999999</c:v>
                </c:pt>
                <c:pt idx="486">
                  <c:v>11.7918</c:v>
                </c:pt>
                <c:pt idx="487">
                  <c:v>11.813800000000001</c:v>
                </c:pt>
                <c:pt idx="488">
                  <c:v>11.8367</c:v>
                </c:pt>
                <c:pt idx="489">
                  <c:v>11.8653</c:v>
                </c:pt>
                <c:pt idx="490">
                  <c:v>11.885300000000001</c:v>
                </c:pt>
                <c:pt idx="491">
                  <c:v>11.913500000000001</c:v>
                </c:pt>
                <c:pt idx="492">
                  <c:v>11.9414</c:v>
                </c:pt>
                <c:pt idx="493">
                  <c:v>11.9633</c:v>
                </c:pt>
                <c:pt idx="494">
                  <c:v>11.992100000000001</c:v>
                </c:pt>
                <c:pt idx="495">
                  <c:v>12.018599999999999</c:v>
                </c:pt>
                <c:pt idx="496">
                  <c:v>12.0436</c:v>
                </c:pt>
                <c:pt idx="497">
                  <c:v>12.063700000000001</c:v>
                </c:pt>
                <c:pt idx="498">
                  <c:v>12.085800000000001</c:v>
                </c:pt>
                <c:pt idx="499">
                  <c:v>12.1061</c:v>
                </c:pt>
                <c:pt idx="500">
                  <c:v>12.1281</c:v>
                </c:pt>
                <c:pt idx="501">
                  <c:v>12.150700000000001</c:v>
                </c:pt>
                <c:pt idx="502">
                  <c:v>12.179</c:v>
                </c:pt>
                <c:pt idx="503">
                  <c:v>12.202</c:v>
                </c:pt>
                <c:pt idx="504">
                  <c:v>12.2235</c:v>
                </c:pt>
                <c:pt idx="505">
                  <c:v>12.249499999999999</c:v>
                </c:pt>
                <c:pt idx="506">
                  <c:v>12.272600000000001</c:v>
                </c:pt>
                <c:pt idx="507">
                  <c:v>12.302</c:v>
                </c:pt>
                <c:pt idx="508">
                  <c:v>12.3239</c:v>
                </c:pt>
                <c:pt idx="509">
                  <c:v>12.347099999999999</c:v>
                </c:pt>
                <c:pt idx="510">
                  <c:v>12.3713</c:v>
                </c:pt>
                <c:pt idx="511">
                  <c:v>12.393700000000001</c:v>
                </c:pt>
                <c:pt idx="512">
                  <c:v>12.416499999999999</c:v>
                </c:pt>
                <c:pt idx="513">
                  <c:v>12.4389</c:v>
                </c:pt>
                <c:pt idx="514">
                  <c:v>12.460100000000001</c:v>
                </c:pt>
                <c:pt idx="515">
                  <c:v>12.4847</c:v>
                </c:pt>
                <c:pt idx="516">
                  <c:v>12.5083</c:v>
                </c:pt>
                <c:pt idx="517">
                  <c:v>12.5312</c:v>
                </c:pt>
                <c:pt idx="518">
                  <c:v>12.559900000000001</c:v>
                </c:pt>
                <c:pt idx="519">
                  <c:v>12.582000000000001</c:v>
                </c:pt>
                <c:pt idx="520">
                  <c:v>12.604699999999999</c:v>
                </c:pt>
                <c:pt idx="521">
                  <c:v>12.6271</c:v>
                </c:pt>
                <c:pt idx="522">
                  <c:v>12.653</c:v>
                </c:pt>
                <c:pt idx="523">
                  <c:v>12.678100000000001</c:v>
                </c:pt>
                <c:pt idx="524">
                  <c:v>12.6995</c:v>
                </c:pt>
                <c:pt idx="525">
                  <c:v>12.721299999999999</c:v>
                </c:pt>
                <c:pt idx="526">
                  <c:v>12.742699999999999</c:v>
                </c:pt>
                <c:pt idx="527">
                  <c:v>12.765000000000001</c:v>
                </c:pt>
                <c:pt idx="528">
                  <c:v>12.7879</c:v>
                </c:pt>
                <c:pt idx="529">
                  <c:v>12.810499999999999</c:v>
                </c:pt>
                <c:pt idx="530">
                  <c:v>12.831</c:v>
                </c:pt>
                <c:pt idx="531">
                  <c:v>12.853400000000001</c:v>
                </c:pt>
                <c:pt idx="532">
                  <c:v>12.873900000000001</c:v>
                </c:pt>
                <c:pt idx="533">
                  <c:v>12.8988</c:v>
                </c:pt>
                <c:pt idx="534">
                  <c:v>12.921099999999999</c:v>
                </c:pt>
                <c:pt idx="535">
                  <c:v>12.942</c:v>
                </c:pt>
                <c:pt idx="536">
                  <c:v>12.9725</c:v>
                </c:pt>
                <c:pt idx="537">
                  <c:v>13.0009</c:v>
                </c:pt>
                <c:pt idx="538">
                  <c:v>13.024699999999999</c:v>
                </c:pt>
                <c:pt idx="539">
                  <c:v>13.0481</c:v>
                </c:pt>
                <c:pt idx="540">
                  <c:v>13.0738</c:v>
                </c:pt>
                <c:pt idx="541">
                  <c:v>13.0953</c:v>
                </c:pt>
                <c:pt idx="542">
                  <c:v>13.118399999999999</c:v>
                </c:pt>
                <c:pt idx="543">
                  <c:v>13.139099999999999</c:v>
                </c:pt>
                <c:pt idx="544">
                  <c:v>13.1624</c:v>
                </c:pt>
                <c:pt idx="545">
                  <c:v>13.1839</c:v>
                </c:pt>
                <c:pt idx="546">
                  <c:v>13.207000000000001</c:v>
                </c:pt>
                <c:pt idx="547">
                  <c:v>13.2272</c:v>
                </c:pt>
                <c:pt idx="548">
                  <c:v>13.248900000000001</c:v>
                </c:pt>
                <c:pt idx="549">
                  <c:v>13.276199999999999</c:v>
                </c:pt>
                <c:pt idx="550">
                  <c:v>13.298299999999999</c:v>
                </c:pt>
                <c:pt idx="551">
                  <c:v>13.3193</c:v>
                </c:pt>
                <c:pt idx="552">
                  <c:v>13.3413</c:v>
                </c:pt>
                <c:pt idx="553">
                  <c:v>13.3622</c:v>
                </c:pt>
                <c:pt idx="554">
                  <c:v>13.383900000000001</c:v>
                </c:pt>
                <c:pt idx="555">
                  <c:v>13.404299999999999</c:v>
                </c:pt>
                <c:pt idx="556">
                  <c:v>13.4252</c:v>
                </c:pt>
                <c:pt idx="557">
                  <c:v>13.4467</c:v>
                </c:pt>
                <c:pt idx="558">
                  <c:v>13.471399999999999</c:v>
                </c:pt>
                <c:pt idx="559">
                  <c:v>13.5007</c:v>
                </c:pt>
                <c:pt idx="560">
                  <c:v>13.5227</c:v>
                </c:pt>
                <c:pt idx="561">
                  <c:v>13.5448</c:v>
                </c:pt>
                <c:pt idx="562">
                  <c:v>13.573600000000001</c:v>
                </c:pt>
                <c:pt idx="563">
                  <c:v>13.595499999999999</c:v>
                </c:pt>
                <c:pt idx="564">
                  <c:v>13.616400000000001</c:v>
                </c:pt>
                <c:pt idx="565">
                  <c:v>13.6366</c:v>
                </c:pt>
                <c:pt idx="566">
                  <c:v>13.660399999999999</c:v>
                </c:pt>
                <c:pt idx="567">
                  <c:v>13.682600000000001</c:v>
                </c:pt>
                <c:pt idx="568">
                  <c:v>13.7051</c:v>
                </c:pt>
                <c:pt idx="569">
                  <c:v>13.7347</c:v>
                </c:pt>
                <c:pt idx="570">
                  <c:v>13.757199999999999</c:v>
                </c:pt>
                <c:pt idx="571">
                  <c:v>13.7789</c:v>
                </c:pt>
                <c:pt idx="572">
                  <c:v>13.801600000000001</c:v>
                </c:pt>
                <c:pt idx="573">
                  <c:v>13.8216</c:v>
                </c:pt>
                <c:pt idx="574">
                  <c:v>13.844200000000001</c:v>
                </c:pt>
                <c:pt idx="575">
                  <c:v>13.864699999999999</c:v>
                </c:pt>
                <c:pt idx="576">
                  <c:v>13.886100000000001</c:v>
                </c:pt>
                <c:pt idx="577">
                  <c:v>13.908300000000001</c:v>
                </c:pt>
                <c:pt idx="578">
                  <c:v>13.931800000000001</c:v>
                </c:pt>
                <c:pt idx="579">
                  <c:v>13.953099999999999</c:v>
                </c:pt>
                <c:pt idx="580">
                  <c:v>13.9742</c:v>
                </c:pt>
                <c:pt idx="581">
                  <c:v>13.9947</c:v>
                </c:pt>
                <c:pt idx="582">
                  <c:v>14.0169</c:v>
                </c:pt>
                <c:pt idx="583">
                  <c:v>14.0381</c:v>
                </c:pt>
                <c:pt idx="584">
                  <c:v>14.06</c:v>
                </c:pt>
                <c:pt idx="585">
                  <c:v>14.0891</c:v>
                </c:pt>
                <c:pt idx="586">
                  <c:v>14.109500000000001</c:v>
                </c:pt>
                <c:pt idx="587">
                  <c:v>14.1334</c:v>
                </c:pt>
                <c:pt idx="588">
                  <c:v>14.1584</c:v>
                </c:pt>
                <c:pt idx="589">
                  <c:v>14.1785</c:v>
                </c:pt>
                <c:pt idx="590">
                  <c:v>14.2003</c:v>
                </c:pt>
                <c:pt idx="591">
                  <c:v>14.2212</c:v>
                </c:pt>
                <c:pt idx="592">
                  <c:v>14.2416</c:v>
                </c:pt>
                <c:pt idx="593">
                  <c:v>14.261699999999999</c:v>
                </c:pt>
                <c:pt idx="594">
                  <c:v>14.2879</c:v>
                </c:pt>
                <c:pt idx="595">
                  <c:v>14.309100000000001</c:v>
                </c:pt>
                <c:pt idx="596">
                  <c:v>14.3308</c:v>
                </c:pt>
                <c:pt idx="597">
                  <c:v>14.3551</c:v>
                </c:pt>
                <c:pt idx="598">
                  <c:v>14.380100000000001</c:v>
                </c:pt>
                <c:pt idx="599">
                  <c:v>14.4017</c:v>
                </c:pt>
                <c:pt idx="600">
                  <c:v>14.422499999999999</c:v>
                </c:pt>
                <c:pt idx="601">
                  <c:v>14.4434</c:v>
                </c:pt>
                <c:pt idx="602">
                  <c:v>14.4648</c:v>
                </c:pt>
                <c:pt idx="603">
                  <c:v>14.4939</c:v>
                </c:pt>
                <c:pt idx="604">
                  <c:v>14.5161</c:v>
                </c:pt>
                <c:pt idx="605">
                  <c:v>14.5365</c:v>
                </c:pt>
                <c:pt idx="606">
                  <c:v>14.5619</c:v>
                </c:pt>
                <c:pt idx="607">
                  <c:v>14.5855</c:v>
                </c:pt>
                <c:pt idx="608">
                  <c:v>14.6074</c:v>
                </c:pt>
                <c:pt idx="609">
                  <c:v>14.629</c:v>
                </c:pt>
                <c:pt idx="610">
                  <c:v>14.650399999999999</c:v>
                </c:pt>
                <c:pt idx="611">
                  <c:v>14.671799999999999</c:v>
                </c:pt>
                <c:pt idx="612">
                  <c:v>14.6929</c:v>
                </c:pt>
                <c:pt idx="613">
                  <c:v>14.722</c:v>
                </c:pt>
                <c:pt idx="614">
                  <c:v>14.7447</c:v>
                </c:pt>
                <c:pt idx="615">
                  <c:v>14.7659</c:v>
                </c:pt>
                <c:pt idx="616">
                  <c:v>14.7865</c:v>
                </c:pt>
                <c:pt idx="617">
                  <c:v>14.8078</c:v>
                </c:pt>
                <c:pt idx="618">
                  <c:v>14.8306</c:v>
                </c:pt>
                <c:pt idx="619">
                  <c:v>14.8536</c:v>
                </c:pt>
                <c:pt idx="620">
                  <c:v>14.876099999999999</c:v>
                </c:pt>
                <c:pt idx="621">
                  <c:v>14.898999999999999</c:v>
                </c:pt>
                <c:pt idx="622">
                  <c:v>14.9193</c:v>
                </c:pt>
                <c:pt idx="623">
                  <c:v>14.942600000000001</c:v>
                </c:pt>
                <c:pt idx="624">
                  <c:v>14.9636</c:v>
                </c:pt>
                <c:pt idx="625">
                  <c:v>14.990600000000001</c:v>
                </c:pt>
                <c:pt idx="626">
                  <c:v>15.0183</c:v>
                </c:pt>
                <c:pt idx="627">
                  <c:v>15.0427</c:v>
                </c:pt>
                <c:pt idx="628">
                  <c:v>15.062900000000001</c:v>
                </c:pt>
                <c:pt idx="629">
                  <c:v>15.083600000000001</c:v>
                </c:pt>
                <c:pt idx="630">
                  <c:v>15.106199999999999</c:v>
                </c:pt>
                <c:pt idx="631">
                  <c:v>15.1286</c:v>
                </c:pt>
                <c:pt idx="632">
                  <c:v>15.149699999999999</c:v>
                </c:pt>
                <c:pt idx="633">
                  <c:v>15.1706</c:v>
                </c:pt>
                <c:pt idx="634">
                  <c:v>15.1915</c:v>
                </c:pt>
                <c:pt idx="635">
                  <c:v>15.2171</c:v>
                </c:pt>
                <c:pt idx="636">
                  <c:v>15.2399</c:v>
                </c:pt>
                <c:pt idx="637">
                  <c:v>15.260899999999999</c:v>
                </c:pt>
                <c:pt idx="638">
                  <c:v>15.2897</c:v>
                </c:pt>
                <c:pt idx="639">
                  <c:v>15.3101</c:v>
                </c:pt>
                <c:pt idx="640">
                  <c:v>15.332800000000001</c:v>
                </c:pt>
                <c:pt idx="641">
                  <c:v>15.3538</c:v>
                </c:pt>
                <c:pt idx="642">
                  <c:v>15.3772</c:v>
                </c:pt>
                <c:pt idx="643">
                  <c:v>15.3988</c:v>
                </c:pt>
                <c:pt idx="644">
                  <c:v>15.420500000000001</c:v>
                </c:pt>
                <c:pt idx="645">
                  <c:v>15.448600000000001</c:v>
                </c:pt>
                <c:pt idx="646">
                  <c:v>15.4689</c:v>
                </c:pt>
                <c:pt idx="647">
                  <c:v>15.4947</c:v>
                </c:pt>
                <c:pt idx="648">
                  <c:v>15.5159</c:v>
                </c:pt>
                <c:pt idx="649">
                  <c:v>15.538399999999999</c:v>
                </c:pt>
                <c:pt idx="650">
                  <c:v>15.56</c:v>
                </c:pt>
                <c:pt idx="651">
                  <c:v>15.582100000000001</c:v>
                </c:pt>
                <c:pt idx="652">
                  <c:v>15.605700000000001</c:v>
                </c:pt>
                <c:pt idx="653">
                  <c:v>15.625999999999999</c:v>
                </c:pt>
                <c:pt idx="654">
                  <c:v>15.6509</c:v>
                </c:pt>
                <c:pt idx="655">
                  <c:v>15.6713</c:v>
                </c:pt>
                <c:pt idx="656">
                  <c:v>15.6944</c:v>
                </c:pt>
                <c:pt idx="657">
                  <c:v>15.7196</c:v>
                </c:pt>
                <c:pt idx="658">
                  <c:v>15.7422</c:v>
                </c:pt>
                <c:pt idx="659">
                  <c:v>15.7676</c:v>
                </c:pt>
                <c:pt idx="660">
                  <c:v>15.788</c:v>
                </c:pt>
                <c:pt idx="661">
                  <c:v>15.810600000000001</c:v>
                </c:pt>
                <c:pt idx="662">
                  <c:v>15.8322</c:v>
                </c:pt>
                <c:pt idx="663">
                  <c:v>15.8552</c:v>
                </c:pt>
                <c:pt idx="664">
                  <c:v>15.876099999999999</c:v>
                </c:pt>
                <c:pt idx="665">
                  <c:v>15.8973</c:v>
                </c:pt>
                <c:pt idx="666">
                  <c:v>15.9222</c:v>
                </c:pt>
                <c:pt idx="667">
                  <c:v>15.943899999999999</c:v>
                </c:pt>
                <c:pt idx="668">
                  <c:v>15.964499999999999</c:v>
                </c:pt>
                <c:pt idx="669">
                  <c:v>15.9902</c:v>
                </c:pt>
                <c:pt idx="670">
                  <c:v>16.0121</c:v>
                </c:pt>
                <c:pt idx="671">
                  <c:v>16.034700000000001</c:v>
                </c:pt>
                <c:pt idx="672">
                  <c:v>16.0563</c:v>
                </c:pt>
                <c:pt idx="673">
                  <c:v>16.083300000000001</c:v>
                </c:pt>
                <c:pt idx="674">
                  <c:v>16.1066</c:v>
                </c:pt>
                <c:pt idx="675">
                  <c:v>16.128900000000002</c:v>
                </c:pt>
                <c:pt idx="676">
                  <c:v>16.155000000000001</c:v>
                </c:pt>
                <c:pt idx="677">
                  <c:v>16.183700000000002</c:v>
                </c:pt>
                <c:pt idx="678">
                  <c:v>16.206299999999999</c:v>
                </c:pt>
                <c:pt idx="679">
                  <c:v>16.233699999999999</c:v>
                </c:pt>
                <c:pt idx="680">
                  <c:v>16.256399999999999</c:v>
                </c:pt>
                <c:pt idx="681">
                  <c:v>16.278600000000001</c:v>
                </c:pt>
                <c:pt idx="682">
                  <c:v>16.299800000000001</c:v>
                </c:pt>
                <c:pt idx="683">
                  <c:v>16.327000000000002</c:v>
                </c:pt>
                <c:pt idx="684">
                  <c:v>16.3489</c:v>
                </c:pt>
                <c:pt idx="685">
                  <c:v>16.374600000000001</c:v>
                </c:pt>
                <c:pt idx="686">
                  <c:v>16.397099999999998</c:v>
                </c:pt>
                <c:pt idx="687">
                  <c:v>16.417200000000001</c:v>
                </c:pt>
                <c:pt idx="688">
                  <c:v>16.439499999999999</c:v>
                </c:pt>
                <c:pt idx="689">
                  <c:v>16.4602</c:v>
                </c:pt>
                <c:pt idx="690">
                  <c:v>16.482199999999999</c:v>
                </c:pt>
                <c:pt idx="691">
                  <c:v>16.508700000000001</c:v>
                </c:pt>
                <c:pt idx="692">
                  <c:v>16.5304</c:v>
                </c:pt>
                <c:pt idx="693">
                  <c:v>16.553699999999999</c:v>
                </c:pt>
                <c:pt idx="694">
                  <c:v>16.575800000000001</c:v>
                </c:pt>
                <c:pt idx="695">
                  <c:v>16.596900000000002</c:v>
                </c:pt>
                <c:pt idx="696">
                  <c:v>16.617000000000001</c:v>
                </c:pt>
                <c:pt idx="697">
                  <c:v>16.6389</c:v>
                </c:pt>
                <c:pt idx="698">
                  <c:v>16.660399999999999</c:v>
                </c:pt>
                <c:pt idx="699">
                  <c:v>16.681100000000001</c:v>
                </c:pt>
                <c:pt idx="700">
                  <c:v>16.710699999999999</c:v>
                </c:pt>
                <c:pt idx="701">
                  <c:v>16.731300000000001</c:v>
                </c:pt>
                <c:pt idx="702">
                  <c:v>16.754100000000001</c:v>
                </c:pt>
                <c:pt idx="703">
                  <c:v>16.775300000000001</c:v>
                </c:pt>
                <c:pt idx="704">
                  <c:v>16.7958</c:v>
                </c:pt>
                <c:pt idx="705">
                  <c:v>16.8188</c:v>
                </c:pt>
                <c:pt idx="706">
                  <c:v>16.838999999999999</c:v>
                </c:pt>
                <c:pt idx="707">
                  <c:v>16.860399999999998</c:v>
                </c:pt>
                <c:pt idx="708">
                  <c:v>16.8827</c:v>
                </c:pt>
                <c:pt idx="709">
                  <c:v>16.903700000000001</c:v>
                </c:pt>
                <c:pt idx="710">
                  <c:v>16.9315</c:v>
                </c:pt>
                <c:pt idx="711">
                  <c:v>16.9529</c:v>
                </c:pt>
                <c:pt idx="712">
                  <c:v>16.980599999999999</c:v>
                </c:pt>
                <c:pt idx="713">
                  <c:v>17.0014</c:v>
                </c:pt>
                <c:pt idx="714">
                  <c:v>17.025400000000001</c:v>
                </c:pt>
                <c:pt idx="715">
                  <c:v>17.047499999999999</c:v>
                </c:pt>
                <c:pt idx="716">
                  <c:v>17.075399999999998</c:v>
                </c:pt>
                <c:pt idx="717">
                  <c:v>17.098500000000001</c:v>
                </c:pt>
                <c:pt idx="718">
                  <c:v>17.1188</c:v>
                </c:pt>
                <c:pt idx="719">
                  <c:v>17.1417</c:v>
                </c:pt>
                <c:pt idx="720">
                  <c:v>17.1678</c:v>
                </c:pt>
                <c:pt idx="721">
                  <c:v>17.191099999999999</c:v>
                </c:pt>
                <c:pt idx="722">
                  <c:v>17.212399999999999</c:v>
                </c:pt>
                <c:pt idx="723">
                  <c:v>17.2348</c:v>
                </c:pt>
                <c:pt idx="724">
                  <c:v>17.255299999999998</c:v>
                </c:pt>
                <c:pt idx="725">
                  <c:v>17.277799999999999</c:v>
                </c:pt>
                <c:pt idx="726">
                  <c:v>17.298500000000001</c:v>
                </c:pt>
                <c:pt idx="727">
                  <c:v>17.3217</c:v>
                </c:pt>
                <c:pt idx="728">
                  <c:v>17.342099999999999</c:v>
                </c:pt>
                <c:pt idx="729">
                  <c:v>17.3658</c:v>
                </c:pt>
                <c:pt idx="730">
                  <c:v>17.387799999999999</c:v>
                </c:pt>
                <c:pt idx="731">
                  <c:v>17.411899999999999</c:v>
                </c:pt>
                <c:pt idx="732">
                  <c:v>17.432099999999998</c:v>
                </c:pt>
                <c:pt idx="733">
                  <c:v>17.454499999999999</c:v>
                </c:pt>
                <c:pt idx="734">
                  <c:v>17.476600000000001</c:v>
                </c:pt>
                <c:pt idx="735">
                  <c:v>17.4985</c:v>
                </c:pt>
                <c:pt idx="736">
                  <c:v>17.519500000000001</c:v>
                </c:pt>
                <c:pt idx="737">
                  <c:v>17.542400000000001</c:v>
                </c:pt>
                <c:pt idx="738">
                  <c:v>17.5657</c:v>
                </c:pt>
                <c:pt idx="739">
                  <c:v>17.596</c:v>
                </c:pt>
                <c:pt idx="740">
                  <c:v>17.619299999999999</c:v>
                </c:pt>
                <c:pt idx="741">
                  <c:v>17.641999999999999</c:v>
                </c:pt>
                <c:pt idx="742">
                  <c:v>17.665299999999998</c:v>
                </c:pt>
                <c:pt idx="743">
                  <c:v>17.687999999999999</c:v>
                </c:pt>
                <c:pt idx="744">
                  <c:v>17.7102</c:v>
                </c:pt>
                <c:pt idx="745">
                  <c:v>17.730899999999998</c:v>
                </c:pt>
                <c:pt idx="746">
                  <c:v>17.752700000000001</c:v>
                </c:pt>
                <c:pt idx="747">
                  <c:v>17.776499999999999</c:v>
                </c:pt>
                <c:pt idx="748">
                  <c:v>17.799800000000001</c:v>
                </c:pt>
                <c:pt idx="749">
                  <c:v>17.821999999999999</c:v>
                </c:pt>
                <c:pt idx="750">
                  <c:v>17.842500000000001</c:v>
                </c:pt>
                <c:pt idx="751">
                  <c:v>17.864000000000001</c:v>
                </c:pt>
                <c:pt idx="752">
                  <c:v>17.8842</c:v>
                </c:pt>
                <c:pt idx="753">
                  <c:v>17.9068</c:v>
                </c:pt>
                <c:pt idx="754">
                  <c:v>17.931100000000001</c:v>
                </c:pt>
                <c:pt idx="755">
                  <c:v>17.954999999999998</c:v>
                </c:pt>
                <c:pt idx="756">
                  <c:v>17.975999999999999</c:v>
                </c:pt>
                <c:pt idx="757">
                  <c:v>17.999600000000001</c:v>
                </c:pt>
                <c:pt idx="758">
                  <c:v>18.0214</c:v>
                </c:pt>
                <c:pt idx="759">
                  <c:v>18.043900000000001</c:v>
                </c:pt>
                <c:pt idx="760">
                  <c:v>18.0748</c:v>
                </c:pt>
                <c:pt idx="761">
                  <c:v>18.095400000000001</c:v>
                </c:pt>
                <c:pt idx="762">
                  <c:v>18.118200000000002</c:v>
                </c:pt>
                <c:pt idx="763">
                  <c:v>18.140799999999999</c:v>
                </c:pt>
                <c:pt idx="764">
                  <c:v>18.167200000000001</c:v>
                </c:pt>
                <c:pt idx="765">
                  <c:v>18.190100000000001</c:v>
                </c:pt>
                <c:pt idx="766">
                  <c:v>18.211300000000001</c:v>
                </c:pt>
                <c:pt idx="767">
                  <c:v>18.233699999999999</c:v>
                </c:pt>
                <c:pt idx="768">
                  <c:v>18.255800000000001</c:v>
                </c:pt>
                <c:pt idx="769">
                  <c:v>18.278099999999998</c:v>
                </c:pt>
                <c:pt idx="770">
                  <c:v>18.3</c:v>
                </c:pt>
                <c:pt idx="771">
                  <c:v>18.321400000000001</c:v>
                </c:pt>
                <c:pt idx="772">
                  <c:v>18.3432</c:v>
                </c:pt>
                <c:pt idx="773">
                  <c:v>18.365200000000002</c:v>
                </c:pt>
                <c:pt idx="774">
                  <c:v>18.390599999999999</c:v>
                </c:pt>
                <c:pt idx="775">
                  <c:v>18.4133</c:v>
                </c:pt>
                <c:pt idx="776">
                  <c:v>18.435400000000001</c:v>
                </c:pt>
                <c:pt idx="777">
                  <c:v>18.456099999999999</c:v>
                </c:pt>
                <c:pt idx="778">
                  <c:v>18.478000000000002</c:v>
                </c:pt>
                <c:pt idx="779">
                  <c:v>18.500499999999999</c:v>
                </c:pt>
                <c:pt idx="780">
                  <c:v>18.5306</c:v>
                </c:pt>
                <c:pt idx="781">
                  <c:v>18.552499999999998</c:v>
                </c:pt>
                <c:pt idx="782">
                  <c:v>18.575500000000002</c:v>
                </c:pt>
                <c:pt idx="783">
                  <c:v>18.5992</c:v>
                </c:pt>
                <c:pt idx="784">
                  <c:v>18.619299999999999</c:v>
                </c:pt>
                <c:pt idx="785">
                  <c:v>18.6416</c:v>
                </c:pt>
                <c:pt idx="786">
                  <c:v>18.661999999999999</c:v>
                </c:pt>
                <c:pt idx="787">
                  <c:v>18.684899999999999</c:v>
                </c:pt>
                <c:pt idx="788">
                  <c:v>18.705200000000001</c:v>
                </c:pt>
                <c:pt idx="789">
                  <c:v>18.727799999999998</c:v>
                </c:pt>
                <c:pt idx="790">
                  <c:v>18.7517</c:v>
                </c:pt>
                <c:pt idx="791">
                  <c:v>18.775200000000002</c:v>
                </c:pt>
                <c:pt idx="792">
                  <c:v>18.802299999999999</c:v>
                </c:pt>
                <c:pt idx="793">
                  <c:v>18.823799999999999</c:v>
                </c:pt>
                <c:pt idx="794">
                  <c:v>18.846399999999999</c:v>
                </c:pt>
                <c:pt idx="795">
                  <c:v>18.8673</c:v>
                </c:pt>
                <c:pt idx="796">
                  <c:v>18.887599999999999</c:v>
                </c:pt>
                <c:pt idx="797">
                  <c:v>18.911799999999999</c:v>
                </c:pt>
                <c:pt idx="798">
                  <c:v>18.935400000000001</c:v>
                </c:pt>
                <c:pt idx="799">
                  <c:v>18.955400000000001</c:v>
                </c:pt>
                <c:pt idx="800">
                  <c:v>18.980899999999998</c:v>
                </c:pt>
                <c:pt idx="801">
                  <c:v>19.006499999999999</c:v>
                </c:pt>
                <c:pt idx="802">
                  <c:v>19.0304</c:v>
                </c:pt>
                <c:pt idx="803">
                  <c:v>19.054400000000001</c:v>
                </c:pt>
                <c:pt idx="804">
                  <c:v>19.0749</c:v>
                </c:pt>
                <c:pt idx="805">
                  <c:v>19.101800000000001</c:v>
                </c:pt>
                <c:pt idx="806">
                  <c:v>19.1234</c:v>
                </c:pt>
                <c:pt idx="807">
                  <c:v>19.148</c:v>
                </c:pt>
                <c:pt idx="808">
                  <c:v>19.175000000000001</c:v>
                </c:pt>
                <c:pt idx="809">
                  <c:v>19.200800000000001</c:v>
                </c:pt>
                <c:pt idx="810">
                  <c:v>19.2286</c:v>
                </c:pt>
                <c:pt idx="811">
                  <c:v>19.2562</c:v>
                </c:pt>
                <c:pt idx="812">
                  <c:v>19.276700000000002</c:v>
                </c:pt>
                <c:pt idx="813">
                  <c:v>19.308499999999999</c:v>
                </c:pt>
                <c:pt idx="814">
                  <c:v>19.337399999999999</c:v>
                </c:pt>
                <c:pt idx="815">
                  <c:v>19.358000000000001</c:v>
                </c:pt>
                <c:pt idx="816">
                  <c:v>19.3813</c:v>
                </c:pt>
                <c:pt idx="817">
                  <c:v>19.404199999999999</c:v>
                </c:pt>
                <c:pt idx="818">
                  <c:v>19.433299999999999</c:v>
                </c:pt>
                <c:pt idx="819">
                  <c:v>19.454799999999999</c:v>
                </c:pt>
                <c:pt idx="820">
                  <c:v>19.477499999999999</c:v>
                </c:pt>
                <c:pt idx="821">
                  <c:v>19.5014</c:v>
                </c:pt>
                <c:pt idx="822">
                  <c:v>19.5246</c:v>
                </c:pt>
                <c:pt idx="823">
                  <c:v>19.547699999999999</c:v>
                </c:pt>
                <c:pt idx="824">
                  <c:v>19.570599999999999</c:v>
                </c:pt>
                <c:pt idx="825">
                  <c:v>19.592199999999998</c:v>
                </c:pt>
                <c:pt idx="826">
                  <c:v>19.624199999999998</c:v>
                </c:pt>
                <c:pt idx="827">
                  <c:v>19.646799999999999</c:v>
                </c:pt>
                <c:pt idx="828">
                  <c:v>19.668299999999999</c:v>
                </c:pt>
                <c:pt idx="829">
                  <c:v>19.6905</c:v>
                </c:pt>
                <c:pt idx="830">
                  <c:v>19.7117</c:v>
                </c:pt>
                <c:pt idx="831">
                  <c:v>19.732299999999999</c:v>
                </c:pt>
                <c:pt idx="832">
                  <c:v>19.7545</c:v>
                </c:pt>
                <c:pt idx="833">
                  <c:v>19.777100000000001</c:v>
                </c:pt>
                <c:pt idx="834">
                  <c:v>19.799499999999998</c:v>
                </c:pt>
                <c:pt idx="835">
                  <c:v>19.820799999999998</c:v>
                </c:pt>
                <c:pt idx="836">
                  <c:v>19.846800000000002</c:v>
                </c:pt>
                <c:pt idx="837">
                  <c:v>19.871600000000001</c:v>
                </c:pt>
                <c:pt idx="838">
                  <c:v>19.892499999999998</c:v>
                </c:pt>
                <c:pt idx="839">
                  <c:v>19.914999999999999</c:v>
                </c:pt>
                <c:pt idx="840">
                  <c:v>19.939800000000002</c:v>
                </c:pt>
                <c:pt idx="841">
                  <c:v>19.962</c:v>
                </c:pt>
                <c:pt idx="842">
                  <c:v>19.982099999999999</c:v>
                </c:pt>
                <c:pt idx="843">
                  <c:v>20.005299999999998</c:v>
                </c:pt>
                <c:pt idx="844">
                  <c:v>20.029499999999999</c:v>
                </c:pt>
                <c:pt idx="845">
                  <c:v>20.055199999999999</c:v>
                </c:pt>
                <c:pt idx="846">
                  <c:v>20.078600000000002</c:v>
                </c:pt>
                <c:pt idx="847">
                  <c:v>20.101600000000001</c:v>
                </c:pt>
                <c:pt idx="848">
                  <c:v>20.123899999999999</c:v>
                </c:pt>
                <c:pt idx="849">
                  <c:v>20.145299999999999</c:v>
                </c:pt>
                <c:pt idx="850">
                  <c:v>20.1661</c:v>
                </c:pt>
                <c:pt idx="851">
                  <c:v>20.189699999999998</c:v>
                </c:pt>
                <c:pt idx="852">
                  <c:v>20.212</c:v>
                </c:pt>
                <c:pt idx="853">
                  <c:v>20.2348</c:v>
                </c:pt>
                <c:pt idx="854">
                  <c:v>20.258400000000002</c:v>
                </c:pt>
                <c:pt idx="855">
                  <c:v>20.278600000000001</c:v>
                </c:pt>
                <c:pt idx="856">
                  <c:v>20.301400000000001</c:v>
                </c:pt>
                <c:pt idx="857">
                  <c:v>20.3233</c:v>
                </c:pt>
                <c:pt idx="858">
                  <c:v>20.345600000000001</c:v>
                </c:pt>
                <c:pt idx="859">
                  <c:v>20.3767</c:v>
                </c:pt>
                <c:pt idx="860">
                  <c:v>20.4008</c:v>
                </c:pt>
                <c:pt idx="861">
                  <c:v>20.421099999999999</c:v>
                </c:pt>
                <c:pt idx="862">
                  <c:v>20.441400000000002</c:v>
                </c:pt>
                <c:pt idx="863">
                  <c:v>20.467400000000001</c:v>
                </c:pt>
                <c:pt idx="864">
                  <c:v>20.488299999999999</c:v>
                </c:pt>
                <c:pt idx="865">
                  <c:v>20.5105</c:v>
                </c:pt>
                <c:pt idx="866">
                  <c:v>20.5307</c:v>
                </c:pt>
                <c:pt idx="867">
                  <c:v>20.550899999999999</c:v>
                </c:pt>
                <c:pt idx="868">
                  <c:v>20.5716</c:v>
                </c:pt>
                <c:pt idx="869">
                  <c:v>20.597200000000001</c:v>
                </c:pt>
                <c:pt idx="870">
                  <c:v>20.6188</c:v>
                </c:pt>
                <c:pt idx="871">
                  <c:v>20.6418</c:v>
                </c:pt>
                <c:pt idx="872">
                  <c:v>20.665500000000002</c:v>
                </c:pt>
                <c:pt idx="873">
                  <c:v>20.689499999999999</c:v>
                </c:pt>
                <c:pt idx="874">
                  <c:v>20.712399999999999</c:v>
                </c:pt>
                <c:pt idx="875">
                  <c:v>20.734100000000002</c:v>
                </c:pt>
                <c:pt idx="876">
                  <c:v>20.7544</c:v>
                </c:pt>
                <c:pt idx="877">
                  <c:v>20.775099999999998</c:v>
                </c:pt>
                <c:pt idx="878">
                  <c:v>20.7973</c:v>
                </c:pt>
                <c:pt idx="879">
                  <c:v>20.820799999999998</c:v>
                </c:pt>
                <c:pt idx="880">
                  <c:v>20.8432</c:v>
                </c:pt>
                <c:pt idx="881">
                  <c:v>20.8672</c:v>
                </c:pt>
                <c:pt idx="882">
                  <c:v>20.8874</c:v>
                </c:pt>
                <c:pt idx="883">
                  <c:v>20.910799999999998</c:v>
                </c:pt>
                <c:pt idx="884">
                  <c:v>20.932200000000002</c:v>
                </c:pt>
                <c:pt idx="885">
                  <c:v>20.954999999999998</c:v>
                </c:pt>
                <c:pt idx="886">
                  <c:v>20.976700000000001</c:v>
                </c:pt>
                <c:pt idx="887">
                  <c:v>21.004899999999999</c:v>
                </c:pt>
                <c:pt idx="888">
                  <c:v>21.028600000000001</c:v>
                </c:pt>
                <c:pt idx="889">
                  <c:v>21.053699999999999</c:v>
                </c:pt>
                <c:pt idx="890">
                  <c:v>21.0762</c:v>
                </c:pt>
                <c:pt idx="891">
                  <c:v>21.096299999999999</c:v>
                </c:pt>
                <c:pt idx="892">
                  <c:v>21.118200000000002</c:v>
                </c:pt>
                <c:pt idx="893">
                  <c:v>21.140699999999999</c:v>
                </c:pt>
                <c:pt idx="894">
                  <c:v>21.163399999999999</c:v>
                </c:pt>
                <c:pt idx="895">
                  <c:v>21.186299999999999</c:v>
                </c:pt>
                <c:pt idx="896">
                  <c:v>21.209099999999999</c:v>
                </c:pt>
                <c:pt idx="897">
                  <c:v>21.229700000000001</c:v>
                </c:pt>
                <c:pt idx="898">
                  <c:v>21.251000000000001</c:v>
                </c:pt>
                <c:pt idx="899">
                  <c:v>21.275099999999998</c:v>
                </c:pt>
                <c:pt idx="900">
                  <c:v>21.2987</c:v>
                </c:pt>
                <c:pt idx="901">
                  <c:v>21.322800000000001</c:v>
                </c:pt>
                <c:pt idx="902">
                  <c:v>21.345500000000001</c:v>
                </c:pt>
                <c:pt idx="903">
                  <c:v>21.365600000000001</c:v>
                </c:pt>
                <c:pt idx="904">
                  <c:v>21.388300000000001</c:v>
                </c:pt>
                <c:pt idx="905">
                  <c:v>21.412099999999999</c:v>
                </c:pt>
                <c:pt idx="906">
                  <c:v>21.433199999999999</c:v>
                </c:pt>
                <c:pt idx="907">
                  <c:v>21.488600000000002</c:v>
                </c:pt>
                <c:pt idx="908">
                  <c:v>21.518599999999999</c:v>
                </c:pt>
                <c:pt idx="909">
                  <c:v>21.540099999999999</c:v>
                </c:pt>
                <c:pt idx="910">
                  <c:v>21.560600000000001</c:v>
                </c:pt>
                <c:pt idx="911">
                  <c:v>21.582000000000001</c:v>
                </c:pt>
                <c:pt idx="912">
                  <c:v>21.6126</c:v>
                </c:pt>
                <c:pt idx="913">
                  <c:v>21.6355</c:v>
                </c:pt>
                <c:pt idx="914">
                  <c:v>21.657599999999999</c:v>
                </c:pt>
                <c:pt idx="915">
                  <c:v>21.680299999999999</c:v>
                </c:pt>
                <c:pt idx="916">
                  <c:v>21.7011</c:v>
                </c:pt>
                <c:pt idx="917">
                  <c:v>21.7254</c:v>
                </c:pt>
                <c:pt idx="918">
                  <c:v>21.746600000000001</c:v>
                </c:pt>
                <c:pt idx="919">
                  <c:v>21.768899999999999</c:v>
                </c:pt>
                <c:pt idx="920">
                  <c:v>21.790900000000001</c:v>
                </c:pt>
                <c:pt idx="921">
                  <c:v>21.8123</c:v>
                </c:pt>
                <c:pt idx="922">
                  <c:v>21.8353</c:v>
                </c:pt>
                <c:pt idx="923">
                  <c:v>21.8569</c:v>
                </c:pt>
                <c:pt idx="924">
                  <c:v>21.882400000000001</c:v>
                </c:pt>
                <c:pt idx="925">
                  <c:v>21.9025</c:v>
                </c:pt>
                <c:pt idx="926">
                  <c:v>21.9252</c:v>
                </c:pt>
                <c:pt idx="927">
                  <c:v>21.947800000000001</c:v>
                </c:pt>
                <c:pt idx="928">
                  <c:v>21.971599999999999</c:v>
                </c:pt>
                <c:pt idx="929">
                  <c:v>21.9941</c:v>
                </c:pt>
                <c:pt idx="930">
                  <c:v>22.017099999999999</c:v>
                </c:pt>
                <c:pt idx="931">
                  <c:v>22.039000000000001</c:v>
                </c:pt>
                <c:pt idx="932">
                  <c:v>22.060300000000002</c:v>
                </c:pt>
                <c:pt idx="933">
                  <c:v>22.083600000000001</c:v>
                </c:pt>
                <c:pt idx="934">
                  <c:v>22.107600000000001</c:v>
                </c:pt>
                <c:pt idx="935">
                  <c:v>22.133600000000001</c:v>
                </c:pt>
                <c:pt idx="936">
                  <c:v>22.153700000000001</c:v>
                </c:pt>
                <c:pt idx="937">
                  <c:v>22.1751</c:v>
                </c:pt>
                <c:pt idx="938">
                  <c:v>22.206099999999999</c:v>
                </c:pt>
                <c:pt idx="939">
                  <c:v>22.2364</c:v>
                </c:pt>
                <c:pt idx="940">
                  <c:v>22.261800000000001</c:v>
                </c:pt>
                <c:pt idx="941">
                  <c:v>22.288399999999999</c:v>
                </c:pt>
                <c:pt idx="942">
                  <c:v>22.311900000000001</c:v>
                </c:pt>
                <c:pt idx="943">
                  <c:v>22.337299999999999</c:v>
                </c:pt>
                <c:pt idx="944">
                  <c:v>22.363600000000002</c:v>
                </c:pt>
                <c:pt idx="945">
                  <c:v>22.388500000000001</c:v>
                </c:pt>
                <c:pt idx="946">
                  <c:v>22.412800000000001</c:v>
                </c:pt>
                <c:pt idx="947">
                  <c:v>22.438700000000001</c:v>
                </c:pt>
                <c:pt idx="948">
                  <c:v>22.4621</c:v>
                </c:pt>
                <c:pt idx="949">
                  <c:v>22.488900000000001</c:v>
                </c:pt>
                <c:pt idx="950">
                  <c:v>22.510899999999999</c:v>
                </c:pt>
                <c:pt idx="951">
                  <c:v>22.534199999999998</c:v>
                </c:pt>
                <c:pt idx="952">
                  <c:v>22.558</c:v>
                </c:pt>
                <c:pt idx="953">
                  <c:v>22.588200000000001</c:v>
                </c:pt>
                <c:pt idx="954">
                  <c:v>22.6174</c:v>
                </c:pt>
                <c:pt idx="955">
                  <c:v>22.648199999999999</c:v>
                </c:pt>
                <c:pt idx="956">
                  <c:v>22.677499999999998</c:v>
                </c:pt>
                <c:pt idx="957">
                  <c:v>22.7</c:v>
                </c:pt>
                <c:pt idx="958">
                  <c:v>22.726199999999999</c:v>
                </c:pt>
                <c:pt idx="959">
                  <c:v>22.748999999999999</c:v>
                </c:pt>
                <c:pt idx="960">
                  <c:v>22.773900000000001</c:v>
                </c:pt>
                <c:pt idx="961">
                  <c:v>22.8004</c:v>
                </c:pt>
                <c:pt idx="962">
                  <c:v>22.824100000000001</c:v>
                </c:pt>
                <c:pt idx="963">
                  <c:v>22.848299999999998</c:v>
                </c:pt>
                <c:pt idx="964">
                  <c:v>22.872299999999999</c:v>
                </c:pt>
                <c:pt idx="965">
                  <c:v>22.894500000000001</c:v>
                </c:pt>
                <c:pt idx="966">
                  <c:v>22.918500000000002</c:v>
                </c:pt>
                <c:pt idx="967">
                  <c:v>22.944800000000001</c:v>
                </c:pt>
                <c:pt idx="968">
                  <c:v>22.969200000000001</c:v>
                </c:pt>
                <c:pt idx="969">
                  <c:v>22.994199999999999</c:v>
                </c:pt>
                <c:pt idx="970">
                  <c:v>23.023199999999999</c:v>
                </c:pt>
                <c:pt idx="971">
                  <c:v>23.0472</c:v>
                </c:pt>
                <c:pt idx="972">
                  <c:v>23.0718</c:v>
                </c:pt>
                <c:pt idx="973">
                  <c:v>23.100100000000001</c:v>
                </c:pt>
                <c:pt idx="974">
                  <c:v>23.125800000000002</c:v>
                </c:pt>
                <c:pt idx="975">
                  <c:v>23.151599999999998</c:v>
                </c:pt>
                <c:pt idx="976">
                  <c:v>23.177</c:v>
                </c:pt>
                <c:pt idx="977">
                  <c:v>23.203800000000001</c:v>
                </c:pt>
                <c:pt idx="978">
                  <c:v>23.230599999999999</c:v>
                </c:pt>
                <c:pt idx="979">
                  <c:v>23.2544</c:v>
                </c:pt>
                <c:pt idx="980">
                  <c:v>23.287299999999998</c:v>
                </c:pt>
                <c:pt idx="981">
                  <c:v>23.319500000000001</c:v>
                </c:pt>
                <c:pt idx="982">
                  <c:v>23.349699999999999</c:v>
                </c:pt>
                <c:pt idx="983">
                  <c:v>23.379799999999999</c:v>
                </c:pt>
                <c:pt idx="984">
                  <c:v>23.4038</c:v>
                </c:pt>
                <c:pt idx="985">
                  <c:v>23.426200000000001</c:v>
                </c:pt>
                <c:pt idx="986">
                  <c:v>23.456399999999999</c:v>
                </c:pt>
                <c:pt idx="987">
                  <c:v>23.481200000000001</c:v>
                </c:pt>
                <c:pt idx="988">
                  <c:v>23.506900000000002</c:v>
                </c:pt>
                <c:pt idx="989">
                  <c:v>23.5307</c:v>
                </c:pt>
                <c:pt idx="990">
                  <c:v>23.553799999999999</c:v>
                </c:pt>
                <c:pt idx="991">
                  <c:v>23.575900000000001</c:v>
                </c:pt>
                <c:pt idx="992">
                  <c:v>23.5992</c:v>
                </c:pt>
                <c:pt idx="993">
                  <c:v>23.619499999999999</c:v>
                </c:pt>
                <c:pt idx="994">
                  <c:v>23.648800000000001</c:v>
                </c:pt>
                <c:pt idx="995">
                  <c:v>23.671299999999999</c:v>
                </c:pt>
                <c:pt idx="996">
                  <c:v>23.6951</c:v>
                </c:pt>
                <c:pt idx="997">
                  <c:v>23.7151</c:v>
                </c:pt>
                <c:pt idx="998">
                  <c:v>23.740600000000001</c:v>
                </c:pt>
                <c:pt idx="999">
                  <c:v>23.763400000000001</c:v>
                </c:pt>
                <c:pt idx="1000">
                  <c:v>23.786300000000001</c:v>
                </c:pt>
                <c:pt idx="1001">
                  <c:v>23.8079</c:v>
                </c:pt>
                <c:pt idx="1002">
                  <c:v>23.831199999999999</c:v>
                </c:pt>
                <c:pt idx="1003">
                  <c:v>23.857600000000001</c:v>
                </c:pt>
                <c:pt idx="1004">
                  <c:v>23.880500000000001</c:v>
                </c:pt>
                <c:pt idx="1005">
                  <c:v>23.909199999999998</c:v>
                </c:pt>
                <c:pt idx="1006">
                  <c:v>23.9343</c:v>
                </c:pt>
                <c:pt idx="1007">
                  <c:v>23.9589</c:v>
                </c:pt>
                <c:pt idx="1008">
                  <c:v>23.984200000000001</c:v>
                </c:pt>
                <c:pt idx="1009">
                  <c:v>24.008700000000001</c:v>
                </c:pt>
                <c:pt idx="1010">
                  <c:v>24.0336</c:v>
                </c:pt>
                <c:pt idx="1011">
                  <c:v>24.060700000000001</c:v>
                </c:pt>
                <c:pt idx="1012">
                  <c:v>24.088999999999999</c:v>
                </c:pt>
                <c:pt idx="1013">
                  <c:v>24.116599999999998</c:v>
                </c:pt>
                <c:pt idx="1014">
                  <c:v>24.142900000000001</c:v>
                </c:pt>
                <c:pt idx="1015">
                  <c:v>24.164400000000001</c:v>
                </c:pt>
                <c:pt idx="1016">
                  <c:v>24.186599999999999</c:v>
                </c:pt>
                <c:pt idx="1017">
                  <c:v>24.210999999999999</c:v>
                </c:pt>
                <c:pt idx="1018">
                  <c:v>24.232299999999999</c:v>
                </c:pt>
                <c:pt idx="1019">
                  <c:v>24.26</c:v>
                </c:pt>
                <c:pt idx="1020">
                  <c:v>24.281400000000001</c:v>
                </c:pt>
                <c:pt idx="1021">
                  <c:v>24.305599999999998</c:v>
                </c:pt>
                <c:pt idx="1022">
                  <c:v>24.326899999999998</c:v>
                </c:pt>
                <c:pt idx="1023">
                  <c:v>24.348400000000002</c:v>
                </c:pt>
                <c:pt idx="1024">
                  <c:v>24.3706</c:v>
                </c:pt>
                <c:pt idx="1025">
                  <c:v>24.3977</c:v>
                </c:pt>
                <c:pt idx="1026">
                  <c:v>24.425599999999999</c:v>
                </c:pt>
                <c:pt idx="1027">
                  <c:v>24.447500000000002</c:v>
                </c:pt>
                <c:pt idx="1028">
                  <c:v>24.468</c:v>
                </c:pt>
                <c:pt idx="1029">
                  <c:v>24.489799999999999</c:v>
                </c:pt>
                <c:pt idx="1030">
                  <c:v>24.518899999999999</c:v>
                </c:pt>
                <c:pt idx="1031">
                  <c:v>24.546600000000002</c:v>
                </c:pt>
                <c:pt idx="1032">
                  <c:v>24.568999999999999</c:v>
                </c:pt>
                <c:pt idx="1033">
                  <c:v>24.590800000000002</c:v>
                </c:pt>
                <c:pt idx="1034">
                  <c:v>24.6127</c:v>
                </c:pt>
                <c:pt idx="1035">
                  <c:v>24.6388</c:v>
                </c:pt>
                <c:pt idx="1036">
                  <c:v>24.668199999999999</c:v>
                </c:pt>
                <c:pt idx="1037">
                  <c:v>24.688600000000001</c:v>
                </c:pt>
                <c:pt idx="1038">
                  <c:v>24.720099999999999</c:v>
                </c:pt>
                <c:pt idx="1039">
                  <c:v>24.741199999999999</c:v>
                </c:pt>
                <c:pt idx="1040">
                  <c:v>24.765499999999999</c:v>
                </c:pt>
                <c:pt idx="1041">
                  <c:v>24.795100000000001</c:v>
                </c:pt>
                <c:pt idx="1042">
                  <c:v>24.822099999999999</c:v>
                </c:pt>
                <c:pt idx="1043">
                  <c:v>24.849799999999998</c:v>
                </c:pt>
                <c:pt idx="1044">
                  <c:v>24.875399999999999</c:v>
                </c:pt>
                <c:pt idx="1045">
                  <c:v>24.8992</c:v>
                </c:pt>
                <c:pt idx="1046">
                  <c:v>24.9268</c:v>
                </c:pt>
                <c:pt idx="1047">
                  <c:v>24.954499999999999</c:v>
                </c:pt>
                <c:pt idx="1048">
                  <c:v>24.979900000000001</c:v>
                </c:pt>
                <c:pt idx="1049">
                  <c:v>24.9999</c:v>
                </c:pt>
                <c:pt idx="1050">
                  <c:v>25.024999999999999</c:v>
                </c:pt>
                <c:pt idx="1051">
                  <c:v>25.053000000000001</c:v>
                </c:pt>
                <c:pt idx="1052">
                  <c:v>25.0745</c:v>
                </c:pt>
                <c:pt idx="1053">
                  <c:v>25.099</c:v>
                </c:pt>
                <c:pt idx="1054">
                  <c:v>25.126799999999999</c:v>
                </c:pt>
                <c:pt idx="1055">
                  <c:v>25.1554</c:v>
                </c:pt>
                <c:pt idx="1056">
                  <c:v>25.178999999999998</c:v>
                </c:pt>
                <c:pt idx="1057">
                  <c:v>25.205400000000001</c:v>
                </c:pt>
                <c:pt idx="1058">
                  <c:v>25.230399999999999</c:v>
                </c:pt>
                <c:pt idx="1059">
                  <c:v>25.252700000000001</c:v>
                </c:pt>
                <c:pt idx="1060">
                  <c:v>25.2774</c:v>
                </c:pt>
                <c:pt idx="1061">
                  <c:v>25.299600000000002</c:v>
                </c:pt>
                <c:pt idx="1062">
                  <c:v>25.327100000000002</c:v>
                </c:pt>
                <c:pt idx="1063">
                  <c:v>25.347799999999999</c:v>
                </c:pt>
                <c:pt idx="1064">
                  <c:v>25.372900000000001</c:v>
                </c:pt>
                <c:pt idx="1065">
                  <c:v>25.394600000000001</c:v>
                </c:pt>
                <c:pt idx="1066">
                  <c:v>25.417400000000001</c:v>
                </c:pt>
                <c:pt idx="1067">
                  <c:v>25.4434</c:v>
                </c:pt>
                <c:pt idx="1068">
                  <c:v>25.4712</c:v>
                </c:pt>
                <c:pt idx="1069">
                  <c:v>25.4971</c:v>
                </c:pt>
                <c:pt idx="1070">
                  <c:v>25.5246</c:v>
                </c:pt>
                <c:pt idx="1071">
                  <c:v>25.547000000000001</c:v>
                </c:pt>
                <c:pt idx="1072">
                  <c:v>25.569199999999999</c:v>
                </c:pt>
                <c:pt idx="1073">
                  <c:v>25.592600000000001</c:v>
                </c:pt>
                <c:pt idx="1074">
                  <c:v>25.618500000000001</c:v>
                </c:pt>
                <c:pt idx="1075">
                  <c:v>25.643899999999999</c:v>
                </c:pt>
                <c:pt idx="1076">
                  <c:v>25.668099999999999</c:v>
                </c:pt>
                <c:pt idx="1077">
                  <c:v>25.693999999999999</c:v>
                </c:pt>
                <c:pt idx="1078">
                  <c:v>25.720400000000001</c:v>
                </c:pt>
                <c:pt idx="1079">
                  <c:v>25.7425</c:v>
                </c:pt>
                <c:pt idx="1080">
                  <c:v>25.7637</c:v>
                </c:pt>
                <c:pt idx="1081">
                  <c:v>25.790299999999998</c:v>
                </c:pt>
                <c:pt idx="1082">
                  <c:v>25.811699999999998</c:v>
                </c:pt>
                <c:pt idx="1083">
                  <c:v>25.837</c:v>
                </c:pt>
                <c:pt idx="1084">
                  <c:v>25.863900000000001</c:v>
                </c:pt>
                <c:pt idx="1085">
                  <c:v>25.884499999999999</c:v>
                </c:pt>
                <c:pt idx="1086">
                  <c:v>25.904699999999998</c:v>
                </c:pt>
                <c:pt idx="1087">
                  <c:v>25.9299</c:v>
                </c:pt>
                <c:pt idx="1088">
                  <c:v>25.9499</c:v>
                </c:pt>
                <c:pt idx="1089">
                  <c:v>25.974900000000002</c:v>
                </c:pt>
                <c:pt idx="1090">
                  <c:v>25.9956</c:v>
                </c:pt>
                <c:pt idx="1091">
                  <c:v>26.0214</c:v>
                </c:pt>
                <c:pt idx="1092">
                  <c:v>26.044799999999999</c:v>
                </c:pt>
                <c:pt idx="1093">
                  <c:v>26.069400000000002</c:v>
                </c:pt>
                <c:pt idx="1094">
                  <c:v>26.0932</c:v>
                </c:pt>
                <c:pt idx="1095">
                  <c:v>26.116599999999998</c:v>
                </c:pt>
                <c:pt idx="1096">
                  <c:v>26.1389</c:v>
                </c:pt>
                <c:pt idx="1097">
                  <c:v>26.166899999999998</c:v>
                </c:pt>
                <c:pt idx="1098">
                  <c:v>26.1906</c:v>
                </c:pt>
                <c:pt idx="1099">
                  <c:v>26.215900000000001</c:v>
                </c:pt>
                <c:pt idx="1100">
                  <c:v>26.241399999999999</c:v>
                </c:pt>
                <c:pt idx="1101">
                  <c:v>26.2973</c:v>
                </c:pt>
                <c:pt idx="1102">
                  <c:v>26.3371</c:v>
                </c:pt>
                <c:pt idx="1103">
                  <c:v>26.360900000000001</c:v>
                </c:pt>
                <c:pt idx="1104">
                  <c:v>26.389299999999999</c:v>
                </c:pt>
                <c:pt idx="1105">
                  <c:v>26.418199999999999</c:v>
                </c:pt>
                <c:pt idx="1106">
                  <c:v>26.4452</c:v>
                </c:pt>
                <c:pt idx="1107">
                  <c:v>26.470099999999999</c:v>
                </c:pt>
                <c:pt idx="1108">
                  <c:v>26.491800000000001</c:v>
                </c:pt>
                <c:pt idx="1109">
                  <c:v>26.517600000000002</c:v>
                </c:pt>
                <c:pt idx="1110">
                  <c:v>26.5382</c:v>
                </c:pt>
                <c:pt idx="1111">
                  <c:v>26.566700000000001</c:v>
                </c:pt>
                <c:pt idx="1112">
                  <c:v>26.593399999999999</c:v>
                </c:pt>
                <c:pt idx="1113">
                  <c:v>26.615500000000001</c:v>
                </c:pt>
                <c:pt idx="1114">
                  <c:v>26.635999999999999</c:v>
                </c:pt>
                <c:pt idx="1115">
                  <c:v>26.657</c:v>
                </c:pt>
                <c:pt idx="1116">
                  <c:v>26.682300000000001</c:v>
                </c:pt>
                <c:pt idx="1117">
                  <c:v>26.7028</c:v>
                </c:pt>
                <c:pt idx="1118">
                  <c:v>26.725899999999999</c:v>
                </c:pt>
                <c:pt idx="1119">
                  <c:v>26.747800000000002</c:v>
                </c:pt>
                <c:pt idx="1120">
                  <c:v>26.769100000000002</c:v>
                </c:pt>
                <c:pt idx="1121">
                  <c:v>26.790400000000002</c:v>
                </c:pt>
                <c:pt idx="1122">
                  <c:v>26.812100000000001</c:v>
                </c:pt>
                <c:pt idx="1123">
                  <c:v>26.832699999999999</c:v>
                </c:pt>
                <c:pt idx="1124">
                  <c:v>26.857399999999998</c:v>
                </c:pt>
                <c:pt idx="1125">
                  <c:v>26.886500000000002</c:v>
                </c:pt>
                <c:pt idx="1126">
                  <c:v>26.9068</c:v>
                </c:pt>
                <c:pt idx="1127">
                  <c:v>26.929600000000001</c:v>
                </c:pt>
                <c:pt idx="1128">
                  <c:v>26.952200000000001</c:v>
                </c:pt>
                <c:pt idx="1129">
                  <c:v>26.975000000000001</c:v>
                </c:pt>
                <c:pt idx="1130">
                  <c:v>26.998799999999999</c:v>
                </c:pt>
                <c:pt idx="1131">
                  <c:v>27.024999999999999</c:v>
                </c:pt>
                <c:pt idx="1132">
                  <c:v>27.0518</c:v>
                </c:pt>
                <c:pt idx="1133">
                  <c:v>27.0747</c:v>
                </c:pt>
                <c:pt idx="1134">
                  <c:v>27.094899999999999</c:v>
                </c:pt>
                <c:pt idx="1135">
                  <c:v>27.119599999999998</c:v>
                </c:pt>
                <c:pt idx="1136">
                  <c:v>27.145900000000001</c:v>
                </c:pt>
                <c:pt idx="1137">
                  <c:v>27.171299999999999</c:v>
                </c:pt>
                <c:pt idx="1138">
                  <c:v>27.195399999999999</c:v>
                </c:pt>
                <c:pt idx="1139">
                  <c:v>27.218800000000002</c:v>
                </c:pt>
                <c:pt idx="1140">
                  <c:v>27.239799999999999</c:v>
                </c:pt>
                <c:pt idx="1141">
                  <c:v>27.261600000000001</c:v>
                </c:pt>
                <c:pt idx="1142">
                  <c:v>27.2836</c:v>
                </c:pt>
                <c:pt idx="1143">
                  <c:v>27.305399999999999</c:v>
                </c:pt>
                <c:pt idx="1144">
                  <c:v>27.328199999999999</c:v>
                </c:pt>
                <c:pt idx="1145">
                  <c:v>27.3506</c:v>
                </c:pt>
                <c:pt idx="1146">
                  <c:v>27.377099999999999</c:v>
                </c:pt>
                <c:pt idx="1147">
                  <c:v>27.403300000000002</c:v>
                </c:pt>
                <c:pt idx="1148">
                  <c:v>27.4315</c:v>
                </c:pt>
                <c:pt idx="1149">
                  <c:v>27.4541</c:v>
                </c:pt>
                <c:pt idx="1150">
                  <c:v>27.476900000000001</c:v>
                </c:pt>
                <c:pt idx="1151">
                  <c:v>27.500399999999999</c:v>
                </c:pt>
                <c:pt idx="1152">
                  <c:v>27.523800000000001</c:v>
                </c:pt>
                <c:pt idx="1153">
                  <c:v>27.545000000000002</c:v>
                </c:pt>
                <c:pt idx="1154">
                  <c:v>27.566800000000001</c:v>
                </c:pt>
                <c:pt idx="1155">
                  <c:v>27.587199999999999</c:v>
                </c:pt>
                <c:pt idx="1156">
                  <c:v>27.6084</c:v>
                </c:pt>
                <c:pt idx="1157">
                  <c:v>27.632100000000001</c:v>
                </c:pt>
                <c:pt idx="1158">
                  <c:v>27.6584</c:v>
                </c:pt>
                <c:pt idx="1159">
                  <c:v>27.682200000000002</c:v>
                </c:pt>
                <c:pt idx="1160">
                  <c:v>27.702400000000001</c:v>
                </c:pt>
                <c:pt idx="1161">
                  <c:v>27.723600000000001</c:v>
                </c:pt>
                <c:pt idx="1162">
                  <c:v>27.7437</c:v>
                </c:pt>
                <c:pt idx="1163">
                  <c:v>27.766300000000001</c:v>
                </c:pt>
                <c:pt idx="1164">
                  <c:v>27.792200000000001</c:v>
                </c:pt>
                <c:pt idx="1165">
                  <c:v>27.8142</c:v>
                </c:pt>
                <c:pt idx="1166">
                  <c:v>27.841999999999999</c:v>
                </c:pt>
                <c:pt idx="1167">
                  <c:v>27.863399999999999</c:v>
                </c:pt>
                <c:pt idx="1168">
                  <c:v>27.8843</c:v>
                </c:pt>
                <c:pt idx="1169">
                  <c:v>27.905999999999999</c:v>
                </c:pt>
                <c:pt idx="1170">
                  <c:v>27.9268</c:v>
                </c:pt>
                <c:pt idx="1171">
                  <c:v>27.9529</c:v>
                </c:pt>
                <c:pt idx="1172">
                  <c:v>27.983799999999999</c:v>
                </c:pt>
                <c:pt idx="1173">
                  <c:v>28.0045</c:v>
                </c:pt>
                <c:pt idx="1174">
                  <c:v>28.027000000000001</c:v>
                </c:pt>
                <c:pt idx="1175">
                  <c:v>28.047699999999999</c:v>
                </c:pt>
                <c:pt idx="1176">
                  <c:v>28.0702</c:v>
                </c:pt>
                <c:pt idx="1177">
                  <c:v>28.095099999999999</c:v>
                </c:pt>
                <c:pt idx="1178">
                  <c:v>28.119499999999999</c:v>
                </c:pt>
                <c:pt idx="1179">
                  <c:v>28.1418</c:v>
                </c:pt>
                <c:pt idx="1180">
                  <c:v>28.162299999999998</c:v>
                </c:pt>
                <c:pt idx="1181">
                  <c:v>28.184000000000001</c:v>
                </c:pt>
                <c:pt idx="1182">
                  <c:v>28.210799999999999</c:v>
                </c:pt>
                <c:pt idx="1183">
                  <c:v>28.231100000000001</c:v>
                </c:pt>
                <c:pt idx="1184">
                  <c:v>28.253399999999999</c:v>
                </c:pt>
                <c:pt idx="1185">
                  <c:v>28.273900000000001</c:v>
                </c:pt>
                <c:pt idx="1186">
                  <c:v>28.2959</c:v>
                </c:pt>
                <c:pt idx="1187">
                  <c:v>28.317299999999999</c:v>
                </c:pt>
                <c:pt idx="1188">
                  <c:v>28.340299999999999</c:v>
                </c:pt>
                <c:pt idx="1189">
                  <c:v>28.362100000000002</c:v>
                </c:pt>
                <c:pt idx="1190">
                  <c:v>28.384599999999999</c:v>
                </c:pt>
                <c:pt idx="1191">
                  <c:v>28.405100000000001</c:v>
                </c:pt>
                <c:pt idx="1192">
                  <c:v>28.427</c:v>
                </c:pt>
                <c:pt idx="1193">
                  <c:v>28.447399999999998</c:v>
                </c:pt>
                <c:pt idx="1194">
                  <c:v>28.468499999999999</c:v>
                </c:pt>
                <c:pt idx="1195">
                  <c:v>28.491499999999998</c:v>
                </c:pt>
                <c:pt idx="1196">
                  <c:v>28.514099999999999</c:v>
                </c:pt>
                <c:pt idx="1197">
                  <c:v>28.534600000000001</c:v>
                </c:pt>
                <c:pt idx="1198">
                  <c:v>28.555599999999998</c:v>
                </c:pt>
                <c:pt idx="1199">
                  <c:v>28.578700000000001</c:v>
                </c:pt>
                <c:pt idx="1200">
                  <c:v>28.6005</c:v>
                </c:pt>
                <c:pt idx="1201">
                  <c:v>28.622199999999999</c:v>
                </c:pt>
                <c:pt idx="1202">
                  <c:v>28.642299999999999</c:v>
                </c:pt>
                <c:pt idx="1203">
                  <c:v>28.663</c:v>
                </c:pt>
                <c:pt idx="1204">
                  <c:v>28.683700000000002</c:v>
                </c:pt>
                <c:pt idx="1205">
                  <c:v>28.704799999999999</c:v>
                </c:pt>
                <c:pt idx="1206">
                  <c:v>28.727</c:v>
                </c:pt>
                <c:pt idx="1207">
                  <c:v>28.749300000000002</c:v>
                </c:pt>
                <c:pt idx="1208">
                  <c:v>28.770600000000002</c:v>
                </c:pt>
                <c:pt idx="1209">
                  <c:v>28.7913</c:v>
                </c:pt>
                <c:pt idx="1210">
                  <c:v>28.814399999999999</c:v>
                </c:pt>
                <c:pt idx="1211">
                  <c:v>28.835699999999999</c:v>
                </c:pt>
                <c:pt idx="1212">
                  <c:v>28.861499999999999</c:v>
                </c:pt>
                <c:pt idx="1213">
                  <c:v>28.8888</c:v>
                </c:pt>
                <c:pt idx="1214">
                  <c:v>28.910499999999999</c:v>
                </c:pt>
                <c:pt idx="1215">
                  <c:v>28.930700000000002</c:v>
                </c:pt>
                <c:pt idx="1216">
                  <c:v>28.9527</c:v>
                </c:pt>
                <c:pt idx="1217">
                  <c:v>28.973800000000001</c:v>
                </c:pt>
                <c:pt idx="1218">
                  <c:v>29.002500000000001</c:v>
                </c:pt>
                <c:pt idx="1219">
                  <c:v>29.0243</c:v>
                </c:pt>
                <c:pt idx="1220">
                  <c:v>29.045200000000001</c:v>
                </c:pt>
                <c:pt idx="1221">
                  <c:v>29.067499999999999</c:v>
                </c:pt>
                <c:pt idx="1222">
                  <c:v>29.0886</c:v>
                </c:pt>
                <c:pt idx="1223">
                  <c:v>29.116</c:v>
                </c:pt>
                <c:pt idx="1224">
                  <c:v>29.143999999999998</c:v>
                </c:pt>
                <c:pt idx="1225">
                  <c:v>29.169899999999998</c:v>
                </c:pt>
                <c:pt idx="1226">
                  <c:v>29.194800000000001</c:v>
                </c:pt>
                <c:pt idx="1227">
                  <c:v>29.220199999999998</c:v>
                </c:pt>
                <c:pt idx="1228">
                  <c:v>29.241599999999998</c:v>
                </c:pt>
                <c:pt idx="1229">
                  <c:v>29.27</c:v>
                </c:pt>
                <c:pt idx="1230">
                  <c:v>29.290700000000001</c:v>
                </c:pt>
                <c:pt idx="1231">
                  <c:v>29.311</c:v>
                </c:pt>
                <c:pt idx="1232">
                  <c:v>29.340800000000002</c:v>
                </c:pt>
                <c:pt idx="1233">
                  <c:v>29.3611</c:v>
                </c:pt>
                <c:pt idx="1234">
                  <c:v>29.382000000000001</c:v>
                </c:pt>
                <c:pt idx="1235">
                  <c:v>29.402899999999999</c:v>
                </c:pt>
                <c:pt idx="1236">
                  <c:v>29.427</c:v>
                </c:pt>
                <c:pt idx="1237">
                  <c:v>29.446999999999999</c:v>
                </c:pt>
                <c:pt idx="1238">
                  <c:v>29.4739</c:v>
                </c:pt>
                <c:pt idx="1239">
                  <c:v>29.495100000000001</c:v>
                </c:pt>
                <c:pt idx="1240">
                  <c:v>29.5182</c:v>
                </c:pt>
                <c:pt idx="1241">
                  <c:v>29.5382</c:v>
                </c:pt>
                <c:pt idx="1242">
                  <c:v>29.560300000000002</c:v>
                </c:pt>
                <c:pt idx="1243">
                  <c:v>29.581499999999998</c:v>
                </c:pt>
                <c:pt idx="1244">
                  <c:v>29.603899999999999</c:v>
                </c:pt>
                <c:pt idx="1245">
                  <c:v>29.624099999999999</c:v>
                </c:pt>
                <c:pt idx="1246">
                  <c:v>29.6464</c:v>
                </c:pt>
                <c:pt idx="1247">
                  <c:v>29.6693</c:v>
                </c:pt>
                <c:pt idx="1248">
                  <c:v>29.690100000000001</c:v>
                </c:pt>
                <c:pt idx="1249">
                  <c:v>29.712199999999999</c:v>
                </c:pt>
                <c:pt idx="1250">
                  <c:v>29.7346</c:v>
                </c:pt>
                <c:pt idx="1251">
                  <c:v>29.7561</c:v>
                </c:pt>
                <c:pt idx="1252">
                  <c:v>29.778199999999998</c:v>
                </c:pt>
                <c:pt idx="1253">
                  <c:v>29.7987</c:v>
                </c:pt>
                <c:pt idx="1254">
                  <c:v>29.820900000000002</c:v>
                </c:pt>
                <c:pt idx="1255">
                  <c:v>29.8428</c:v>
                </c:pt>
                <c:pt idx="1256">
                  <c:v>29.863800000000001</c:v>
                </c:pt>
                <c:pt idx="1257">
                  <c:v>29.889299999999999</c:v>
                </c:pt>
                <c:pt idx="1258">
                  <c:v>29.91</c:v>
                </c:pt>
                <c:pt idx="1259">
                  <c:v>29.930700000000002</c:v>
                </c:pt>
                <c:pt idx="1260">
                  <c:v>29.953099999999999</c:v>
                </c:pt>
                <c:pt idx="1261">
                  <c:v>29.974599999999999</c:v>
                </c:pt>
                <c:pt idx="1262">
                  <c:v>29.9998</c:v>
                </c:pt>
                <c:pt idx="1263">
                  <c:v>30.0229</c:v>
                </c:pt>
                <c:pt idx="1264">
                  <c:v>30.0441</c:v>
                </c:pt>
                <c:pt idx="1265">
                  <c:v>30.066700000000001</c:v>
                </c:pt>
                <c:pt idx="1266">
                  <c:v>30.090900000000001</c:v>
                </c:pt>
                <c:pt idx="1267">
                  <c:v>30.111999999999998</c:v>
                </c:pt>
                <c:pt idx="1268">
                  <c:v>30.134699999999999</c:v>
                </c:pt>
                <c:pt idx="1269">
                  <c:v>30.1572</c:v>
                </c:pt>
                <c:pt idx="1270">
                  <c:v>30.179600000000001</c:v>
                </c:pt>
                <c:pt idx="1271">
                  <c:v>30.2011</c:v>
                </c:pt>
                <c:pt idx="1272">
                  <c:v>30.223400000000002</c:v>
                </c:pt>
                <c:pt idx="1273">
                  <c:v>30.2454</c:v>
                </c:pt>
                <c:pt idx="1274">
                  <c:v>30.272400000000001</c:v>
                </c:pt>
                <c:pt idx="1275">
                  <c:v>30.293600000000001</c:v>
                </c:pt>
                <c:pt idx="1276">
                  <c:v>30.315100000000001</c:v>
                </c:pt>
                <c:pt idx="1277">
                  <c:v>30.338100000000001</c:v>
                </c:pt>
                <c:pt idx="1278">
                  <c:v>30.3582</c:v>
                </c:pt>
                <c:pt idx="1279">
                  <c:v>30.38</c:v>
                </c:pt>
                <c:pt idx="1280">
                  <c:v>30.400300000000001</c:v>
                </c:pt>
                <c:pt idx="1281">
                  <c:v>30.4224</c:v>
                </c:pt>
                <c:pt idx="1282">
                  <c:v>30.444900000000001</c:v>
                </c:pt>
                <c:pt idx="1283">
                  <c:v>30.465299999999999</c:v>
                </c:pt>
                <c:pt idx="1284">
                  <c:v>30.486899999999999</c:v>
                </c:pt>
                <c:pt idx="1285">
                  <c:v>30.507200000000001</c:v>
                </c:pt>
                <c:pt idx="1286">
                  <c:v>30.5288</c:v>
                </c:pt>
                <c:pt idx="1287">
                  <c:v>30.551400000000001</c:v>
                </c:pt>
                <c:pt idx="1288">
                  <c:v>30.572600000000001</c:v>
                </c:pt>
                <c:pt idx="1289">
                  <c:v>30.593</c:v>
                </c:pt>
                <c:pt idx="1290">
                  <c:v>30.616399999999999</c:v>
                </c:pt>
                <c:pt idx="1291">
                  <c:v>30.636800000000001</c:v>
                </c:pt>
                <c:pt idx="1292">
                  <c:v>30.661300000000001</c:v>
                </c:pt>
                <c:pt idx="1293">
                  <c:v>30.688300000000002</c:v>
                </c:pt>
                <c:pt idx="1294">
                  <c:v>30.7118</c:v>
                </c:pt>
                <c:pt idx="1295">
                  <c:v>30.7348</c:v>
                </c:pt>
                <c:pt idx="1296">
                  <c:v>30.761299999999999</c:v>
                </c:pt>
                <c:pt idx="1297">
                  <c:v>30.788799999999998</c:v>
                </c:pt>
                <c:pt idx="1298">
                  <c:v>30.810400000000001</c:v>
                </c:pt>
                <c:pt idx="1299">
                  <c:v>30.831199999999999</c:v>
                </c:pt>
                <c:pt idx="1300">
                  <c:v>30.852699999999999</c:v>
                </c:pt>
                <c:pt idx="1301">
                  <c:v>30.878599999999999</c:v>
                </c:pt>
                <c:pt idx="1302">
                  <c:v>30.9053</c:v>
                </c:pt>
                <c:pt idx="1303">
                  <c:v>30.9298</c:v>
                </c:pt>
                <c:pt idx="1304">
                  <c:v>30.953900000000001</c:v>
                </c:pt>
                <c:pt idx="1305">
                  <c:v>30.9758</c:v>
                </c:pt>
                <c:pt idx="1306">
                  <c:v>31.001200000000001</c:v>
                </c:pt>
                <c:pt idx="1307">
                  <c:v>31.029199999999999</c:v>
                </c:pt>
                <c:pt idx="1308">
                  <c:v>31.052199999999999</c:v>
                </c:pt>
                <c:pt idx="1309">
                  <c:v>31.0746</c:v>
                </c:pt>
                <c:pt idx="1310">
                  <c:v>31.101600000000001</c:v>
                </c:pt>
                <c:pt idx="1311">
                  <c:v>31.1218</c:v>
                </c:pt>
                <c:pt idx="1312">
                  <c:v>31.1435</c:v>
                </c:pt>
                <c:pt idx="1313">
                  <c:v>31.163699999999999</c:v>
                </c:pt>
                <c:pt idx="1314">
                  <c:v>31.1858</c:v>
                </c:pt>
                <c:pt idx="1315">
                  <c:v>31.211400000000001</c:v>
                </c:pt>
                <c:pt idx="1316">
                  <c:v>31.233599999999999</c:v>
                </c:pt>
                <c:pt idx="1317">
                  <c:v>31.2563</c:v>
                </c:pt>
                <c:pt idx="1318">
                  <c:v>31.2789</c:v>
                </c:pt>
                <c:pt idx="1319">
                  <c:v>31.299199999999999</c:v>
                </c:pt>
                <c:pt idx="1320">
                  <c:v>31.3202</c:v>
                </c:pt>
                <c:pt idx="1321">
                  <c:v>31.3413</c:v>
                </c:pt>
                <c:pt idx="1322">
                  <c:v>31.362300000000001</c:v>
                </c:pt>
                <c:pt idx="1323">
                  <c:v>31.383199999999999</c:v>
                </c:pt>
                <c:pt idx="1324">
                  <c:v>31.403700000000001</c:v>
                </c:pt>
                <c:pt idx="1325">
                  <c:v>31.4255</c:v>
                </c:pt>
                <c:pt idx="1326">
                  <c:v>31.4481</c:v>
                </c:pt>
                <c:pt idx="1327">
                  <c:v>31.469000000000001</c:v>
                </c:pt>
                <c:pt idx="1328">
                  <c:v>31.491700000000002</c:v>
                </c:pt>
                <c:pt idx="1329">
                  <c:v>31.513500000000001</c:v>
                </c:pt>
                <c:pt idx="1330">
                  <c:v>31.536300000000001</c:v>
                </c:pt>
                <c:pt idx="1331">
                  <c:v>31.556999999999999</c:v>
                </c:pt>
                <c:pt idx="1332">
                  <c:v>31.5779</c:v>
                </c:pt>
                <c:pt idx="1333">
                  <c:v>31.604500000000002</c:v>
                </c:pt>
                <c:pt idx="1334">
                  <c:v>31.625499999999999</c:v>
                </c:pt>
                <c:pt idx="1335">
                  <c:v>31.648299999999999</c:v>
                </c:pt>
                <c:pt idx="1336">
                  <c:v>31.670500000000001</c:v>
                </c:pt>
                <c:pt idx="1337">
                  <c:v>31.691800000000001</c:v>
                </c:pt>
                <c:pt idx="1338">
                  <c:v>31.712900000000001</c:v>
                </c:pt>
                <c:pt idx="1339">
                  <c:v>31.734300000000001</c:v>
                </c:pt>
                <c:pt idx="1340">
                  <c:v>31.7546</c:v>
                </c:pt>
                <c:pt idx="1341">
                  <c:v>31.778099999999998</c:v>
                </c:pt>
                <c:pt idx="1342">
                  <c:v>31.800899999999999</c:v>
                </c:pt>
                <c:pt idx="1343">
                  <c:v>31.821999999999999</c:v>
                </c:pt>
                <c:pt idx="1344">
                  <c:v>31.844100000000001</c:v>
                </c:pt>
                <c:pt idx="1345">
                  <c:v>31.864799999999999</c:v>
                </c:pt>
                <c:pt idx="1346">
                  <c:v>31.888300000000001</c:v>
                </c:pt>
                <c:pt idx="1347">
                  <c:v>31.9085</c:v>
                </c:pt>
                <c:pt idx="1348">
                  <c:v>31.935199999999998</c:v>
                </c:pt>
                <c:pt idx="1349">
                  <c:v>31.956499999999998</c:v>
                </c:pt>
                <c:pt idx="1350">
                  <c:v>31.976800000000001</c:v>
                </c:pt>
                <c:pt idx="1351">
                  <c:v>32.005600000000001</c:v>
                </c:pt>
                <c:pt idx="1352">
                  <c:v>32.031500000000001</c:v>
                </c:pt>
                <c:pt idx="1353">
                  <c:v>32.053100000000001</c:v>
                </c:pt>
                <c:pt idx="1354">
                  <c:v>32.079700000000003</c:v>
                </c:pt>
                <c:pt idx="1355">
                  <c:v>32.102200000000003</c:v>
                </c:pt>
                <c:pt idx="1356">
                  <c:v>32.123100000000001</c:v>
                </c:pt>
                <c:pt idx="1357">
                  <c:v>32.146099999999997</c:v>
                </c:pt>
                <c:pt idx="1358">
                  <c:v>32.168599999999998</c:v>
                </c:pt>
                <c:pt idx="1359">
                  <c:v>32.189500000000002</c:v>
                </c:pt>
                <c:pt idx="1360">
                  <c:v>32.215699999999998</c:v>
                </c:pt>
                <c:pt idx="1361">
                  <c:v>32.237099999999998</c:v>
                </c:pt>
                <c:pt idx="1362">
                  <c:v>32.258899999999997</c:v>
                </c:pt>
                <c:pt idx="1363">
                  <c:v>32.281599999999997</c:v>
                </c:pt>
                <c:pt idx="1364">
                  <c:v>32.309199999999997</c:v>
                </c:pt>
                <c:pt idx="1365">
                  <c:v>32.331800000000001</c:v>
                </c:pt>
                <c:pt idx="1366">
                  <c:v>32.3521</c:v>
                </c:pt>
                <c:pt idx="1367">
                  <c:v>32.372199999999999</c:v>
                </c:pt>
                <c:pt idx="1368">
                  <c:v>32.393799999999999</c:v>
                </c:pt>
                <c:pt idx="1369">
                  <c:v>32.414000000000001</c:v>
                </c:pt>
                <c:pt idx="1370">
                  <c:v>32.437600000000003</c:v>
                </c:pt>
                <c:pt idx="1371">
                  <c:v>32.458399999999997</c:v>
                </c:pt>
                <c:pt idx="1372">
                  <c:v>32.4788</c:v>
                </c:pt>
                <c:pt idx="1373">
                  <c:v>32.499600000000001</c:v>
                </c:pt>
                <c:pt idx="1374">
                  <c:v>32.521500000000003</c:v>
                </c:pt>
                <c:pt idx="1375">
                  <c:v>32.547899999999998</c:v>
                </c:pt>
                <c:pt idx="1376">
                  <c:v>32.570300000000003</c:v>
                </c:pt>
                <c:pt idx="1377">
                  <c:v>32.591200000000001</c:v>
                </c:pt>
                <c:pt idx="1378">
                  <c:v>32.614100000000001</c:v>
                </c:pt>
                <c:pt idx="1379">
                  <c:v>32.642200000000003</c:v>
                </c:pt>
                <c:pt idx="1380">
                  <c:v>32.666800000000002</c:v>
                </c:pt>
                <c:pt idx="1381">
                  <c:v>32.689700000000002</c:v>
                </c:pt>
                <c:pt idx="1382">
                  <c:v>32.717100000000002</c:v>
                </c:pt>
                <c:pt idx="1383">
                  <c:v>32.739699999999999</c:v>
                </c:pt>
                <c:pt idx="1384">
                  <c:v>32.7654</c:v>
                </c:pt>
                <c:pt idx="1385">
                  <c:v>32.791600000000003</c:v>
                </c:pt>
                <c:pt idx="1386">
                  <c:v>32.815600000000003</c:v>
                </c:pt>
                <c:pt idx="1387">
                  <c:v>32.840899999999998</c:v>
                </c:pt>
                <c:pt idx="1388">
                  <c:v>32.867199999999997</c:v>
                </c:pt>
                <c:pt idx="1389">
                  <c:v>32.8932</c:v>
                </c:pt>
                <c:pt idx="1390">
                  <c:v>32.9163</c:v>
                </c:pt>
                <c:pt idx="1391">
                  <c:v>32.939300000000003</c:v>
                </c:pt>
                <c:pt idx="1392">
                  <c:v>32.963200000000001</c:v>
                </c:pt>
                <c:pt idx="1393">
                  <c:v>32.985900000000001</c:v>
                </c:pt>
                <c:pt idx="1394">
                  <c:v>33.006500000000003</c:v>
                </c:pt>
                <c:pt idx="1395">
                  <c:v>33.033299999999997</c:v>
                </c:pt>
                <c:pt idx="1396">
                  <c:v>33.0593</c:v>
                </c:pt>
                <c:pt idx="1397">
                  <c:v>33.081899999999997</c:v>
                </c:pt>
                <c:pt idx="1398">
                  <c:v>33.105800000000002</c:v>
                </c:pt>
                <c:pt idx="1399">
                  <c:v>33.128</c:v>
                </c:pt>
                <c:pt idx="1400">
                  <c:v>33.1524</c:v>
                </c:pt>
                <c:pt idx="1401">
                  <c:v>33.176400000000001</c:v>
                </c:pt>
                <c:pt idx="1402">
                  <c:v>33.200600000000001</c:v>
                </c:pt>
                <c:pt idx="1403">
                  <c:v>33.225999999999999</c:v>
                </c:pt>
                <c:pt idx="1404">
                  <c:v>33.247399999999999</c:v>
                </c:pt>
                <c:pt idx="1405">
                  <c:v>33.267699999999998</c:v>
                </c:pt>
                <c:pt idx="1406">
                  <c:v>33.290300000000002</c:v>
                </c:pt>
                <c:pt idx="1407">
                  <c:v>33.310499999999998</c:v>
                </c:pt>
                <c:pt idx="1408">
                  <c:v>33.335700000000003</c:v>
                </c:pt>
                <c:pt idx="1409">
                  <c:v>33.356900000000003</c:v>
                </c:pt>
                <c:pt idx="1410">
                  <c:v>33.379300000000001</c:v>
                </c:pt>
                <c:pt idx="1411">
                  <c:v>33.399299999999997</c:v>
                </c:pt>
                <c:pt idx="1412">
                  <c:v>33.421900000000001</c:v>
                </c:pt>
                <c:pt idx="1413">
                  <c:v>33.444600000000001</c:v>
                </c:pt>
                <c:pt idx="1414">
                  <c:v>33.473399999999998</c:v>
                </c:pt>
                <c:pt idx="1415">
                  <c:v>33.499299999999998</c:v>
                </c:pt>
                <c:pt idx="1416">
                  <c:v>33.5214</c:v>
                </c:pt>
                <c:pt idx="1417">
                  <c:v>33.542499999999997</c:v>
                </c:pt>
                <c:pt idx="1418">
                  <c:v>33.569000000000003</c:v>
                </c:pt>
                <c:pt idx="1419">
                  <c:v>33.595199999999998</c:v>
                </c:pt>
                <c:pt idx="1420">
                  <c:v>33.6218</c:v>
                </c:pt>
                <c:pt idx="1421">
                  <c:v>33.6419</c:v>
                </c:pt>
                <c:pt idx="1422">
                  <c:v>33.662700000000001</c:v>
                </c:pt>
                <c:pt idx="1423">
                  <c:v>33.6845</c:v>
                </c:pt>
                <c:pt idx="1424">
                  <c:v>33.709299999999999</c:v>
                </c:pt>
                <c:pt idx="1425">
                  <c:v>33.729399999999998</c:v>
                </c:pt>
                <c:pt idx="1426">
                  <c:v>33.750999999999998</c:v>
                </c:pt>
                <c:pt idx="1427">
                  <c:v>33.773299999999999</c:v>
                </c:pt>
                <c:pt idx="1428">
                  <c:v>33.802599999999998</c:v>
                </c:pt>
                <c:pt idx="1429">
                  <c:v>33.826999999999998</c:v>
                </c:pt>
                <c:pt idx="1430">
                  <c:v>33.856200000000001</c:v>
                </c:pt>
                <c:pt idx="1431">
                  <c:v>33.876399999999997</c:v>
                </c:pt>
                <c:pt idx="1432">
                  <c:v>33.9024</c:v>
                </c:pt>
                <c:pt idx="1433">
                  <c:v>33.927399999999999</c:v>
                </c:pt>
                <c:pt idx="1434">
                  <c:v>33.954700000000003</c:v>
                </c:pt>
                <c:pt idx="1435">
                  <c:v>33.979300000000002</c:v>
                </c:pt>
                <c:pt idx="1436">
                  <c:v>34.002600000000001</c:v>
                </c:pt>
                <c:pt idx="1437">
                  <c:v>34.029299999999999</c:v>
                </c:pt>
                <c:pt idx="1438">
                  <c:v>34.051299999999998</c:v>
                </c:pt>
                <c:pt idx="1439">
                  <c:v>34.076900000000002</c:v>
                </c:pt>
                <c:pt idx="1440">
                  <c:v>34.103000000000002</c:v>
                </c:pt>
                <c:pt idx="1441">
                  <c:v>34.131100000000004</c:v>
                </c:pt>
                <c:pt idx="1442">
                  <c:v>34.158299999999997</c:v>
                </c:pt>
                <c:pt idx="1443">
                  <c:v>34.179499999999997</c:v>
                </c:pt>
                <c:pt idx="1444">
                  <c:v>34.2029</c:v>
                </c:pt>
                <c:pt idx="1445">
                  <c:v>34.229399999999998</c:v>
                </c:pt>
                <c:pt idx="1446">
                  <c:v>34.251300000000001</c:v>
                </c:pt>
                <c:pt idx="1447">
                  <c:v>34.274099999999997</c:v>
                </c:pt>
                <c:pt idx="1448">
                  <c:v>34.294600000000003</c:v>
                </c:pt>
                <c:pt idx="1449">
                  <c:v>34.318600000000004</c:v>
                </c:pt>
                <c:pt idx="1450">
                  <c:v>34.345300000000002</c:v>
                </c:pt>
                <c:pt idx="1451">
                  <c:v>34.367400000000004</c:v>
                </c:pt>
                <c:pt idx="1452">
                  <c:v>34.394500000000001</c:v>
                </c:pt>
                <c:pt idx="1453">
                  <c:v>34.42</c:v>
                </c:pt>
                <c:pt idx="1454">
                  <c:v>34.446100000000001</c:v>
                </c:pt>
                <c:pt idx="1455">
                  <c:v>34.470399999999998</c:v>
                </c:pt>
                <c:pt idx="1456">
                  <c:v>34.496400000000001</c:v>
                </c:pt>
                <c:pt idx="1457">
                  <c:v>34.523000000000003</c:v>
                </c:pt>
                <c:pt idx="1458">
                  <c:v>34.551900000000003</c:v>
                </c:pt>
                <c:pt idx="1459">
                  <c:v>34.572499999999998</c:v>
                </c:pt>
                <c:pt idx="1460">
                  <c:v>34.597499999999997</c:v>
                </c:pt>
                <c:pt idx="1461">
                  <c:v>34.619500000000002</c:v>
                </c:pt>
                <c:pt idx="1462">
                  <c:v>34.639600000000002</c:v>
                </c:pt>
                <c:pt idx="1463">
                  <c:v>34.667900000000003</c:v>
                </c:pt>
                <c:pt idx="1464">
                  <c:v>34.6952</c:v>
                </c:pt>
                <c:pt idx="1465">
                  <c:v>34.721800000000002</c:v>
                </c:pt>
                <c:pt idx="1466">
                  <c:v>34.742400000000004</c:v>
                </c:pt>
                <c:pt idx="1467">
                  <c:v>34.7624</c:v>
                </c:pt>
                <c:pt idx="1468">
                  <c:v>34.783499999999997</c:v>
                </c:pt>
                <c:pt idx="1469">
                  <c:v>34.806699999999999</c:v>
                </c:pt>
                <c:pt idx="1470">
                  <c:v>34.832000000000001</c:v>
                </c:pt>
                <c:pt idx="1471">
                  <c:v>34.8596</c:v>
                </c:pt>
                <c:pt idx="1472">
                  <c:v>34.885100000000001</c:v>
                </c:pt>
                <c:pt idx="1473">
                  <c:v>34.9071</c:v>
                </c:pt>
                <c:pt idx="1474">
                  <c:v>34.932600000000001</c:v>
                </c:pt>
                <c:pt idx="1475">
                  <c:v>34.954999999999998</c:v>
                </c:pt>
                <c:pt idx="1476">
                  <c:v>34.980699999999999</c:v>
                </c:pt>
                <c:pt idx="1477">
                  <c:v>35.0077</c:v>
                </c:pt>
                <c:pt idx="1478">
                  <c:v>35.0379</c:v>
                </c:pt>
                <c:pt idx="1479">
                  <c:v>35.060299999999998</c:v>
                </c:pt>
                <c:pt idx="1480">
                  <c:v>35.0807</c:v>
                </c:pt>
                <c:pt idx="1481">
                  <c:v>35.110599999999998</c:v>
                </c:pt>
                <c:pt idx="1482">
                  <c:v>35.139099999999999</c:v>
                </c:pt>
                <c:pt idx="1483">
                  <c:v>35.165999999999997</c:v>
                </c:pt>
                <c:pt idx="1484">
                  <c:v>35.187100000000001</c:v>
                </c:pt>
                <c:pt idx="1485">
                  <c:v>35.209099999999999</c:v>
                </c:pt>
                <c:pt idx="1486">
                  <c:v>35.237200000000001</c:v>
                </c:pt>
                <c:pt idx="1487">
                  <c:v>35.268999999999998</c:v>
                </c:pt>
                <c:pt idx="1488">
                  <c:v>35.290799999999997</c:v>
                </c:pt>
                <c:pt idx="1489">
                  <c:v>35.315199999999997</c:v>
                </c:pt>
                <c:pt idx="1490">
                  <c:v>35.343200000000003</c:v>
                </c:pt>
                <c:pt idx="1491">
                  <c:v>35.369700000000002</c:v>
                </c:pt>
                <c:pt idx="1492">
                  <c:v>35.391300000000001</c:v>
                </c:pt>
                <c:pt idx="1493">
                  <c:v>35.413400000000003</c:v>
                </c:pt>
                <c:pt idx="1494">
                  <c:v>35.437899999999999</c:v>
                </c:pt>
                <c:pt idx="1495">
                  <c:v>35.464500000000001</c:v>
                </c:pt>
                <c:pt idx="1496">
                  <c:v>35.490200000000002</c:v>
                </c:pt>
                <c:pt idx="1497">
                  <c:v>35.512599999999999</c:v>
                </c:pt>
                <c:pt idx="1498">
                  <c:v>35.536299999999997</c:v>
                </c:pt>
                <c:pt idx="1499">
                  <c:v>35.562100000000001</c:v>
                </c:pt>
                <c:pt idx="1500">
                  <c:v>35.582799999999999</c:v>
                </c:pt>
                <c:pt idx="1501">
                  <c:v>35.603299999999997</c:v>
                </c:pt>
                <c:pt idx="1502">
                  <c:v>35.632800000000003</c:v>
                </c:pt>
                <c:pt idx="1503">
                  <c:v>35.654499999999999</c:v>
                </c:pt>
                <c:pt idx="1504">
                  <c:v>35.683100000000003</c:v>
                </c:pt>
                <c:pt idx="1505">
                  <c:v>35.703499999999998</c:v>
                </c:pt>
                <c:pt idx="1506">
                  <c:v>35.723500000000001</c:v>
                </c:pt>
                <c:pt idx="1507">
                  <c:v>35.744</c:v>
                </c:pt>
                <c:pt idx="1508">
                  <c:v>35.770200000000003</c:v>
                </c:pt>
                <c:pt idx="1509">
                  <c:v>35.7928</c:v>
                </c:pt>
                <c:pt idx="1510">
                  <c:v>35.815899999999999</c:v>
                </c:pt>
                <c:pt idx="1511">
                  <c:v>35.843400000000003</c:v>
                </c:pt>
                <c:pt idx="1512">
                  <c:v>35.863500000000002</c:v>
                </c:pt>
                <c:pt idx="1513">
                  <c:v>35.884399999999999</c:v>
                </c:pt>
                <c:pt idx="1514">
                  <c:v>35.9056</c:v>
                </c:pt>
                <c:pt idx="1515">
                  <c:v>35.932899999999997</c:v>
                </c:pt>
                <c:pt idx="1516">
                  <c:v>35.963099999999997</c:v>
                </c:pt>
                <c:pt idx="1517">
                  <c:v>35.991700000000002</c:v>
                </c:pt>
                <c:pt idx="1518">
                  <c:v>36.014000000000003</c:v>
                </c:pt>
                <c:pt idx="1519">
                  <c:v>36.040399999999998</c:v>
                </c:pt>
                <c:pt idx="1520">
                  <c:v>36.061300000000003</c:v>
                </c:pt>
                <c:pt idx="1521">
                  <c:v>36.082000000000001</c:v>
                </c:pt>
                <c:pt idx="1522">
                  <c:v>36.103400000000001</c:v>
                </c:pt>
                <c:pt idx="1523">
                  <c:v>36.125799999999998</c:v>
                </c:pt>
                <c:pt idx="1524">
                  <c:v>36.154000000000003</c:v>
                </c:pt>
                <c:pt idx="1525">
                  <c:v>36.183</c:v>
                </c:pt>
                <c:pt idx="1526">
                  <c:v>36.21</c:v>
                </c:pt>
                <c:pt idx="1527">
                  <c:v>36.231099999999998</c:v>
                </c:pt>
                <c:pt idx="1528">
                  <c:v>36.257199999999997</c:v>
                </c:pt>
                <c:pt idx="1529">
                  <c:v>36.284599999999998</c:v>
                </c:pt>
                <c:pt idx="1530">
                  <c:v>36.313299999999998</c:v>
                </c:pt>
                <c:pt idx="1531">
                  <c:v>36.3399</c:v>
                </c:pt>
                <c:pt idx="1532">
                  <c:v>36.36</c:v>
                </c:pt>
                <c:pt idx="1533">
                  <c:v>36.383600000000001</c:v>
                </c:pt>
                <c:pt idx="1534">
                  <c:v>36.4116</c:v>
                </c:pt>
                <c:pt idx="1535">
                  <c:v>36.4328</c:v>
                </c:pt>
                <c:pt idx="1536">
                  <c:v>36.455100000000002</c:v>
                </c:pt>
                <c:pt idx="1537">
                  <c:v>36.479300000000002</c:v>
                </c:pt>
                <c:pt idx="1538">
                  <c:v>36.5015</c:v>
                </c:pt>
                <c:pt idx="1539">
                  <c:v>36.521900000000002</c:v>
                </c:pt>
                <c:pt idx="1540">
                  <c:v>36.542900000000003</c:v>
                </c:pt>
                <c:pt idx="1541">
                  <c:v>36.563400000000001</c:v>
                </c:pt>
                <c:pt idx="1542">
                  <c:v>36.588299999999997</c:v>
                </c:pt>
                <c:pt idx="1543">
                  <c:v>36.6096</c:v>
                </c:pt>
                <c:pt idx="1544">
                  <c:v>36.6327</c:v>
                </c:pt>
                <c:pt idx="1545">
                  <c:v>36.653700000000001</c:v>
                </c:pt>
                <c:pt idx="1546">
                  <c:v>36.6755</c:v>
                </c:pt>
                <c:pt idx="1547">
                  <c:v>36.703000000000003</c:v>
                </c:pt>
                <c:pt idx="1548">
                  <c:v>36.724499999999999</c:v>
                </c:pt>
                <c:pt idx="1549">
                  <c:v>36.749499999999998</c:v>
                </c:pt>
                <c:pt idx="1550">
                  <c:v>36.7761</c:v>
                </c:pt>
                <c:pt idx="1551">
                  <c:v>36.799799999999998</c:v>
                </c:pt>
                <c:pt idx="1552">
                  <c:v>36.820500000000003</c:v>
                </c:pt>
                <c:pt idx="1553">
                  <c:v>36.844499999999996</c:v>
                </c:pt>
                <c:pt idx="1554">
                  <c:v>36.864600000000003</c:v>
                </c:pt>
                <c:pt idx="1555">
                  <c:v>36.885199999999998</c:v>
                </c:pt>
                <c:pt idx="1556">
                  <c:v>36.907400000000003</c:v>
                </c:pt>
                <c:pt idx="1557">
                  <c:v>36.927399999999999</c:v>
                </c:pt>
                <c:pt idx="1558">
                  <c:v>36.954000000000001</c:v>
                </c:pt>
                <c:pt idx="1559">
                  <c:v>36.977699999999999</c:v>
                </c:pt>
                <c:pt idx="1560">
                  <c:v>37.001300000000001</c:v>
                </c:pt>
                <c:pt idx="1561">
                  <c:v>37.025399999999998</c:v>
                </c:pt>
                <c:pt idx="1562">
                  <c:v>37.0535</c:v>
                </c:pt>
                <c:pt idx="1563">
                  <c:v>37.073900000000002</c:v>
                </c:pt>
                <c:pt idx="1564">
                  <c:v>37.100099999999998</c:v>
                </c:pt>
                <c:pt idx="1565">
                  <c:v>37.121000000000002</c:v>
                </c:pt>
                <c:pt idx="1566">
                  <c:v>37.1419</c:v>
                </c:pt>
                <c:pt idx="1567">
                  <c:v>37.164400000000001</c:v>
                </c:pt>
                <c:pt idx="1568">
                  <c:v>37.184600000000003</c:v>
                </c:pt>
                <c:pt idx="1569">
                  <c:v>37.2087</c:v>
                </c:pt>
                <c:pt idx="1570">
                  <c:v>37.231499999999997</c:v>
                </c:pt>
                <c:pt idx="1571">
                  <c:v>37.252000000000002</c:v>
                </c:pt>
                <c:pt idx="1572">
                  <c:v>37.2729</c:v>
                </c:pt>
                <c:pt idx="1573">
                  <c:v>37.299500000000002</c:v>
                </c:pt>
                <c:pt idx="1574">
                  <c:v>37.320300000000003</c:v>
                </c:pt>
                <c:pt idx="1575">
                  <c:v>37.342100000000002</c:v>
                </c:pt>
                <c:pt idx="1576">
                  <c:v>37.365099999999998</c:v>
                </c:pt>
                <c:pt idx="1577">
                  <c:v>37.385100000000001</c:v>
                </c:pt>
                <c:pt idx="1578">
                  <c:v>37.410899999999998</c:v>
                </c:pt>
                <c:pt idx="1579">
                  <c:v>37.431899999999999</c:v>
                </c:pt>
                <c:pt idx="1580">
                  <c:v>37.457900000000002</c:v>
                </c:pt>
                <c:pt idx="1581">
                  <c:v>37.4833</c:v>
                </c:pt>
                <c:pt idx="1582">
                  <c:v>37.512099999999997</c:v>
                </c:pt>
                <c:pt idx="1583">
                  <c:v>37.533000000000001</c:v>
                </c:pt>
                <c:pt idx="1584">
                  <c:v>37.560099999999998</c:v>
                </c:pt>
                <c:pt idx="1585">
                  <c:v>37.580599999999997</c:v>
                </c:pt>
                <c:pt idx="1586">
                  <c:v>37.601399999999998</c:v>
                </c:pt>
                <c:pt idx="1587">
                  <c:v>37.6218</c:v>
                </c:pt>
                <c:pt idx="1588">
                  <c:v>37.651800000000001</c:v>
                </c:pt>
                <c:pt idx="1589">
                  <c:v>37.675199999999997</c:v>
                </c:pt>
                <c:pt idx="1590">
                  <c:v>37.698700000000002</c:v>
                </c:pt>
                <c:pt idx="1591">
                  <c:v>37.719499999999996</c:v>
                </c:pt>
                <c:pt idx="1592">
                  <c:v>37.741100000000003</c:v>
                </c:pt>
                <c:pt idx="1593">
                  <c:v>37.764299999999999</c:v>
                </c:pt>
                <c:pt idx="1594">
                  <c:v>37.7849</c:v>
                </c:pt>
                <c:pt idx="1595">
                  <c:v>37.805100000000003</c:v>
                </c:pt>
                <c:pt idx="1596">
                  <c:v>37.827599999999997</c:v>
                </c:pt>
                <c:pt idx="1597">
                  <c:v>37.847700000000003</c:v>
                </c:pt>
                <c:pt idx="1598">
                  <c:v>37.875599999999999</c:v>
                </c:pt>
                <c:pt idx="1599">
                  <c:v>37.904800000000002</c:v>
                </c:pt>
                <c:pt idx="1600">
                  <c:v>37.9285</c:v>
                </c:pt>
                <c:pt idx="1601">
                  <c:v>37.952399999999997</c:v>
                </c:pt>
                <c:pt idx="1602">
                  <c:v>37.978999999999999</c:v>
                </c:pt>
                <c:pt idx="1603">
                  <c:v>38.002699999999997</c:v>
                </c:pt>
                <c:pt idx="1604">
                  <c:v>38.023899999999998</c:v>
                </c:pt>
                <c:pt idx="1605">
                  <c:v>38.053100000000001</c:v>
                </c:pt>
                <c:pt idx="1606">
                  <c:v>38.073099999999997</c:v>
                </c:pt>
                <c:pt idx="1607">
                  <c:v>38.099200000000003</c:v>
                </c:pt>
                <c:pt idx="1608">
                  <c:v>38.127899999999997</c:v>
                </c:pt>
                <c:pt idx="1609">
                  <c:v>38.151499999999999</c:v>
                </c:pt>
                <c:pt idx="1610">
                  <c:v>38.174100000000003</c:v>
                </c:pt>
                <c:pt idx="1611">
                  <c:v>38.201000000000001</c:v>
                </c:pt>
                <c:pt idx="1612">
                  <c:v>38.230600000000003</c:v>
                </c:pt>
                <c:pt idx="1613">
                  <c:v>38.258699999999997</c:v>
                </c:pt>
                <c:pt idx="1614">
                  <c:v>38.286499999999997</c:v>
                </c:pt>
                <c:pt idx="1615">
                  <c:v>38.306699999999999</c:v>
                </c:pt>
                <c:pt idx="1616">
                  <c:v>38.333100000000002</c:v>
                </c:pt>
                <c:pt idx="1617">
                  <c:v>38.353999999999999</c:v>
                </c:pt>
                <c:pt idx="1618">
                  <c:v>38.381700000000002</c:v>
                </c:pt>
                <c:pt idx="1619">
                  <c:v>38.409599999999998</c:v>
                </c:pt>
                <c:pt idx="1620">
                  <c:v>38.4315</c:v>
                </c:pt>
                <c:pt idx="1621">
                  <c:v>38.459099999999999</c:v>
                </c:pt>
                <c:pt idx="1622">
                  <c:v>38.485900000000001</c:v>
                </c:pt>
                <c:pt idx="1623">
                  <c:v>38.5182</c:v>
                </c:pt>
                <c:pt idx="1624">
                  <c:v>38.538400000000003</c:v>
                </c:pt>
                <c:pt idx="1625">
                  <c:v>38.562800000000003</c:v>
                </c:pt>
                <c:pt idx="1626">
                  <c:v>38.5837</c:v>
                </c:pt>
                <c:pt idx="1627">
                  <c:v>38.604799999999997</c:v>
                </c:pt>
                <c:pt idx="1628">
                  <c:v>38.6282</c:v>
                </c:pt>
                <c:pt idx="1629">
                  <c:v>38.649900000000002</c:v>
                </c:pt>
                <c:pt idx="1630">
                  <c:v>38.671799999999998</c:v>
                </c:pt>
                <c:pt idx="1631">
                  <c:v>38.697699999999998</c:v>
                </c:pt>
                <c:pt idx="1632">
                  <c:v>38.7224</c:v>
                </c:pt>
                <c:pt idx="1633">
                  <c:v>38.744799999999998</c:v>
                </c:pt>
                <c:pt idx="1634">
                  <c:v>38.765000000000001</c:v>
                </c:pt>
                <c:pt idx="1635">
                  <c:v>38.7864</c:v>
                </c:pt>
                <c:pt idx="1636">
                  <c:v>38.806699999999999</c:v>
                </c:pt>
                <c:pt idx="1637">
                  <c:v>38.830800000000004</c:v>
                </c:pt>
                <c:pt idx="1638">
                  <c:v>38.857799999999997</c:v>
                </c:pt>
                <c:pt idx="1639">
                  <c:v>38.914900000000003</c:v>
                </c:pt>
                <c:pt idx="1640">
                  <c:v>38.937199999999997</c:v>
                </c:pt>
                <c:pt idx="1641">
                  <c:v>38.959600000000002</c:v>
                </c:pt>
                <c:pt idx="1642">
                  <c:v>38.986899999999999</c:v>
                </c:pt>
                <c:pt idx="1643">
                  <c:v>39.007199999999997</c:v>
                </c:pt>
                <c:pt idx="1644">
                  <c:v>39.031300000000002</c:v>
                </c:pt>
                <c:pt idx="1645">
                  <c:v>39.057000000000002</c:v>
                </c:pt>
                <c:pt idx="1646">
                  <c:v>39.0839</c:v>
                </c:pt>
                <c:pt idx="1647">
                  <c:v>39.104700000000001</c:v>
                </c:pt>
                <c:pt idx="1648">
                  <c:v>39.125599999999999</c:v>
                </c:pt>
                <c:pt idx="1649">
                  <c:v>39.146299999999997</c:v>
                </c:pt>
                <c:pt idx="1650">
                  <c:v>39.1676</c:v>
                </c:pt>
                <c:pt idx="1651">
                  <c:v>39.195399999999999</c:v>
                </c:pt>
                <c:pt idx="1652">
                  <c:v>39.224200000000003</c:v>
                </c:pt>
                <c:pt idx="1653">
                  <c:v>39.246400000000001</c:v>
                </c:pt>
                <c:pt idx="1654">
                  <c:v>39.268500000000003</c:v>
                </c:pt>
                <c:pt idx="1655">
                  <c:v>39.292400000000001</c:v>
                </c:pt>
                <c:pt idx="1656">
                  <c:v>39.314700000000002</c:v>
                </c:pt>
                <c:pt idx="1657">
                  <c:v>39.341900000000003</c:v>
                </c:pt>
                <c:pt idx="1658">
                  <c:v>39.366999999999997</c:v>
                </c:pt>
                <c:pt idx="1659">
                  <c:v>39.387799999999999</c:v>
                </c:pt>
                <c:pt idx="1660">
                  <c:v>39.415700000000001</c:v>
                </c:pt>
                <c:pt idx="1661">
                  <c:v>39.436700000000002</c:v>
                </c:pt>
                <c:pt idx="1662">
                  <c:v>39.469000000000001</c:v>
                </c:pt>
                <c:pt idx="1663">
                  <c:v>39.495600000000003</c:v>
                </c:pt>
                <c:pt idx="1664">
                  <c:v>39.519599999999997</c:v>
                </c:pt>
                <c:pt idx="1665">
                  <c:v>39.546199999999999</c:v>
                </c:pt>
                <c:pt idx="1666">
                  <c:v>39.604700000000001</c:v>
                </c:pt>
                <c:pt idx="1667">
                  <c:v>39.6248</c:v>
                </c:pt>
                <c:pt idx="1668">
                  <c:v>39.647500000000001</c:v>
                </c:pt>
                <c:pt idx="1669">
                  <c:v>39.673000000000002</c:v>
                </c:pt>
                <c:pt idx="1670">
                  <c:v>39.694499999999998</c:v>
                </c:pt>
                <c:pt idx="1671">
                  <c:v>39.714500000000001</c:v>
                </c:pt>
                <c:pt idx="1672">
                  <c:v>39.740699999999997</c:v>
                </c:pt>
                <c:pt idx="1673">
                  <c:v>39.762999999999998</c:v>
                </c:pt>
                <c:pt idx="1674">
                  <c:v>39.785200000000003</c:v>
                </c:pt>
                <c:pt idx="1675">
                  <c:v>39.808199999999999</c:v>
                </c:pt>
                <c:pt idx="1676">
                  <c:v>39.830500000000001</c:v>
                </c:pt>
                <c:pt idx="1677">
                  <c:v>39.857900000000001</c:v>
                </c:pt>
                <c:pt idx="1678">
                  <c:v>39.880099999999999</c:v>
                </c:pt>
                <c:pt idx="1679">
                  <c:v>39.902700000000003</c:v>
                </c:pt>
                <c:pt idx="1680">
                  <c:v>39.923299999999998</c:v>
                </c:pt>
                <c:pt idx="1681">
                  <c:v>39.950200000000002</c:v>
                </c:pt>
                <c:pt idx="1682">
                  <c:v>39.973599999999998</c:v>
                </c:pt>
                <c:pt idx="1683">
                  <c:v>39.996299999999998</c:v>
                </c:pt>
                <c:pt idx="1684">
                  <c:v>40.024299999999997</c:v>
                </c:pt>
                <c:pt idx="1685">
                  <c:v>40.044400000000003</c:v>
                </c:pt>
                <c:pt idx="1686">
                  <c:v>40.069000000000003</c:v>
                </c:pt>
                <c:pt idx="1687">
                  <c:v>40.096699999999998</c:v>
                </c:pt>
                <c:pt idx="1688">
                  <c:v>40.124400000000001</c:v>
                </c:pt>
                <c:pt idx="1689">
                  <c:v>40.1447</c:v>
                </c:pt>
                <c:pt idx="1690">
                  <c:v>40.169400000000003</c:v>
                </c:pt>
                <c:pt idx="1691">
                  <c:v>40.190199999999997</c:v>
                </c:pt>
                <c:pt idx="1692">
                  <c:v>40.212200000000003</c:v>
                </c:pt>
                <c:pt idx="1693">
                  <c:v>40.239899999999999</c:v>
                </c:pt>
                <c:pt idx="1694">
                  <c:v>40.264499999999998</c:v>
                </c:pt>
                <c:pt idx="1695">
                  <c:v>40.293999999999997</c:v>
                </c:pt>
                <c:pt idx="1696">
                  <c:v>40.315199999999997</c:v>
                </c:pt>
                <c:pt idx="1697">
                  <c:v>40.335900000000002</c:v>
                </c:pt>
                <c:pt idx="1698">
                  <c:v>40.363700000000001</c:v>
                </c:pt>
                <c:pt idx="1699">
                  <c:v>40.396999999999998</c:v>
                </c:pt>
                <c:pt idx="1700">
                  <c:v>40.422699999999999</c:v>
                </c:pt>
                <c:pt idx="1701">
                  <c:v>40.444800000000001</c:v>
                </c:pt>
                <c:pt idx="1702">
                  <c:v>40.466200000000001</c:v>
                </c:pt>
                <c:pt idx="1703">
                  <c:v>40.496499999999997</c:v>
                </c:pt>
                <c:pt idx="1704">
                  <c:v>40.518500000000003</c:v>
                </c:pt>
                <c:pt idx="1705">
                  <c:v>40.544699999999999</c:v>
                </c:pt>
                <c:pt idx="1706">
                  <c:v>40.565399999999997</c:v>
                </c:pt>
                <c:pt idx="1707">
                  <c:v>40.5867</c:v>
                </c:pt>
                <c:pt idx="1708">
                  <c:v>40.607300000000002</c:v>
                </c:pt>
                <c:pt idx="1709">
                  <c:v>40.635399999999997</c:v>
                </c:pt>
                <c:pt idx="1710">
                  <c:v>40.662399999999998</c:v>
                </c:pt>
                <c:pt idx="1711">
                  <c:v>40.683799999999998</c:v>
                </c:pt>
                <c:pt idx="1712">
                  <c:v>40.705199999999998</c:v>
                </c:pt>
                <c:pt idx="1713">
                  <c:v>40.725900000000003</c:v>
                </c:pt>
                <c:pt idx="1714">
                  <c:v>40.746899999999997</c:v>
                </c:pt>
                <c:pt idx="1715">
                  <c:v>40.767499999999998</c:v>
                </c:pt>
                <c:pt idx="1716">
                  <c:v>40.790199999999999</c:v>
                </c:pt>
                <c:pt idx="1717">
                  <c:v>40.817300000000003</c:v>
                </c:pt>
                <c:pt idx="1718">
                  <c:v>40.838500000000003</c:v>
                </c:pt>
                <c:pt idx="1719">
                  <c:v>40.865299999999998</c:v>
                </c:pt>
                <c:pt idx="1720">
                  <c:v>40.888100000000001</c:v>
                </c:pt>
                <c:pt idx="1721">
                  <c:v>40.908099999999997</c:v>
                </c:pt>
                <c:pt idx="1722">
                  <c:v>40.928600000000003</c:v>
                </c:pt>
                <c:pt idx="1723">
                  <c:v>40.949399999999997</c:v>
                </c:pt>
                <c:pt idx="1724">
                  <c:v>40.976199999999999</c:v>
                </c:pt>
                <c:pt idx="1725">
                  <c:v>40.998199999999997</c:v>
                </c:pt>
                <c:pt idx="1726">
                  <c:v>41.026000000000003</c:v>
                </c:pt>
                <c:pt idx="1727">
                  <c:v>41.0486</c:v>
                </c:pt>
                <c:pt idx="1728">
                  <c:v>41.070500000000003</c:v>
                </c:pt>
                <c:pt idx="1729">
                  <c:v>41.090699999999998</c:v>
                </c:pt>
                <c:pt idx="1730">
                  <c:v>41.111600000000003</c:v>
                </c:pt>
                <c:pt idx="1731">
                  <c:v>41.137799999999999</c:v>
                </c:pt>
                <c:pt idx="1732">
                  <c:v>41.165599999999998</c:v>
                </c:pt>
                <c:pt idx="1733">
                  <c:v>41.197400000000002</c:v>
                </c:pt>
                <c:pt idx="1734">
                  <c:v>41.2258</c:v>
                </c:pt>
                <c:pt idx="1735">
                  <c:v>41.246400000000001</c:v>
                </c:pt>
                <c:pt idx="1736">
                  <c:v>41.266599999999997</c:v>
                </c:pt>
                <c:pt idx="1737">
                  <c:v>41.294899999999998</c:v>
                </c:pt>
                <c:pt idx="1738">
                  <c:v>41.315100000000001</c:v>
                </c:pt>
                <c:pt idx="1739">
                  <c:v>41.342799999999997</c:v>
                </c:pt>
                <c:pt idx="1740">
                  <c:v>41.363399999999999</c:v>
                </c:pt>
                <c:pt idx="1741">
                  <c:v>41.389000000000003</c:v>
                </c:pt>
                <c:pt idx="1742">
                  <c:v>41.413600000000002</c:v>
                </c:pt>
                <c:pt idx="1743">
                  <c:v>41.433799999999998</c:v>
                </c:pt>
                <c:pt idx="1744">
                  <c:v>41.462400000000002</c:v>
                </c:pt>
                <c:pt idx="1745">
                  <c:v>41.4848</c:v>
                </c:pt>
                <c:pt idx="1746">
                  <c:v>41.514499999999998</c:v>
                </c:pt>
                <c:pt idx="1747">
                  <c:v>41.540599999999998</c:v>
                </c:pt>
                <c:pt idx="1748">
                  <c:v>41.561300000000003</c:v>
                </c:pt>
                <c:pt idx="1749">
                  <c:v>41.583599999999997</c:v>
                </c:pt>
                <c:pt idx="1750">
                  <c:v>41.611199999999997</c:v>
                </c:pt>
                <c:pt idx="1751">
                  <c:v>41.637700000000002</c:v>
                </c:pt>
                <c:pt idx="1752">
                  <c:v>41.665100000000002</c:v>
                </c:pt>
                <c:pt idx="1753">
                  <c:v>41.692599999999999</c:v>
                </c:pt>
                <c:pt idx="1754">
                  <c:v>41.720199999999998</c:v>
                </c:pt>
                <c:pt idx="1755">
                  <c:v>41.741300000000003</c:v>
                </c:pt>
                <c:pt idx="1756">
                  <c:v>41.764099999999999</c:v>
                </c:pt>
                <c:pt idx="1757">
                  <c:v>41.7913</c:v>
                </c:pt>
                <c:pt idx="1758">
                  <c:v>41.814399999999999</c:v>
                </c:pt>
                <c:pt idx="1759">
                  <c:v>41.841200000000001</c:v>
                </c:pt>
                <c:pt idx="1760">
                  <c:v>41.862900000000003</c:v>
                </c:pt>
                <c:pt idx="1761">
                  <c:v>41.884700000000002</c:v>
                </c:pt>
                <c:pt idx="1762">
                  <c:v>41.904800000000002</c:v>
                </c:pt>
                <c:pt idx="1763">
                  <c:v>41.9313</c:v>
                </c:pt>
                <c:pt idx="1764">
                  <c:v>41.953800000000001</c:v>
                </c:pt>
                <c:pt idx="1765">
                  <c:v>41.981000000000002</c:v>
                </c:pt>
                <c:pt idx="1766">
                  <c:v>42.004399999999997</c:v>
                </c:pt>
                <c:pt idx="1767">
                  <c:v>42.027200000000001</c:v>
                </c:pt>
                <c:pt idx="1768">
                  <c:v>42.052999999999997</c:v>
                </c:pt>
                <c:pt idx="1769">
                  <c:v>42.079300000000003</c:v>
                </c:pt>
                <c:pt idx="1770">
                  <c:v>42.102400000000003</c:v>
                </c:pt>
                <c:pt idx="1771">
                  <c:v>42.130499999999998</c:v>
                </c:pt>
                <c:pt idx="1772">
                  <c:v>42.153399999999998</c:v>
                </c:pt>
                <c:pt idx="1773">
                  <c:v>42.180399999999999</c:v>
                </c:pt>
                <c:pt idx="1774">
                  <c:v>42.204300000000003</c:v>
                </c:pt>
                <c:pt idx="1775">
                  <c:v>42.224600000000002</c:v>
                </c:pt>
                <c:pt idx="1776">
                  <c:v>42.245699999999999</c:v>
                </c:pt>
                <c:pt idx="1777">
                  <c:v>42.267800000000001</c:v>
                </c:pt>
                <c:pt idx="1778">
                  <c:v>42.2926</c:v>
                </c:pt>
                <c:pt idx="1779">
                  <c:v>42.319800000000001</c:v>
                </c:pt>
                <c:pt idx="1780">
                  <c:v>42.348799999999997</c:v>
                </c:pt>
                <c:pt idx="1781">
                  <c:v>42.369</c:v>
                </c:pt>
                <c:pt idx="1782">
                  <c:v>42.395800000000001</c:v>
                </c:pt>
                <c:pt idx="1783">
                  <c:v>42.417299999999997</c:v>
                </c:pt>
                <c:pt idx="1784">
                  <c:v>42.437399999999997</c:v>
                </c:pt>
                <c:pt idx="1785">
                  <c:v>42.465600000000002</c:v>
                </c:pt>
                <c:pt idx="1786">
                  <c:v>42.485599999999998</c:v>
                </c:pt>
                <c:pt idx="1787">
                  <c:v>42.5075</c:v>
                </c:pt>
                <c:pt idx="1788">
                  <c:v>42.533200000000001</c:v>
                </c:pt>
                <c:pt idx="1789">
                  <c:v>42.561399999999999</c:v>
                </c:pt>
                <c:pt idx="1790">
                  <c:v>42.583500000000001</c:v>
                </c:pt>
                <c:pt idx="1791">
                  <c:v>42.605600000000003</c:v>
                </c:pt>
                <c:pt idx="1792">
                  <c:v>42.627600000000001</c:v>
                </c:pt>
                <c:pt idx="1793">
                  <c:v>42.6477</c:v>
                </c:pt>
                <c:pt idx="1794">
                  <c:v>42.670200000000001</c:v>
                </c:pt>
                <c:pt idx="1795">
                  <c:v>42.6965</c:v>
                </c:pt>
                <c:pt idx="1796">
                  <c:v>42.724499999999999</c:v>
                </c:pt>
                <c:pt idx="1797">
                  <c:v>42.744700000000002</c:v>
                </c:pt>
                <c:pt idx="1798">
                  <c:v>42.7669</c:v>
                </c:pt>
                <c:pt idx="1799">
                  <c:v>42.7943</c:v>
                </c:pt>
                <c:pt idx="1800">
                  <c:v>42.8217</c:v>
                </c:pt>
                <c:pt idx="1801">
                  <c:v>42.846899999999998</c:v>
                </c:pt>
                <c:pt idx="1802">
                  <c:v>42.875100000000003</c:v>
                </c:pt>
                <c:pt idx="1803">
                  <c:v>42.900700000000001</c:v>
                </c:pt>
                <c:pt idx="1804">
                  <c:v>42.923400000000001</c:v>
                </c:pt>
                <c:pt idx="1805">
                  <c:v>42.945399999999999</c:v>
                </c:pt>
                <c:pt idx="1806">
                  <c:v>42.966799999999999</c:v>
                </c:pt>
                <c:pt idx="1807">
                  <c:v>42.990099999999998</c:v>
                </c:pt>
                <c:pt idx="1808">
                  <c:v>43.013100000000001</c:v>
                </c:pt>
                <c:pt idx="1809">
                  <c:v>43.035400000000003</c:v>
                </c:pt>
                <c:pt idx="1810">
                  <c:v>43.055799999999998</c:v>
                </c:pt>
                <c:pt idx="1811">
                  <c:v>43.084699999999998</c:v>
                </c:pt>
                <c:pt idx="1812">
                  <c:v>43.107100000000003</c:v>
                </c:pt>
                <c:pt idx="1813">
                  <c:v>43.131300000000003</c:v>
                </c:pt>
                <c:pt idx="1814">
                  <c:v>43.154499999999999</c:v>
                </c:pt>
                <c:pt idx="1815">
                  <c:v>43.178199999999997</c:v>
                </c:pt>
                <c:pt idx="1816">
                  <c:v>43.201900000000002</c:v>
                </c:pt>
                <c:pt idx="1817">
                  <c:v>43.222200000000001</c:v>
                </c:pt>
                <c:pt idx="1818">
                  <c:v>43.251300000000001</c:v>
                </c:pt>
                <c:pt idx="1819">
                  <c:v>43.278599999999997</c:v>
                </c:pt>
                <c:pt idx="1820">
                  <c:v>43.3033</c:v>
                </c:pt>
                <c:pt idx="1821">
                  <c:v>43.3247</c:v>
                </c:pt>
                <c:pt idx="1822">
                  <c:v>43.349899999999998</c:v>
                </c:pt>
                <c:pt idx="1823">
                  <c:v>43.373899999999999</c:v>
                </c:pt>
                <c:pt idx="1824">
                  <c:v>43.396299999999997</c:v>
                </c:pt>
                <c:pt idx="1825">
                  <c:v>43.422600000000003</c:v>
                </c:pt>
                <c:pt idx="1826">
                  <c:v>43.448999999999998</c:v>
                </c:pt>
                <c:pt idx="1827">
                  <c:v>43.476700000000001</c:v>
                </c:pt>
                <c:pt idx="1828">
                  <c:v>43.498100000000001</c:v>
                </c:pt>
                <c:pt idx="1829">
                  <c:v>43.521799999999999</c:v>
                </c:pt>
                <c:pt idx="1830">
                  <c:v>43.542499999999997</c:v>
                </c:pt>
                <c:pt idx="1831">
                  <c:v>43.564</c:v>
                </c:pt>
                <c:pt idx="1832">
                  <c:v>43.584400000000002</c:v>
                </c:pt>
                <c:pt idx="1833">
                  <c:v>43.606299999999997</c:v>
                </c:pt>
                <c:pt idx="1834">
                  <c:v>43.636899999999997</c:v>
                </c:pt>
                <c:pt idx="1835">
                  <c:v>43.663699999999999</c:v>
                </c:pt>
                <c:pt idx="1836">
                  <c:v>43.685000000000002</c:v>
                </c:pt>
                <c:pt idx="1837">
                  <c:v>43.705500000000001</c:v>
                </c:pt>
                <c:pt idx="1838">
                  <c:v>43.734699999999997</c:v>
                </c:pt>
                <c:pt idx="1839">
                  <c:v>43.762500000000003</c:v>
                </c:pt>
                <c:pt idx="1840">
                  <c:v>43.790799999999997</c:v>
                </c:pt>
                <c:pt idx="1841">
                  <c:v>43.812899999999999</c:v>
                </c:pt>
                <c:pt idx="1842">
                  <c:v>43.845599999999997</c:v>
                </c:pt>
                <c:pt idx="1843">
                  <c:v>43.868200000000002</c:v>
                </c:pt>
                <c:pt idx="1844">
                  <c:v>43.892800000000001</c:v>
                </c:pt>
                <c:pt idx="1845">
                  <c:v>43.922699999999999</c:v>
                </c:pt>
                <c:pt idx="1846">
                  <c:v>43.943600000000004</c:v>
                </c:pt>
                <c:pt idx="1847">
                  <c:v>43.966000000000001</c:v>
                </c:pt>
                <c:pt idx="1848">
                  <c:v>43.987900000000003</c:v>
                </c:pt>
                <c:pt idx="1849">
                  <c:v>44.008800000000001</c:v>
                </c:pt>
                <c:pt idx="1850">
                  <c:v>44.029499999999999</c:v>
                </c:pt>
                <c:pt idx="1851">
                  <c:v>44.055</c:v>
                </c:pt>
                <c:pt idx="1852">
                  <c:v>44.08</c:v>
                </c:pt>
                <c:pt idx="1853">
                  <c:v>44.102600000000002</c:v>
                </c:pt>
                <c:pt idx="1854">
                  <c:v>44.1248</c:v>
                </c:pt>
                <c:pt idx="1855">
                  <c:v>44.150399999999998</c:v>
                </c:pt>
                <c:pt idx="1856">
                  <c:v>44.177700000000002</c:v>
                </c:pt>
                <c:pt idx="1857">
                  <c:v>44.204599999999999</c:v>
                </c:pt>
                <c:pt idx="1858">
                  <c:v>44.234200000000001</c:v>
                </c:pt>
                <c:pt idx="1859">
                  <c:v>44.257800000000003</c:v>
                </c:pt>
                <c:pt idx="1860">
                  <c:v>44.278100000000002</c:v>
                </c:pt>
                <c:pt idx="1861">
                  <c:v>44.298499999999997</c:v>
                </c:pt>
                <c:pt idx="1862">
                  <c:v>44.32</c:v>
                </c:pt>
                <c:pt idx="1863">
                  <c:v>44.347900000000003</c:v>
                </c:pt>
                <c:pt idx="1864">
                  <c:v>44.368299999999998</c:v>
                </c:pt>
                <c:pt idx="1865">
                  <c:v>44.398200000000003</c:v>
                </c:pt>
                <c:pt idx="1866">
                  <c:v>44.4191</c:v>
                </c:pt>
                <c:pt idx="1867">
                  <c:v>44.439900000000002</c:v>
                </c:pt>
                <c:pt idx="1868">
                  <c:v>44.461799999999997</c:v>
                </c:pt>
                <c:pt idx="1869">
                  <c:v>44.482199999999999</c:v>
                </c:pt>
                <c:pt idx="1870">
                  <c:v>44.502899999999997</c:v>
                </c:pt>
                <c:pt idx="1871">
                  <c:v>44.5304</c:v>
                </c:pt>
                <c:pt idx="1872">
                  <c:v>44.551099999999998</c:v>
                </c:pt>
                <c:pt idx="1873">
                  <c:v>44.572899999999997</c:v>
                </c:pt>
                <c:pt idx="1874">
                  <c:v>44.597099999999998</c:v>
                </c:pt>
                <c:pt idx="1875">
                  <c:v>44.624699999999997</c:v>
                </c:pt>
                <c:pt idx="1876">
                  <c:v>44.645499999999998</c:v>
                </c:pt>
                <c:pt idx="1877">
                  <c:v>44.668799999999997</c:v>
                </c:pt>
                <c:pt idx="1878">
                  <c:v>44.696399999999997</c:v>
                </c:pt>
                <c:pt idx="1879">
                  <c:v>44.722299999999997</c:v>
                </c:pt>
                <c:pt idx="1880">
                  <c:v>44.749200000000002</c:v>
                </c:pt>
                <c:pt idx="1881">
                  <c:v>44.778799999999997</c:v>
                </c:pt>
                <c:pt idx="1882">
                  <c:v>44.801299999999998</c:v>
                </c:pt>
                <c:pt idx="1883">
                  <c:v>44.830800000000004</c:v>
                </c:pt>
                <c:pt idx="1884">
                  <c:v>44.852200000000003</c:v>
                </c:pt>
                <c:pt idx="1885">
                  <c:v>44.874299999999998</c:v>
                </c:pt>
                <c:pt idx="1886">
                  <c:v>44.904800000000002</c:v>
                </c:pt>
                <c:pt idx="1887">
                  <c:v>44.933900000000001</c:v>
                </c:pt>
                <c:pt idx="1888">
                  <c:v>44.9542</c:v>
                </c:pt>
                <c:pt idx="1889">
                  <c:v>44.982300000000002</c:v>
                </c:pt>
                <c:pt idx="1890">
                  <c:v>45.012</c:v>
                </c:pt>
                <c:pt idx="1891">
                  <c:v>45.038699999999999</c:v>
                </c:pt>
                <c:pt idx="1892">
                  <c:v>45.066299999999998</c:v>
                </c:pt>
                <c:pt idx="1893">
                  <c:v>45.087499999999999</c:v>
                </c:pt>
                <c:pt idx="1894">
                  <c:v>45.115600000000001</c:v>
                </c:pt>
                <c:pt idx="1895">
                  <c:v>45.140700000000002</c:v>
                </c:pt>
                <c:pt idx="1896">
                  <c:v>45.167200000000001</c:v>
                </c:pt>
                <c:pt idx="1897">
                  <c:v>45.196199999999997</c:v>
                </c:pt>
                <c:pt idx="1898">
                  <c:v>45.2224</c:v>
                </c:pt>
                <c:pt idx="1899">
                  <c:v>45.2502</c:v>
                </c:pt>
                <c:pt idx="1900">
                  <c:v>45.280900000000003</c:v>
                </c:pt>
                <c:pt idx="1901">
                  <c:v>45.306100000000001</c:v>
                </c:pt>
                <c:pt idx="1902">
                  <c:v>45.334499999999998</c:v>
                </c:pt>
                <c:pt idx="1903">
                  <c:v>45.361600000000003</c:v>
                </c:pt>
                <c:pt idx="1904">
                  <c:v>45.383899999999997</c:v>
                </c:pt>
                <c:pt idx="1905">
                  <c:v>45.4101</c:v>
                </c:pt>
                <c:pt idx="1906">
                  <c:v>45.437399999999997</c:v>
                </c:pt>
                <c:pt idx="1907">
                  <c:v>45.457799999999999</c:v>
                </c:pt>
                <c:pt idx="1908">
                  <c:v>45.485100000000003</c:v>
                </c:pt>
                <c:pt idx="1909">
                  <c:v>45.513800000000003</c:v>
                </c:pt>
                <c:pt idx="1910">
                  <c:v>45.540399999999998</c:v>
                </c:pt>
                <c:pt idx="1911">
                  <c:v>45.560600000000001</c:v>
                </c:pt>
                <c:pt idx="1912">
                  <c:v>45.582500000000003</c:v>
                </c:pt>
                <c:pt idx="1913">
                  <c:v>45.602800000000002</c:v>
                </c:pt>
                <c:pt idx="1914">
                  <c:v>45.623600000000003</c:v>
                </c:pt>
                <c:pt idx="1915">
                  <c:v>45.644199999999998</c:v>
                </c:pt>
                <c:pt idx="1916">
                  <c:v>45.668300000000002</c:v>
                </c:pt>
                <c:pt idx="1917">
                  <c:v>45.692999999999998</c:v>
                </c:pt>
                <c:pt idx="1918">
                  <c:v>45.713200000000001</c:v>
                </c:pt>
                <c:pt idx="1919">
                  <c:v>45.738500000000002</c:v>
                </c:pt>
                <c:pt idx="1920">
                  <c:v>45.765700000000002</c:v>
                </c:pt>
                <c:pt idx="1921">
                  <c:v>45.785899999999998</c:v>
                </c:pt>
                <c:pt idx="1922">
                  <c:v>45.811999999999998</c:v>
                </c:pt>
                <c:pt idx="1923">
                  <c:v>45.838700000000003</c:v>
                </c:pt>
                <c:pt idx="1924">
                  <c:v>45.865299999999998</c:v>
                </c:pt>
                <c:pt idx="1925">
                  <c:v>45.885399999999997</c:v>
                </c:pt>
                <c:pt idx="1926">
                  <c:v>45.905700000000003</c:v>
                </c:pt>
                <c:pt idx="1927">
                  <c:v>45.925899999999999</c:v>
                </c:pt>
                <c:pt idx="1928">
                  <c:v>45.947000000000003</c:v>
                </c:pt>
                <c:pt idx="1929">
                  <c:v>45.976199999999999</c:v>
                </c:pt>
                <c:pt idx="1930">
                  <c:v>46.001600000000003</c:v>
                </c:pt>
                <c:pt idx="1931">
                  <c:v>46.027900000000002</c:v>
                </c:pt>
                <c:pt idx="1932">
                  <c:v>46.055999999999997</c:v>
                </c:pt>
                <c:pt idx="1933">
                  <c:v>46.082500000000003</c:v>
                </c:pt>
                <c:pt idx="1934">
                  <c:v>46.108899999999998</c:v>
                </c:pt>
                <c:pt idx="1935">
                  <c:v>46.135100000000001</c:v>
                </c:pt>
                <c:pt idx="1936">
                  <c:v>46.157200000000003</c:v>
                </c:pt>
                <c:pt idx="1937">
                  <c:v>46.183100000000003</c:v>
                </c:pt>
                <c:pt idx="1938">
                  <c:v>46.209099999999999</c:v>
                </c:pt>
                <c:pt idx="1939">
                  <c:v>46.231200000000001</c:v>
                </c:pt>
                <c:pt idx="1940">
                  <c:v>46.256999999999998</c:v>
                </c:pt>
                <c:pt idx="1941">
                  <c:v>46.277900000000002</c:v>
                </c:pt>
                <c:pt idx="1942">
                  <c:v>46.304099999999998</c:v>
                </c:pt>
                <c:pt idx="1943">
                  <c:v>46.330300000000001</c:v>
                </c:pt>
                <c:pt idx="1944">
                  <c:v>46.356900000000003</c:v>
                </c:pt>
                <c:pt idx="1945">
                  <c:v>46.381399999999999</c:v>
                </c:pt>
                <c:pt idx="1946">
                  <c:v>46.402000000000001</c:v>
                </c:pt>
                <c:pt idx="1947">
                  <c:v>46.426400000000001</c:v>
                </c:pt>
                <c:pt idx="1948">
                  <c:v>46.453600000000002</c:v>
                </c:pt>
                <c:pt idx="1949">
                  <c:v>46.475499999999997</c:v>
                </c:pt>
                <c:pt idx="1950">
                  <c:v>46.500599999999999</c:v>
                </c:pt>
                <c:pt idx="1951">
                  <c:v>46.522399999999998</c:v>
                </c:pt>
                <c:pt idx="1952">
                  <c:v>46.547800000000002</c:v>
                </c:pt>
                <c:pt idx="1953">
                  <c:v>46.568399999999997</c:v>
                </c:pt>
                <c:pt idx="1954">
                  <c:v>46.589700000000001</c:v>
                </c:pt>
                <c:pt idx="1955">
                  <c:v>46.6111</c:v>
                </c:pt>
                <c:pt idx="1956">
                  <c:v>46.631700000000002</c:v>
                </c:pt>
                <c:pt idx="1957">
                  <c:v>46.6524</c:v>
                </c:pt>
                <c:pt idx="1958">
                  <c:v>46.677900000000001</c:v>
                </c:pt>
                <c:pt idx="1959">
                  <c:v>46.700200000000002</c:v>
                </c:pt>
                <c:pt idx="1960">
                  <c:v>46.7224</c:v>
                </c:pt>
                <c:pt idx="1961">
                  <c:v>46.743200000000002</c:v>
                </c:pt>
                <c:pt idx="1962">
                  <c:v>46.764499999999998</c:v>
                </c:pt>
                <c:pt idx="1963">
                  <c:v>46.785600000000002</c:v>
                </c:pt>
                <c:pt idx="1964">
                  <c:v>46.806899999999999</c:v>
                </c:pt>
                <c:pt idx="1965">
                  <c:v>46.832599999999999</c:v>
                </c:pt>
                <c:pt idx="1966">
                  <c:v>46.857700000000001</c:v>
                </c:pt>
                <c:pt idx="1967">
                  <c:v>46.880800000000001</c:v>
                </c:pt>
                <c:pt idx="1968">
                  <c:v>46.903100000000002</c:v>
                </c:pt>
                <c:pt idx="1969">
                  <c:v>46.924799999999998</c:v>
                </c:pt>
                <c:pt idx="1970">
                  <c:v>46.948599999999999</c:v>
                </c:pt>
                <c:pt idx="1971">
                  <c:v>46.969299999999997</c:v>
                </c:pt>
                <c:pt idx="1972">
                  <c:v>46.991700000000002</c:v>
                </c:pt>
                <c:pt idx="1973">
                  <c:v>47.014400000000002</c:v>
                </c:pt>
                <c:pt idx="1974">
                  <c:v>47.040999999999997</c:v>
                </c:pt>
                <c:pt idx="1975">
                  <c:v>47.062100000000001</c:v>
                </c:pt>
                <c:pt idx="1976">
                  <c:v>47.083199999999998</c:v>
                </c:pt>
                <c:pt idx="1977">
                  <c:v>47.103200000000001</c:v>
                </c:pt>
                <c:pt idx="1978">
                  <c:v>47.1248</c:v>
                </c:pt>
                <c:pt idx="1979">
                  <c:v>47.146700000000003</c:v>
                </c:pt>
                <c:pt idx="1980">
                  <c:v>47.167299999999997</c:v>
                </c:pt>
                <c:pt idx="1981">
                  <c:v>47.190100000000001</c:v>
                </c:pt>
                <c:pt idx="1982">
                  <c:v>47.2119</c:v>
                </c:pt>
                <c:pt idx="1983">
                  <c:v>47.233400000000003</c:v>
                </c:pt>
                <c:pt idx="1984">
                  <c:v>47.256100000000004</c:v>
                </c:pt>
                <c:pt idx="1985">
                  <c:v>47.2774</c:v>
                </c:pt>
                <c:pt idx="1986">
                  <c:v>47.305799999999998</c:v>
                </c:pt>
                <c:pt idx="1987">
                  <c:v>47.328299999999999</c:v>
                </c:pt>
                <c:pt idx="1988">
                  <c:v>47.3506</c:v>
                </c:pt>
                <c:pt idx="1989">
                  <c:v>47.379600000000003</c:v>
                </c:pt>
                <c:pt idx="1990">
                  <c:v>47.3996</c:v>
                </c:pt>
                <c:pt idx="1991">
                  <c:v>47.420499999999997</c:v>
                </c:pt>
                <c:pt idx="1992">
                  <c:v>47.444800000000001</c:v>
                </c:pt>
                <c:pt idx="1993">
                  <c:v>47.465000000000003</c:v>
                </c:pt>
                <c:pt idx="1994">
                  <c:v>47.495899999999999</c:v>
                </c:pt>
                <c:pt idx="1995">
                  <c:v>47.518900000000002</c:v>
                </c:pt>
                <c:pt idx="1996">
                  <c:v>47.547699999999999</c:v>
                </c:pt>
                <c:pt idx="1997">
                  <c:v>47.568600000000004</c:v>
                </c:pt>
                <c:pt idx="1998">
                  <c:v>47.5914</c:v>
                </c:pt>
                <c:pt idx="1999">
                  <c:v>47.619100000000003</c:v>
                </c:pt>
                <c:pt idx="2000">
                  <c:v>47.646599999999999</c:v>
                </c:pt>
                <c:pt idx="2001">
                  <c:v>47.667299999999997</c:v>
                </c:pt>
                <c:pt idx="2002">
                  <c:v>47.6875</c:v>
                </c:pt>
                <c:pt idx="2003">
                  <c:v>47.710299999999997</c:v>
                </c:pt>
                <c:pt idx="2004">
                  <c:v>47.732500000000002</c:v>
                </c:pt>
                <c:pt idx="2005">
                  <c:v>47.755200000000002</c:v>
                </c:pt>
                <c:pt idx="2006">
                  <c:v>47.776600000000002</c:v>
                </c:pt>
                <c:pt idx="2007">
                  <c:v>47.797800000000002</c:v>
                </c:pt>
                <c:pt idx="2008">
                  <c:v>47.820099999999996</c:v>
                </c:pt>
                <c:pt idx="2009">
                  <c:v>47.847000000000001</c:v>
                </c:pt>
                <c:pt idx="2010">
                  <c:v>47.872999999999998</c:v>
                </c:pt>
                <c:pt idx="2011">
                  <c:v>47.897599999999997</c:v>
                </c:pt>
                <c:pt idx="2012">
                  <c:v>47.927999999999997</c:v>
                </c:pt>
                <c:pt idx="2013">
                  <c:v>47.956699999999998</c:v>
                </c:pt>
                <c:pt idx="2014">
                  <c:v>47.982399999999998</c:v>
                </c:pt>
                <c:pt idx="2015">
                  <c:v>48.004899999999999</c:v>
                </c:pt>
                <c:pt idx="2016">
                  <c:v>48.027200000000001</c:v>
                </c:pt>
                <c:pt idx="2017">
                  <c:v>48.049599999999998</c:v>
                </c:pt>
                <c:pt idx="2018">
                  <c:v>48.069699999999997</c:v>
                </c:pt>
                <c:pt idx="2019">
                  <c:v>48.090600000000002</c:v>
                </c:pt>
                <c:pt idx="2020">
                  <c:v>48.121000000000002</c:v>
                </c:pt>
                <c:pt idx="2021">
                  <c:v>48.143099999999997</c:v>
                </c:pt>
                <c:pt idx="2022">
                  <c:v>48.165700000000001</c:v>
                </c:pt>
                <c:pt idx="2023">
                  <c:v>48.194499999999998</c:v>
                </c:pt>
                <c:pt idx="2024">
                  <c:v>48.2149</c:v>
                </c:pt>
                <c:pt idx="2025">
                  <c:v>48.235700000000001</c:v>
                </c:pt>
                <c:pt idx="2026">
                  <c:v>48.264499999999998</c:v>
                </c:pt>
                <c:pt idx="2027">
                  <c:v>48.286999999999999</c:v>
                </c:pt>
                <c:pt idx="2028">
                  <c:v>48.308300000000003</c:v>
                </c:pt>
                <c:pt idx="2029">
                  <c:v>48.331400000000002</c:v>
                </c:pt>
                <c:pt idx="2030">
                  <c:v>48.352899999999998</c:v>
                </c:pt>
                <c:pt idx="2031">
                  <c:v>48.374600000000001</c:v>
                </c:pt>
                <c:pt idx="2032">
                  <c:v>48.397799999999997</c:v>
                </c:pt>
                <c:pt idx="2033">
                  <c:v>48.4255</c:v>
                </c:pt>
                <c:pt idx="2034">
                  <c:v>48.447400000000002</c:v>
                </c:pt>
                <c:pt idx="2035">
                  <c:v>48.471899999999998</c:v>
                </c:pt>
                <c:pt idx="2036">
                  <c:v>48.493299999999998</c:v>
                </c:pt>
                <c:pt idx="2037">
                  <c:v>48.514600000000002</c:v>
                </c:pt>
                <c:pt idx="2038">
                  <c:v>48.535200000000003</c:v>
                </c:pt>
                <c:pt idx="2039">
                  <c:v>48.5578</c:v>
                </c:pt>
                <c:pt idx="2040">
                  <c:v>48.584800000000001</c:v>
                </c:pt>
                <c:pt idx="2041">
                  <c:v>48.6068</c:v>
                </c:pt>
                <c:pt idx="2042">
                  <c:v>48.630899999999997</c:v>
                </c:pt>
                <c:pt idx="2043">
                  <c:v>48.654400000000003</c:v>
                </c:pt>
                <c:pt idx="2044">
                  <c:v>48.674599999999998</c:v>
                </c:pt>
                <c:pt idx="2045">
                  <c:v>48.695</c:v>
                </c:pt>
                <c:pt idx="2046">
                  <c:v>48.718499999999999</c:v>
                </c:pt>
                <c:pt idx="2047">
                  <c:v>48.740600000000001</c:v>
                </c:pt>
                <c:pt idx="2048">
                  <c:v>48.762500000000003</c:v>
                </c:pt>
                <c:pt idx="2049">
                  <c:v>48.784300000000002</c:v>
                </c:pt>
                <c:pt idx="2050">
                  <c:v>48.805199999999999</c:v>
                </c:pt>
                <c:pt idx="2051">
                  <c:v>48.8264</c:v>
                </c:pt>
                <c:pt idx="2052">
                  <c:v>48.847999999999999</c:v>
                </c:pt>
                <c:pt idx="2053">
                  <c:v>48.875900000000001</c:v>
                </c:pt>
                <c:pt idx="2054">
                  <c:v>48.897399999999998</c:v>
                </c:pt>
                <c:pt idx="2055">
                  <c:v>48.927500000000002</c:v>
                </c:pt>
                <c:pt idx="2056">
                  <c:v>48.952100000000002</c:v>
                </c:pt>
                <c:pt idx="2057">
                  <c:v>48.972700000000003</c:v>
                </c:pt>
                <c:pt idx="2058">
                  <c:v>49.002699999999997</c:v>
                </c:pt>
                <c:pt idx="2059">
                  <c:v>49.031599999999997</c:v>
                </c:pt>
                <c:pt idx="2060">
                  <c:v>49.059699999999999</c:v>
                </c:pt>
                <c:pt idx="2061">
                  <c:v>49.080800000000004</c:v>
                </c:pt>
                <c:pt idx="2062">
                  <c:v>49.101399999999998</c:v>
                </c:pt>
                <c:pt idx="2063">
                  <c:v>49.122700000000002</c:v>
                </c:pt>
                <c:pt idx="2064">
                  <c:v>49.146500000000003</c:v>
                </c:pt>
                <c:pt idx="2065">
                  <c:v>49.175600000000003</c:v>
                </c:pt>
                <c:pt idx="2066">
                  <c:v>49.196899999999999</c:v>
                </c:pt>
                <c:pt idx="2067">
                  <c:v>49.217199999999998</c:v>
                </c:pt>
                <c:pt idx="2068">
                  <c:v>49.2438</c:v>
                </c:pt>
                <c:pt idx="2069">
                  <c:v>49.266199999999998</c:v>
                </c:pt>
                <c:pt idx="2070">
                  <c:v>49.2883</c:v>
                </c:pt>
                <c:pt idx="2071">
                  <c:v>49.308999999999997</c:v>
                </c:pt>
                <c:pt idx="2072">
                  <c:v>49.338299999999997</c:v>
                </c:pt>
                <c:pt idx="2073">
                  <c:v>49.361400000000003</c:v>
                </c:pt>
                <c:pt idx="2074">
                  <c:v>49.392099999999999</c:v>
                </c:pt>
                <c:pt idx="2075">
                  <c:v>49.413400000000003</c:v>
                </c:pt>
                <c:pt idx="2076">
                  <c:v>49.441699999999997</c:v>
                </c:pt>
                <c:pt idx="2077">
                  <c:v>49.462800000000001</c:v>
                </c:pt>
                <c:pt idx="2078">
                  <c:v>49.486600000000003</c:v>
                </c:pt>
                <c:pt idx="2079">
                  <c:v>49.509700000000002</c:v>
                </c:pt>
                <c:pt idx="2080">
                  <c:v>49.531399999999998</c:v>
                </c:pt>
                <c:pt idx="2081">
                  <c:v>49.558500000000002</c:v>
                </c:pt>
                <c:pt idx="2082">
                  <c:v>49.578600000000002</c:v>
                </c:pt>
                <c:pt idx="2083">
                  <c:v>49.599499999999999</c:v>
                </c:pt>
                <c:pt idx="2084">
                  <c:v>49.6233</c:v>
                </c:pt>
                <c:pt idx="2085">
                  <c:v>49.646000000000001</c:v>
                </c:pt>
                <c:pt idx="2086">
                  <c:v>49.669800000000002</c:v>
                </c:pt>
                <c:pt idx="2087">
                  <c:v>49.692399999999999</c:v>
                </c:pt>
                <c:pt idx="2088">
                  <c:v>49.715200000000003</c:v>
                </c:pt>
                <c:pt idx="2089">
                  <c:v>49.737900000000003</c:v>
                </c:pt>
                <c:pt idx="2090">
                  <c:v>49.765599999999999</c:v>
                </c:pt>
                <c:pt idx="2091">
                  <c:v>49.786700000000003</c:v>
                </c:pt>
                <c:pt idx="2092">
                  <c:v>49.810200000000002</c:v>
                </c:pt>
                <c:pt idx="2093">
                  <c:v>49.838900000000002</c:v>
                </c:pt>
                <c:pt idx="2094">
                  <c:v>49.864100000000001</c:v>
                </c:pt>
                <c:pt idx="2095">
                  <c:v>49.89</c:v>
                </c:pt>
                <c:pt idx="2096">
                  <c:v>49.915700000000001</c:v>
                </c:pt>
                <c:pt idx="2097">
                  <c:v>49.940600000000003</c:v>
                </c:pt>
                <c:pt idx="2098">
                  <c:v>49.969499999999996</c:v>
                </c:pt>
                <c:pt idx="2099">
                  <c:v>50.002400000000002</c:v>
                </c:pt>
                <c:pt idx="2100">
                  <c:v>50.038800000000002</c:v>
                </c:pt>
                <c:pt idx="2101">
                  <c:v>50.066800000000001</c:v>
                </c:pt>
                <c:pt idx="2102">
                  <c:v>50.093400000000003</c:v>
                </c:pt>
                <c:pt idx="2103">
                  <c:v>50.120800000000003</c:v>
                </c:pt>
                <c:pt idx="2104">
                  <c:v>50.152000000000001</c:v>
                </c:pt>
                <c:pt idx="2105">
                  <c:v>50.186399999999999</c:v>
                </c:pt>
                <c:pt idx="2106">
                  <c:v>50.214199999999998</c:v>
                </c:pt>
                <c:pt idx="2107">
                  <c:v>50.241799999999998</c:v>
                </c:pt>
                <c:pt idx="2108">
                  <c:v>50.2682</c:v>
                </c:pt>
                <c:pt idx="2109">
                  <c:v>50.296799999999998</c:v>
                </c:pt>
                <c:pt idx="2110">
                  <c:v>50.320700000000002</c:v>
                </c:pt>
                <c:pt idx="2111">
                  <c:v>50.351500000000001</c:v>
                </c:pt>
                <c:pt idx="2112">
                  <c:v>50.376199999999997</c:v>
                </c:pt>
                <c:pt idx="2113">
                  <c:v>50.404499999999999</c:v>
                </c:pt>
                <c:pt idx="2114">
                  <c:v>50.4251</c:v>
                </c:pt>
                <c:pt idx="2115">
                  <c:v>50.446899999999999</c:v>
                </c:pt>
                <c:pt idx="2116">
                  <c:v>50.47</c:v>
                </c:pt>
                <c:pt idx="2117">
                  <c:v>50.493400000000001</c:v>
                </c:pt>
                <c:pt idx="2118">
                  <c:v>50.518900000000002</c:v>
                </c:pt>
                <c:pt idx="2119">
                  <c:v>50.5428</c:v>
                </c:pt>
                <c:pt idx="2120">
                  <c:v>50.565399999999997</c:v>
                </c:pt>
                <c:pt idx="2121">
                  <c:v>50.591900000000003</c:v>
                </c:pt>
                <c:pt idx="2122">
                  <c:v>50.614699999999999</c:v>
                </c:pt>
                <c:pt idx="2123">
                  <c:v>50.636800000000001</c:v>
                </c:pt>
                <c:pt idx="2124">
                  <c:v>50.657800000000002</c:v>
                </c:pt>
                <c:pt idx="2125">
                  <c:v>50.680700000000002</c:v>
                </c:pt>
                <c:pt idx="2126">
                  <c:v>50.701500000000003</c:v>
                </c:pt>
                <c:pt idx="2127">
                  <c:v>50.724699999999999</c:v>
                </c:pt>
                <c:pt idx="2128">
                  <c:v>50.748100000000001</c:v>
                </c:pt>
                <c:pt idx="2129">
                  <c:v>50.770499999999998</c:v>
                </c:pt>
                <c:pt idx="2130">
                  <c:v>50.802</c:v>
                </c:pt>
                <c:pt idx="2131">
                  <c:v>50.828499999999998</c:v>
                </c:pt>
                <c:pt idx="2132">
                  <c:v>50.855400000000003</c:v>
                </c:pt>
                <c:pt idx="2133">
                  <c:v>50.880699999999997</c:v>
                </c:pt>
                <c:pt idx="2134">
                  <c:v>50.908700000000003</c:v>
                </c:pt>
                <c:pt idx="2135">
                  <c:v>50.936500000000002</c:v>
                </c:pt>
                <c:pt idx="2136">
                  <c:v>50.957799999999999</c:v>
                </c:pt>
                <c:pt idx="2137">
                  <c:v>50.9863</c:v>
                </c:pt>
                <c:pt idx="2138">
                  <c:v>51.009399999999999</c:v>
                </c:pt>
                <c:pt idx="2139">
                  <c:v>51.037599999999998</c:v>
                </c:pt>
                <c:pt idx="2140">
                  <c:v>51.068300000000001</c:v>
                </c:pt>
                <c:pt idx="2141">
                  <c:v>51.099400000000003</c:v>
                </c:pt>
                <c:pt idx="2142">
                  <c:v>51.119799999999998</c:v>
                </c:pt>
                <c:pt idx="2143">
                  <c:v>51.142499999999998</c:v>
                </c:pt>
                <c:pt idx="2144">
                  <c:v>51.167900000000003</c:v>
                </c:pt>
                <c:pt idx="2145">
                  <c:v>51.194800000000001</c:v>
                </c:pt>
                <c:pt idx="2146">
                  <c:v>51.2241</c:v>
                </c:pt>
                <c:pt idx="2147">
                  <c:v>51.259500000000003</c:v>
                </c:pt>
                <c:pt idx="2148">
                  <c:v>51.281700000000001</c:v>
                </c:pt>
                <c:pt idx="2149">
                  <c:v>51.314799999999998</c:v>
                </c:pt>
                <c:pt idx="2150">
                  <c:v>51.335000000000001</c:v>
                </c:pt>
                <c:pt idx="2151">
                  <c:v>51.355400000000003</c:v>
                </c:pt>
                <c:pt idx="2152">
                  <c:v>51.378599999999999</c:v>
                </c:pt>
                <c:pt idx="2153">
                  <c:v>51.402500000000003</c:v>
                </c:pt>
                <c:pt idx="2154">
                  <c:v>51.424500000000002</c:v>
                </c:pt>
                <c:pt idx="2155">
                  <c:v>51.447299999999998</c:v>
                </c:pt>
                <c:pt idx="2156">
                  <c:v>51.471299999999999</c:v>
                </c:pt>
                <c:pt idx="2157">
                  <c:v>51.493000000000002</c:v>
                </c:pt>
                <c:pt idx="2158">
                  <c:v>51.515799999999999</c:v>
                </c:pt>
                <c:pt idx="2159">
                  <c:v>51.537399999999998</c:v>
                </c:pt>
                <c:pt idx="2160">
                  <c:v>51.560200000000002</c:v>
                </c:pt>
                <c:pt idx="2161">
                  <c:v>51.5807</c:v>
                </c:pt>
                <c:pt idx="2162">
                  <c:v>51.605400000000003</c:v>
                </c:pt>
                <c:pt idx="2163">
                  <c:v>51.628399999999999</c:v>
                </c:pt>
                <c:pt idx="2164">
                  <c:v>51.652000000000001</c:v>
                </c:pt>
                <c:pt idx="2165">
                  <c:v>51.676699999999997</c:v>
                </c:pt>
                <c:pt idx="2166">
                  <c:v>51.697499999999998</c:v>
                </c:pt>
                <c:pt idx="2167">
                  <c:v>51.720300000000002</c:v>
                </c:pt>
                <c:pt idx="2168">
                  <c:v>51.741900000000001</c:v>
                </c:pt>
                <c:pt idx="2169">
                  <c:v>51.765599999999999</c:v>
                </c:pt>
                <c:pt idx="2170">
                  <c:v>51.789400000000001</c:v>
                </c:pt>
                <c:pt idx="2171">
                  <c:v>51.8108</c:v>
                </c:pt>
                <c:pt idx="2172">
                  <c:v>51.835999999999999</c:v>
                </c:pt>
                <c:pt idx="2173">
                  <c:v>51.8566</c:v>
                </c:pt>
                <c:pt idx="2174">
                  <c:v>51.880200000000002</c:v>
                </c:pt>
                <c:pt idx="2175">
                  <c:v>51.9024</c:v>
                </c:pt>
                <c:pt idx="2176">
                  <c:v>51.923999999999999</c:v>
                </c:pt>
                <c:pt idx="2177">
                  <c:v>51.947699999999998</c:v>
                </c:pt>
                <c:pt idx="2178">
                  <c:v>51.969799999999999</c:v>
                </c:pt>
                <c:pt idx="2179">
                  <c:v>51.991300000000003</c:v>
                </c:pt>
                <c:pt idx="2180">
                  <c:v>52.014600000000002</c:v>
                </c:pt>
                <c:pt idx="2181">
                  <c:v>52.035299999999999</c:v>
                </c:pt>
                <c:pt idx="2182">
                  <c:v>52.059800000000003</c:v>
                </c:pt>
                <c:pt idx="2183">
                  <c:v>52.081099999999999</c:v>
                </c:pt>
                <c:pt idx="2184">
                  <c:v>52.103200000000001</c:v>
                </c:pt>
                <c:pt idx="2185">
                  <c:v>52.127499999999998</c:v>
                </c:pt>
                <c:pt idx="2186">
                  <c:v>52.148899999999998</c:v>
                </c:pt>
                <c:pt idx="2187">
                  <c:v>52.171799999999998</c:v>
                </c:pt>
                <c:pt idx="2188">
                  <c:v>52.193199999999997</c:v>
                </c:pt>
                <c:pt idx="2189">
                  <c:v>52.214399999999998</c:v>
                </c:pt>
                <c:pt idx="2190">
                  <c:v>52.237099999999998</c:v>
                </c:pt>
                <c:pt idx="2191">
                  <c:v>52.258800000000001</c:v>
                </c:pt>
                <c:pt idx="2192">
                  <c:v>52.283099999999997</c:v>
                </c:pt>
                <c:pt idx="2193">
                  <c:v>52.304699999999997</c:v>
                </c:pt>
                <c:pt idx="2194">
                  <c:v>52.324800000000003</c:v>
                </c:pt>
                <c:pt idx="2195">
                  <c:v>52.348100000000002</c:v>
                </c:pt>
                <c:pt idx="2196">
                  <c:v>52.369399999999999</c:v>
                </c:pt>
                <c:pt idx="2197">
                  <c:v>52.391399999999997</c:v>
                </c:pt>
                <c:pt idx="2198">
                  <c:v>52.415399999999998</c:v>
                </c:pt>
                <c:pt idx="2199">
                  <c:v>52.439500000000002</c:v>
                </c:pt>
                <c:pt idx="2200">
                  <c:v>52.462800000000001</c:v>
                </c:pt>
                <c:pt idx="2201">
                  <c:v>52.485500000000002</c:v>
                </c:pt>
                <c:pt idx="2202">
                  <c:v>52.508400000000002</c:v>
                </c:pt>
                <c:pt idx="2203">
                  <c:v>52.538899999999998</c:v>
                </c:pt>
                <c:pt idx="2204">
                  <c:v>52.561100000000003</c:v>
                </c:pt>
                <c:pt idx="2205">
                  <c:v>52.582000000000001</c:v>
                </c:pt>
                <c:pt idx="2206">
                  <c:v>52.604700000000001</c:v>
                </c:pt>
                <c:pt idx="2207">
                  <c:v>52.625100000000003</c:v>
                </c:pt>
                <c:pt idx="2208">
                  <c:v>52.649000000000001</c:v>
                </c:pt>
                <c:pt idx="2209">
                  <c:v>52.672199999999997</c:v>
                </c:pt>
                <c:pt idx="2210">
                  <c:v>52.694299999999998</c:v>
                </c:pt>
                <c:pt idx="2211">
                  <c:v>52.7179</c:v>
                </c:pt>
                <c:pt idx="2212">
                  <c:v>52.742600000000003</c:v>
                </c:pt>
                <c:pt idx="2213">
                  <c:v>52.763800000000003</c:v>
                </c:pt>
                <c:pt idx="2214">
                  <c:v>52.788499999999999</c:v>
                </c:pt>
                <c:pt idx="2215">
                  <c:v>52.8142</c:v>
                </c:pt>
                <c:pt idx="2216">
                  <c:v>52.838200000000001</c:v>
                </c:pt>
                <c:pt idx="2217">
                  <c:v>52.860799999999998</c:v>
                </c:pt>
                <c:pt idx="2218">
                  <c:v>52.882300000000001</c:v>
                </c:pt>
                <c:pt idx="2219">
                  <c:v>52.906799999999997</c:v>
                </c:pt>
                <c:pt idx="2220">
                  <c:v>52.937199999999997</c:v>
                </c:pt>
                <c:pt idx="2221">
                  <c:v>52.959000000000003</c:v>
                </c:pt>
                <c:pt idx="2222">
                  <c:v>52.985999999999997</c:v>
                </c:pt>
                <c:pt idx="2223">
                  <c:v>53.008899999999997</c:v>
                </c:pt>
                <c:pt idx="2224">
                  <c:v>53.033700000000003</c:v>
                </c:pt>
                <c:pt idx="2225">
                  <c:v>53.057299999999998</c:v>
                </c:pt>
                <c:pt idx="2226">
                  <c:v>53.080800000000004</c:v>
                </c:pt>
                <c:pt idx="2227">
                  <c:v>53.102899999999998</c:v>
                </c:pt>
                <c:pt idx="2228">
                  <c:v>53.128700000000002</c:v>
                </c:pt>
                <c:pt idx="2229">
                  <c:v>53.154600000000002</c:v>
                </c:pt>
                <c:pt idx="2230">
                  <c:v>53.175800000000002</c:v>
                </c:pt>
                <c:pt idx="2231">
                  <c:v>53.206699999999998</c:v>
                </c:pt>
                <c:pt idx="2232">
                  <c:v>53.2286</c:v>
                </c:pt>
                <c:pt idx="2233">
                  <c:v>53.257599999999996</c:v>
                </c:pt>
                <c:pt idx="2234">
                  <c:v>53.278100000000002</c:v>
                </c:pt>
                <c:pt idx="2235">
                  <c:v>53.308599999999998</c:v>
                </c:pt>
                <c:pt idx="2236">
                  <c:v>53.333100000000002</c:v>
                </c:pt>
                <c:pt idx="2237">
                  <c:v>53.357199999999999</c:v>
                </c:pt>
                <c:pt idx="2238">
                  <c:v>53.386299999999999</c:v>
                </c:pt>
                <c:pt idx="2239">
                  <c:v>53.413899999999998</c:v>
                </c:pt>
                <c:pt idx="2240">
                  <c:v>53.441499999999998</c:v>
                </c:pt>
                <c:pt idx="2241">
                  <c:v>53.470500000000001</c:v>
                </c:pt>
                <c:pt idx="2242">
                  <c:v>53.503799999999998</c:v>
                </c:pt>
                <c:pt idx="2243">
                  <c:v>53.535899999999998</c:v>
                </c:pt>
                <c:pt idx="2244">
                  <c:v>53.570999999999998</c:v>
                </c:pt>
                <c:pt idx="2245">
                  <c:v>53.602499999999999</c:v>
                </c:pt>
                <c:pt idx="2246">
                  <c:v>53.634799999999998</c:v>
                </c:pt>
                <c:pt idx="2247">
                  <c:v>53.665199999999999</c:v>
                </c:pt>
                <c:pt idx="2248">
                  <c:v>53.699599999999997</c:v>
                </c:pt>
                <c:pt idx="2249">
                  <c:v>53.725000000000001</c:v>
                </c:pt>
                <c:pt idx="2250">
                  <c:v>53.750799999999998</c:v>
                </c:pt>
                <c:pt idx="2251">
                  <c:v>53.775300000000001</c:v>
                </c:pt>
                <c:pt idx="2252">
                  <c:v>53.7986</c:v>
                </c:pt>
                <c:pt idx="2253">
                  <c:v>53.823900000000002</c:v>
                </c:pt>
                <c:pt idx="2254">
                  <c:v>53.850200000000001</c:v>
                </c:pt>
                <c:pt idx="2255">
                  <c:v>53.877699999999997</c:v>
                </c:pt>
                <c:pt idx="2256">
                  <c:v>53.9071</c:v>
                </c:pt>
                <c:pt idx="2257">
                  <c:v>53.933999999999997</c:v>
                </c:pt>
                <c:pt idx="2258">
                  <c:v>53.955100000000002</c:v>
                </c:pt>
                <c:pt idx="2259">
                  <c:v>53.977699999999999</c:v>
                </c:pt>
                <c:pt idx="2260">
                  <c:v>53.998899999999999</c:v>
                </c:pt>
                <c:pt idx="2261">
                  <c:v>54.025300000000001</c:v>
                </c:pt>
                <c:pt idx="2262">
                  <c:v>54.046399999999998</c:v>
                </c:pt>
                <c:pt idx="2263">
                  <c:v>54.066800000000001</c:v>
                </c:pt>
                <c:pt idx="2264">
                  <c:v>54.087299999999999</c:v>
                </c:pt>
                <c:pt idx="2265">
                  <c:v>54.110500000000002</c:v>
                </c:pt>
                <c:pt idx="2266">
                  <c:v>54.136600000000001</c:v>
                </c:pt>
                <c:pt idx="2267">
                  <c:v>54.157200000000003</c:v>
                </c:pt>
                <c:pt idx="2268">
                  <c:v>54.181399999999996</c:v>
                </c:pt>
                <c:pt idx="2269">
                  <c:v>54.212200000000003</c:v>
                </c:pt>
                <c:pt idx="2270">
                  <c:v>54.240200000000002</c:v>
                </c:pt>
                <c:pt idx="2271">
                  <c:v>54.262999999999998</c:v>
                </c:pt>
                <c:pt idx="2272">
                  <c:v>54.285200000000003</c:v>
                </c:pt>
                <c:pt idx="2273">
                  <c:v>54.310299999999998</c:v>
                </c:pt>
                <c:pt idx="2274">
                  <c:v>54.331099999999999</c:v>
                </c:pt>
                <c:pt idx="2275">
                  <c:v>54.351300000000002</c:v>
                </c:pt>
                <c:pt idx="2276">
                  <c:v>54.375700000000002</c:v>
                </c:pt>
                <c:pt idx="2277">
                  <c:v>54.404200000000003</c:v>
                </c:pt>
                <c:pt idx="2278">
                  <c:v>54.427399999999999</c:v>
                </c:pt>
                <c:pt idx="2279">
                  <c:v>54.45</c:v>
                </c:pt>
                <c:pt idx="2280">
                  <c:v>54.478499999999997</c:v>
                </c:pt>
                <c:pt idx="2281">
                  <c:v>54.500799999999998</c:v>
                </c:pt>
                <c:pt idx="2282">
                  <c:v>54.526000000000003</c:v>
                </c:pt>
                <c:pt idx="2283">
                  <c:v>54.547600000000003</c:v>
                </c:pt>
                <c:pt idx="2284">
                  <c:v>54.570700000000002</c:v>
                </c:pt>
                <c:pt idx="2285">
                  <c:v>54.596499999999999</c:v>
                </c:pt>
                <c:pt idx="2286">
                  <c:v>54.617699999999999</c:v>
                </c:pt>
                <c:pt idx="2287">
                  <c:v>54.637900000000002</c:v>
                </c:pt>
                <c:pt idx="2288">
                  <c:v>54.663400000000003</c:v>
                </c:pt>
                <c:pt idx="2289">
                  <c:v>54.688899999999997</c:v>
                </c:pt>
                <c:pt idx="2290">
                  <c:v>54.714799999999997</c:v>
                </c:pt>
                <c:pt idx="2291">
                  <c:v>54.736600000000003</c:v>
                </c:pt>
                <c:pt idx="2292">
                  <c:v>54.768000000000001</c:v>
                </c:pt>
                <c:pt idx="2293">
                  <c:v>54.792999999999999</c:v>
                </c:pt>
                <c:pt idx="2294">
                  <c:v>54.820399999999999</c:v>
                </c:pt>
                <c:pt idx="2295">
                  <c:v>54.8461</c:v>
                </c:pt>
                <c:pt idx="2296">
                  <c:v>54.871899999999997</c:v>
                </c:pt>
                <c:pt idx="2297">
                  <c:v>54.8962</c:v>
                </c:pt>
                <c:pt idx="2298">
                  <c:v>54.923299999999998</c:v>
                </c:pt>
                <c:pt idx="2299">
                  <c:v>54.945999999999998</c:v>
                </c:pt>
                <c:pt idx="2300">
                  <c:v>54.9711</c:v>
                </c:pt>
                <c:pt idx="2301">
                  <c:v>54.9955</c:v>
                </c:pt>
                <c:pt idx="2302">
                  <c:v>55.019500000000001</c:v>
                </c:pt>
                <c:pt idx="2303">
                  <c:v>55.045400000000001</c:v>
                </c:pt>
                <c:pt idx="2304">
                  <c:v>55.078299999999999</c:v>
                </c:pt>
                <c:pt idx="2305">
                  <c:v>55.107799999999997</c:v>
                </c:pt>
                <c:pt idx="2306">
                  <c:v>55.136000000000003</c:v>
                </c:pt>
                <c:pt idx="2307">
                  <c:v>55.165599999999998</c:v>
                </c:pt>
                <c:pt idx="2308">
                  <c:v>55.191000000000003</c:v>
                </c:pt>
                <c:pt idx="2309">
                  <c:v>55.217500000000001</c:v>
                </c:pt>
                <c:pt idx="2310">
                  <c:v>55.243000000000002</c:v>
                </c:pt>
                <c:pt idx="2311">
                  <c:v>55.270400000000002</c:v>
                </c:pt>
                <c:pt idx="2312">
                  <c:v>55.2971</c:v>
                </c:pt>
                <c:pt idx="2313">
                  <c:v>55.323599999999999</c:v>
                </c:pt>
                <c:pt idx="2314">
                  <c:v>55.348100000000002</c:v>
                </c:pt>
                <c:pt idx="2315">
                  <c:v>55.397100000000002</c:v>
                </c:pt>
                <c:pt idx="2316">
                  <c:v>55.418599999999998</c:v>
                </c:pt>
                <c:pt idx="2317">
                  <c:v>55.442500000000003</c:v>
                </c:pt>
                <c:pt idx="2318">
                  <c:v>55.465299999999999</c:v>
                </c:pt>
                <c:pt idx="2319">
                  <c:v>55.487299999999998</c:v>
                </c:pt>
                <c:pt idx="2320">
                  <c:v>55.514600000000002</c:v>
                </c:pt>
                <c:pt idx="2321">
                  <c:v>55.541899999999998</c:v>
                </c:pt>
                <c:pt idx="2322">
                  <c:v>55.563099999999999</c:v>
                </c:pt>
                <c:pt idx="2323">
                  <c:v>55.583599999999997</c:v>
                </c:pt>
                <c:pt idx="2324">
                  <c:v>55.611699999999999</c:v>
                </c:pt>
                <c:pt idx="2325">
                  <c:v>55.635599999999997</c:v>
                </c:pt>
                <c:pt idx="2326">
                  <c:v>55.657800000000002</c:v>
                </c:pt>
                <c:pt idx="2327">
                  <c:v>55.685699999999997</c:v>
                </c:pt>
                <c:pt idx="2328">
                  <c:v>55.707500000000003</c:v>
                </c:pt>
                <c:pt idx="2329">
                  <c:v>55.7316</c:v>
                </c:pt>
                <c:pt idx="2330">
                  <c:v>55.753599999999999</c:v>
                </c:pt>
                <c:pt idx="2331">
                  <c:v>55.775799999999997</c:v>
                </c:pt>
                <c:pt idx="2332">
                  <c:v>55.803899999999999</c:v>
                </c:pt>
                <c:pt idx="2333">
                  <c:v>55.825400000000002</c:v>
                </c:pt>
                <c:pt idx="2334">
                  <c:v>55.845999999999997</c:v>
                </c:pt>
                <c:pt idx="2335">
                  <c:v>55.867100000000001</c:v>
                </c:pt>
                <c:pt idx="2336">
                  <c:v>55.893799999999999</c:v>
                </c:pt>
                <c:pt idx="2337">
                  <c:v>55.920999999999999</c:v>
                </c:pt>
                <c:pt idx="2338">
                  <c:v>55.942999999999998</c:v>
                </c:pt>
                <c:pt idx="2339">
                  <c:v>55.975999999999999</c:v>
                </c:pt>
                <c:pt idx="2340">
                  <c:v>56.003799999999998</c:v>
                </c:pt>
                <c:pt idx="2341">
                  <c:v>56.0244</c:v>
                </c:pt>
                <c:pt idx="2342">
                  <c:v>56.044699999999999</c:v>
                </c:pt>
                <c:pt idx="2343">
                  <c:v>56.066699999999997</c:v>
                </c:pt>
                <c:pt idx="2344">
                  <c:v>56.091799999999999</c:v>
                </c:pt>
                <c:pt idx="2345">
                  <c:v>56.113399999999999</c:v>
                </c:pt>
                <c:pt idx="2346">
                  <c:v>56.137300000000003</c:v>
                </c:pt>
                <c:pt idx="2347">
                  <c:v>56.164999999999999</c:v>
                </c:pt>
                <c:pt idx="2348">
                  <c:v>56.185499999999998</c:v>
                </c:pt>
                <c:pt idx="2349">
                  <c:v>56.2059</c:v>
                </c:pt>
                <c:pt idx="2350">
                  <c:v>56.233199999999997</c:v>
                </c:pt>
                <c:pt idx="2351">
                  <c:v>56.2532</c:v>
                </c:pt>
                <c:pt idx="2352">
                  <c:v>56.280900000000003</c:v>
                </c:pt>
                <c:pt idx="2353">
                  <c:v>56.304600000000001</c:v>
                </c:pt>
                <c:pt idx="2354">
                  <c:v>56.331899999999997</c:v>
                </c:pt>
                <c:pt idx="2355">
                  <c:v>56.356200000000001</c:v>
                </c:pt>
                <c:pt idx="2356">
                  <c:v>56.383499999999998</c:v>
                </c:pt>
                <c:pt idx="2357">
                  <c:v>56.406799999999997</c:v>
                </c:pt>
                <c:pt idx="2358">
                  <c:v>56.434800000000003</c:v>
                </c:pt>
                <c:pt idx="2359">
                  <c:v>56.462000000000003</c:v>
                </c:pt>
                <c:pt idx="2360">
                  <c:v>56.490699999999997</c:v>
                </c:pt>
                <c:pt idx="2361">
                  <c:v>56.511400000000002</c:v>
                </c:pt>
                <c:pt idx="2362">
                  <c:v>56.5364</c:v>
                </c:pt>
                <c:pt idx="2363">
                  <c:v>56.5595</c:v>
                </c:pt>
                <c:pt idx="2364">
                  <c:v>56.580100000000002</c:v>
                </c:pt>
                <c:pt idx="2365">
                  <c:v>56.603099999999998</c:v>
                </c:pt>
                <c:pt idx="2366">
                  <c:v>56.630899999999997</c:v>
                </c:pt>
                <c:pt idx="2367">
                  <c:v>56.651299999999999</c:v>
                </c:pt>
                <c:pt idx="2368">
                  <c:v>56.678199999999997</c:v>
                </c:pt>
                <c:pt idx="2369">
                  <c:v>56.704099999999997</c:v>
                </c:pt>
                <c:pt idx="2370">
                  <c:v>56.7254</c:v>
                </c:pt>
                <c:pt idx="2371">
                  <c:v>56.7455</c:v>
                </c:pt>
                <c:pt idx="2372">
                  <c:v>56.768799999999999</c:v>
                </c:pt>
                <c:pt idx="2373">
                  <c:v>56.7898</c:v>
                </c:pt>
                <c:pt idx="2374">
                  <c:v>56.816099999999999</c:v>
                </c:pt>
                <c:pt idx="2375">
                  <c:v>56.840899999999998</c:v>
                </c:pt>
                <c:pt idx="2376">
                  <c:v>56.8643</c:v>
                </c:pt>
                <c:pt idx="2377">
                  <c:v>56.892000000000003</c:v>
                </c:pt>
                <c:pt idx="2378">
                  <c:v>56.916200000000003</c:v>
                </c:pt>
                <c:pt idx="2379">
                  <c:v>56.942700000000002</c:v>
                </c:pt>
                <c:pt idx="2380">
                  <c:v>56.969000000000001</c:v>
                </c:pt>
                <c:pt idx="2381">
                  <c:v>56.989400000000003</c:v>
                </c:pt>
                <c:pt idx="2382">
                  <c:v>57.009599999999999</c:v>
                </c:pt>
                <c:pt idx="2383">
                  <c:v>57.031199999999998</c:v>
                </c:pt>
                <c:pt idx="2384">
                  <c:v>57.052399999999999</c:v>
                </c:pt>
                <c:pt idx="2385">
                  <c:v>57.073300000000003</c:v>
                </c:pt>
                <c:pt idx="2386">
                  <c:v>57.093699999999998</c:v>
                </c:pt>
                <c:pt idx="2387">
                  <c:v>57.118400000000001</c:v>
                </c:pt>
                <c:pt idx="2388">
                  <c:v>57.1417</c:v>
                </c:pt>
                <c:pt idx="2389">
                  <c:v>57.17</c:v>
                </c:pt>
                <c:pt idx="2390">
                  <c:v>57.190199999999997</c:v>
                </c:pt>
                <c:pt idx="2391">
                  <c:v>57.213900000000002</c:v>
                </c:pt>
                <c:pt idx="2392">
                  <c:v>57.236699999999999</c:v>
                </c:pt>
                <c:pt idx="2393">
                  <c:v>57.259300000000003</c:v>
                </c:pt>
                <c:pt idx="2394">
                  <c:v>57.282600000000002</c:v>
                </c:pt>
                <c:pt idx="2395">
                  <c:v>57.305100000000003</c:v>
                </c:pt>
                <c:pt idx="2396">
                  <c:v>57.328099999999999</c:v>
                </c:pt>
                <c:pt idx="2397">
                  <c:v>57.356000000000002</c:v>
                </c:pt>
                <c:pt idx="2398">
                  <c:v>57.376199999999997</c:v>
                </c:pt>
                <c:pt idx="2399">
                  <c:v>57.397500000000001</c:v>
                </c:pt>
                <c:pt idx="2400">
                  <c:v>57.421199999999999</c:v>
                </c:pt>
                <c:pt idx="2401">
                  <c:v>57.446100000000001</c:v>
                </c:pt>
                <c:pt idx="2402">
                  <c:v>57.472099999999998</c:v>
                </c:pt>
                <c:pt idx="2403">
                  <c:v>57.496499999999997</c:v>
                </c:pt>
                <c:pt idx="2404">
                  <c:v>57.521799999999999</c:v>
                </c:pt>
                <c:pt idx="2405">
                  <c:v>57.545699999999997</c:v>
                </c:pt>
                <c:pt idx="2406">
                  <c:v>57.572899999999997</c:v>
                </c:pt>
                <c:pt idx="2407">
                  <c:v>57.595300000000002</c:v>
                </c:pt>
                <c:pt idx="2408">
                  <c:v>57.622100000000003</c:v>
                </c:pt>
                <c:pt idx="2409">
                  <c:v>57.6511</c:v>
                </c:pt>
                <c:pt idx="2410">
                  <c:v>57.677</c:v>
                </c:pt>
                <c:pt idx="2411">
                  <c:v>57.701999999999998</c:v>
                </c:pt>
                <c:pt idx="2412">
                  <c:v>57.728000000000002</c:v>
                </c:pt>
                <c:pt idx="2413">
                  <c:v>57.754300000000001</c:v>
                </c:pt>
                <c:pt idx="2414">
                  <c:v>57.7789</c:v>
                </c:pt>
                <c:pt idx="2415">
                  <c:v>57.800699999999999</c:v>
                </c:pt>
                <c:pt idx="2416">
                  <c:v>57.8249</c:v>
                </c:pt>
                <c:pt idx="2417">
                  <c:v>57.853499999999997</c:v>
                </c:pt>
                <c:pt idx="2418">
                  <c:v>57.873699999999999</c:v>
                </c:pt>
                <c:pt idx="2419">
                  <c:v>57.898200000000003</c:v>
                </c:pt>
                <c:pt idx="2420">
                  <c:v>57.9236</c:v>
                </c:pt>
                <c:pt idx="2421">
                  <c:v>57.951999999999998</c:v>
                </c:pt>
                <c:pt idx="2422">
                  <c:v>57.9771</c:v>
                </c:pt>
                <c:pt idx="2423">
                  <c:v>57.997799999999998</c:v>
                </c:pt>
                <c:pt idx="2424">
                  <c:v>58.023299999999999</c:v>
                </c:pt>
                <c:pt idx="2425">
                  <c:v>58.045299999999997</c:v>
                </c:pt>
                <c:pt idx="2426">
                  <c:v>58.075600000000001</c:v>
                </c:pt>
                <c:pt idx="2427">
                  <c:v>58.102600000000002</c:v>
                </c:pt>
                <c:pt idx="2428">
                  <c:v>58.123600000000003</c:v>
                </c:pt>
                <c:pt idx="2429">
                  <c:v>58.144799999999996</c:v>
                </c:pt>
                <c:pt idx="2430">
                  <c:v>58.165100000000002</c:v>
                </c:pt>
                <c:pt idx="2431">
                  <c:v>58.191899999999997</c:v>
                </c:pt>
                <c:pt idx="2432">
                  <c:v>58.220100000000002</c:v>
                </c:pt>
                <c:pt idx="2433">
                  <c:v>58.242199999999997</c:v>
                </c:pt>
                <c:pt idx="2434">
                  <c:v>58.268300000000004</c:v>
                </c:pt>
                <c:pt idx="2435">
                  <c:v>58.292499999999997</c:v>
                </c:pt>
                <c:pt idx="2436">
                  <c:v>58.319299999999998</c:v>
                </c:pt>
                <c:pt idx="2437">
                  <c:v>58.347000000000001</c:v>
                </c:pt>
                <c:pt idx="2438">
                  <c:v>58.375399999999999</c:v>
                </c:pt>
                <c:pt idx="2439">
                  <c:v>58.405900000000003</c:v>
                </c:pt>
                <c:pt idx="2440">
                  <c:v>58.430799999999998</c:v>
                </c:pt>
                <c:pt idx="2441">
                  <c:v>58.457700000000003</c:v>
                </c:pt>
                <c:pt idx="2442">
                  <c:v>58.484400000000001</c:v>
                </c:pt>
                <c:pt idx="2443">
                  <c:v>58.508800000000001</c:v>
                </c:pt>
                <c:pt idx="2444">
                  <c:v>58.530500000000004</c:v>
                </c:pt>
                <c:pt idx="2445">
                  <c:v>58.550800000000002</c:v>
                </c:pt>
                <c:pt idx="2446">
                  <c:v>58.576599999999999</c:v>
                </c:pt>
                <c:pt idx="2447">
                  <c:v>58.608499999999999</c:v>
                </c:pt>
                <c:pt idx="2448">
                  <c:v>58.629800000000003</c:v>
                </c:pt>
                <c:pt idx="2449">
                  <c:v>58.652299999999997</c:v>
                </c:pt>
                <c:pt idx="2450">
                  <c:v>58.675600000000003</c:v>
                </c:pt>
                <c:pt idx="2451">
                  <c:v>58.698300000000003</c:v>
                </c:pt>
                <c:pt idx="2452">
                  <c:v>58.72</c:v>
                </c:pt>
                <c:pt idx="2453">
                  <c:v>58.741399999999999</c:v>
                </c:pt>
                <c:pt idx="2454">
                  <c:v>58.768999999999998</c:v>
                </c:pt>
                <c:pt idx="2455">
                  <c:v>58.795000000000002</c:v>
                </c:pt>
                <c:pt idx="2456">
                  <c:v>58.815100000000001</c:v>
                </c:pt>
                <c:pt idx="2457">
                  <c:v>58.844099999999997</c:v>
                </c:pt>
                <c:pt idx="2458">
                  <c:v>58.8705</c:v>
                </c:pt>
                <c:pt idx="2459">
                  <c:v>58.895699999999998</c:v>
                </c:pt>
                <c:pt idx="2460">
                  <c:v>58.922600000000003</c:v>
                </c:pt>
                <c:pt idx="2461">
                  <c:v>58.948</c:v>
                </c:pt>
                <c:pt idx="2462">
                  <c:v>58.972799999999999</c:v>
                </c:pt>
                <c:pt idx="2463">
                  <c:v>59.005200000000002</c:v>
                </c:pt>
                <c:pt idx="2464">
                  <c:v>59.031799999999997</c:v>
                </c:pt>
                <c:pt idx="2465">
                  <c:v>59.060200000000002</c:v>
                </c:pt>
                <c:pt idx="2466">
                  <c:v>59.0899</c:v>
                </c:pt>
                <c:pt idx="2467">
                  <c:v>59.110999999999997</c:v>
                </c:pt>
                <c:pt idx="2468">
                  <c:v>59.140500000000003</c:v>
                </c:pt>
                <c:pt idx="2469">
                  <c:v>59.161999999999999</c:v>
                </c:pt>
                <c:pt idx="2470">
                  <c:v>59.192399999999999</c:v>
                </c:pt>
                <c:pt idx="2471">
                  <c:v>59.222000000000001</c:v>
                </c:pt>
                <c:pt idx="2472">
                  <c:v>59.250300000000003</c:v>
                </c:pt>
                <c:pt idx="2473">
                  <c:v>59.2712</c:v>
                </c:pt>
                <c:pt idx="2474">
                  <c:v>59.297499999999999</c:v>
                </c:pt>
                <c:pt idx="2475">
                  <c:v>59.322800000000001</c:v>
                </c:pt>
                <c:pt idx="2476">
                  <c:v>59.344200000000001</c:v>
                </c:pt>
                <c:pt idx="2477">
                  <c:v>59.365600000000001</c:v>
                </c:pt>
                <c:pt idx="2478">
                  <c:v>59.3887</c:v>
                </c:pt>
                <c:pt idx="2479">
                  <c:v>59.418599999999998</c:v>
                </c:pt>
                <c:pt idx="2480">
                  <c:v>59.4495</c:v>
                </c:pt>
                <c:pt idx="2481">
                  <c:v>59.470300000000002</c:v>
                </c:pt>
                <c:pt idx="2482">
                  <c:v>59.492699999999999</c:v>
                </c:pt>
                <c:pt idx="2483">
                  <c:v>59.514099999999999</c:v>
                </c:pt>
                <c:pt idx="2484">
                  <c:v>59.542299999999997</c:v>
                </c:pt>
                <c:pt idx="2485">
                  <c:v>59.573099999999997</c:v>
                </c:pt>
                <c:pt idx="2486">
                  <c:v>59.593800000000002</c:v>
                </c:pt>
                <c:pt idx="2487">
                  <c:v>59.621200000000002</c:v>
                </c:pt>
                <c:pt idx="2488">
                  <c:v>59.641199999999998</c:v>
                </c:pt>
                <c:pt idx="2489">
                  <c:v>59.6629</c:v>
                </c:pt>
                <c:pt idx="2490">
                  <c:v>59.689599999999999</c:v>
                </c:pt>
                <c:pt idx="2491">
                  <c:v>59.711100000000002</c:v>
                </c:pt>
                <c:pt idx="2492">
                  <c:v>59.736699999999999</c:v>
                </c:pt>
                <c:pt idx="2493">
                  <c:v>59.757399999999997</c:v>
                </c:pt>
                <c:pt idx="2494">
                  <c:v>59.7849</c:v>
                </c:pt>
                <c:pt idx="2495">
                  <c:v>59.807499999999997</c:v>
                </c:pt>
                <c:pt idx="2496">
                  <c:v>59.834499999999998</c:v>
                </c:pt>
                <c:pt idx="2497">
                  <c:v>59.860500000000002</c:v>
                </c:pt>
                <c:pt idx="2498">
                  <c:v>59.881599999999999</c:v>
                </c:pt>
                <c:pt idx="2499">
                  <c:v>59.909500000000001</c:v>
                </c:pt>
                <c:pt idx="2500">
                  <c:v>59.930100000000003</c:v>
                </c:pt>
                <c:pt idx="2501">
                  <c:v>59.953000000000003</c:v>
                </c:pt>
                <c:pt idx="2502">
                  <c:v>59.973799999999997</c:v>
                </c:pt>
                <c:pt idx="2503">
                  <c:v>60.005400000000002</c:v>
                </c:pt>
                <c:pt idx="2504">
                  <c:v>60.0289</c:v>
                </c:pt>
                <c:pt idx="2505">
                  <c:v>60.052500000000002</c:v>
                </c:pt>
                <c:pt idx="2506">
                  <c:v>60.073900000000002</c:v>
                </c:pt>
                <c:pt idx="2507">
                  <c:v>60.095599999999997</c:v>
                </c:pt>
                <c:pt idx="2508">
                  <c:v>60.121499999999997</c:v>
                </c:pt>
                <c:pt idx="2509">
                  <c:v>60.143000000000001</c:v>
                </c:pt>
                <c:pt idx="2510">
                  <c:v>60.164900000000003</c:v>
                </c:pt>
                <c:pt idx="2511">
                  <c:v>60.184899999999999</c:v>
                </c:pt>
                <c:pt idx="2512">
                  <c:v>60.215499999999999</c:v>
                </c:pt>
                <c:pt idx="2513">
                  <c:v>60.246200000000002</c:v>
                </c:pt>
                <c:pt idx="2514">
                  <c:v>60.2759</c:v>
                </c:pt>
                <c:pt idx="2515">
                  <c:v>60.302100000000003</c:v>
                </c:pt>
                <c:pt idx="2516">
                  <c:v>60.322600000000001</c:v>
                </c:pt>
                <c:pt idx="2517">
                  <c:v>60.345199999999998</c:v>
                </c:pt>
                <c:pt idx="2518">
                  <c:v>60.367899999999999</c:v>
                </c:pt>
                <c:pt idx="2519">
                  <c:v>60.393599999999999</c:v>
                </c:pt>
                <c:pt idx="2520">
                  <c:v>60.425199999999997</c:v>
                </c:pt>
                <c:pt idx="2521">
                  <c:v>60.449100000000001</c:v>
                </c:pt>
                <c:pt idx="2522">
                  <c:v>60.47</c:v>
                </c:pt>
                <c:pt idx="2523">
                  <c:v>60.4908</c:v>
                </c:pt>
                <c:pt idx="2524">
                  <c:v>60.513599999999997</c:v>
                </c:pt>
                <c:pt idx="2525">
                  <c:v>60.535499999999999</c:v>
                </c:pt>
                <c:pt idx="2526">
                  <c:v>60.561900000000001</c:v>
                </c:pt>
                <c:pt idx="2527">
                  <c:v>60.585299999999997</c:v>
                </c:pt>
                <c:pt idx="2528">
                  <c:v>60.611600000000003</c:v>
                </c:pt>
                <c:pt idx="2529">
                  <c:v>60.634</c:v>
                </c:pt>
                <c:pt idx="2530">
                  <c:v>60.656799999999997</c:v>
                </c:pt>
                <c:pt idx="2531">
                  <c:v>60.684100000000001</c:v>
                </c:pt>
                <c:pt idx="2532">
                  <c:v>60.713700000000003</c:v>
                </c:pt>
                <c:pt idx="2533">
                  <c:v>60.740600000000001</c:v>
                </c:pt>
                <c:pt idx="2534">
                  <c:v>60.7669</c:v>
                </c:pt>
                <c:pt idx="2535">
                  <c:v>60.791499999999999</c:v>
                </c:pt>
                <c:pt idx="2536">
                  <c:v>60.814599999999999</c:v>
                </c:pt>
                <c:pt idx="2537">
                  <c:v>60.8352</c:v>
                </c:pt>
                <c:pt idx="2538">
                  <c:v>60.857900000000001</c:v>
                </c:pt>
                <c:pt idx="2539">
                  <c:v>60.886600000000001</c:v>
                </c:pt>
                <c:pt idx="2540">
                  <c:v>60.917499999999997</c:v>
                </c:pt>
                <c:pt idx="2541">
                  <c:v>60.937800000000003</c:v>
                </c:pt>
                <c:pt idx="2542">
                  <c:v>60.965400000000002</c:v>
                </c:pt>
                <c:pt idx="2543">
                  <c:v>60.991500000000002</c:v>
                </c:pt>
                <c:pt idx="2544">
                  <c:v>61.019500000000001</c:v>
                </c:pt>
                <c:pt idx="2545">
                  <c:v>61.044400000000003</c:v>
                </c:pt>
                <c:pt idx="2546">
                  <c:v>61.074100000000001</c:v>
                </c:pt>
                <c:pt idx="2547">
                  <c:v>61.098300000000002</c:v>
                </c:pt>
                <c:pt idx="2548">
                  <c:v>61.124600000000001</c:v>
                </c:pt>
                <c:pt idx="2549">
                  <c:v>61.1496</c:v>
                </c:pt>
              </c:numCache>
            </c:numRef>
          </c:xVal>
          <c:yVal>
            <c:numRef>
              <c:f>Sheet1!$B$2:$B$2551</c:f>
              <c:numCache>
                <c:formatCode>General</c:formatCode>
                <c:ptCount val="255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6.6100000000000006E-2</c:v>
                </c:pt>
                <c:pt idx="216">
                  <c:v>9.9099999999999994E-2</c:v>
                </c:pt>
                <c:pt idx="217">
                  <c:v>0.13220000000000001</c:v>
                </c:pt>
                <c:pt idx="218">
                  <c:v>0.16520000000000001</c:v>
                </c:pt>
                <c:pt idx="219">
                  <c:v>0.1983</c:v>
                </c:pt>
                <c:pt idx="220">
                  <c:v>0.23130000000000001</c:v>
                </c:pt>
                <c:pt idx="221">
                  <c:v>0.2974</c:v>
                </c:pt>
                <c:pt idx="222">
                  <c:v>0.33050000000000002</c:v>
                </c:pt>
                <c:pt idx="223">
                  <c:v>0.36349999999999999</c:v>
                </c:pt>
                <c:pt idx="224">
                  <c:v>0.39660000000000001</c:v>
                </c:pt>
                <c:pt idx="225">
                  <c:v>0.42959999999999998</c:v>
                </c:pt>
                <c:pt idx="226">
                  <c:v>0.4627</c:v>
                </c:pt>
                <c:pt idx="227">
                  <c:v>0.52869999999999995</c:v>
                </c:pt>
                <c:pt idx="228">
                  <c:v>0.56179999999999997</c:v>
                </c:pt>
                <c:pt idx="229">
                  <c:v>0.5948</c:v>
                </c:pt>
                <c:pt idx="230">
                  <c:v>0.62790000000000001</c:v>
                </c:pt>
                <c:pt idx="231">
                  <c:v>0.66090000000000004</c:v>
                </c:pt>
                <c:pt idx="232">
                  <c:v>0.69399999999999995</c:v>
                </c:pt>
                <c:pt idx="233">
                  <c:v>0.7601</c:v>
                </c:pt>
                <c:pt idx="234">
                  <c:v>0.79310000000000003</c:v>
                </c:pt>
                <c:pt idx="235">
                  <c:v>0.82620000000000005</c:v>
                </c:pt>
                <c:pt idx="236">
                  <c:v>0.85919999999999996</c:v>
                </c:pt>
                <c:pt idx="237">
                  <c:v>0.89229999999999998</c:v>
                </c:pt>
                <c:pt idx="238">
                  <c:v>0.95840000000000003</c:v>
                </c:pt>
                <c:pt idx="239">
                  <c:v>0.99139999999999995</c:v>
                </c:pt>
                <c:pt idx="240">
                  <c:v>1.0245</c:v>
                </c:pt>
                <c:pt idx="241">
                  <c:v>1.0575000000000001</c:v>
                </c:pt>
                <c:pt idx="242">
                  <c:v>1.0905</c:v>
                </c:pt>
                <c:pt idx="243">
                  <c:v>1.1566000000000001</c:v>
                </c:pt>
                <c:pt idx="244">
                  <c:v>1.1897</c:v>
                </c:pt>
                <c:pt idx="245">
                  <c:v>1.2226999999999999</c:v>
                </c:pt>
                <c:pt idx="246">
                  <c:v>1.2558</c:v>
                </c:pt>
                <c:pt idx="247">
                  <c:v>1.3219000000000001</c:v>
                </c:pt>
                <c:pt idx="248">
                  <c:v>1.3549</c:v>
                </c:pt>
                <c:pt idx="249">
                  <c:v>1.3879999999999999</c:v>
                </c:pt>
                <c:pt idx="250">
                  <c:v>1.421</c:v>
                </c:pt>
                <c:pt idx="251">
                  <c:v>1.4540999999999999</c:v>
                </c:pt>
                <c:pt idx="252">
                  <c:v>1.4871000000000001</c:v>
                </c:pt>
                <c:pt idx="253">
                  <c:v>1.5531999999999999</c:v>
                </c:pt>
                <c:pt idx="254">
                  <c:v>1.5862000000000001</c:v>
                </c:pt>
                <c:pt idx="255">
                  <c:v>1.6193</c:v>
                </c:pt>
                <c:pt idx="256">
                  <c:v>1.6523000000000001</c:v>
                </c:pt>
                <c:pt idx="257">
                  <c:v>1.7183999999999999</c:v>
                </c:pt>
                <c:pt idx="258">
                  <c:v>1.7515000000000001</c:v>
                </c:pt>
                <c:pt idx="259">
                  <c:v>1.7845</c:v>
                </c:pt>
                <c:pt idx="260">
                  <c:v>1.8176000000000001</c:v>
                </c:pt>
                <c:pt idx="261">
                  <c:v>1.8506</c:v>
                </c:pt>
                <c:pt idx="262">
                  <c:v>1.8836999999999999</c:v>
                </c:pt>
                <c:pt idx="263">
                  <c:v>1.9167000000000001</c:v>
                </c:pt>
                <c:pt idx="264">
                  <c:v>1.9498</c:v>
                </c:pt>
                <c:pt idx="265">
                  <c:v>2.0158999999999998</c:v>
                </c:pt>
                <c:pt idx="266">
                  <c:v>2.0489000000000002</c:v>
                </c:pt>
                <c:pt idx="267">
                  <c:v>2.0819000000000001</c:v>
                </c:pt>
                <c:pt idx="268">
                  <c:v>2.1150000000000002</c:v>
                </c:pt>
                <c:pt idx="269">
                  <c:v>2.1480000000000001</c:v>
                </c:pt>
                <c:pt idx="270">
                  <c:v>2.1810999999999998</c:v>
                </c:pt>
                <c:pt idx="271">
                  <c:v>2.2471999999999999</c:v>
                </c:pt>
                <c:pt idx="272">
                  <c:v>2.2801999999999998</c:v>
                </c:pt>
                <c:pt idx="273">
                  <c:v>2.3132999999999999</c:v>
                </c:pt>
                <c:pt idx="274">
                  <c:v>2.3462999999999998</c:v>
                </c:pt>
                <c:pt idx="275">
                  <c:v>2.3794</c:v>
                </c:pt>
                <c:pt idx="276">
                  <c:v>2.4455</c:v>
                </c:pt>
                <c:pt idx="277">
                  <c:v>2.4784999999999999</c:v>
                </c:pt>
                <c:pt idx="278">
                  <c:v>2.5116000000000001</c:v>
                </c:pt>
                <c:pt idx="279">
                  <c:v>2.5446</c:v>
                </c:pt>
                <c:pt idx="280">
                  <c:v>2.5775999999999999</c:v>
                </c:pt>
                <c:pt idx="281">
                  <c:v>2.6107</c:v>
                </c:pt>
                <c:pt idx="282">
                  <c:v>2.6436999999999999</c:v>
                </c:pt>
                <c:pt idx="283">
                  <c:v>2.6768000000000001</c:v>
                </c:pt>
                <c:pt idx="284">
                  <c:v>2.7098</c:v>
                </c:pt>
                <c:pt idx="285">
                  <c:v>2.7759</c:v>
                </c:pt>
                <c:pt idx="286">
                  <c:v>2.8090000000000002</c:v>
                </c:pt>
                <c:pt idx="287">
                  <c:v>2.8420000000000001</c:v>
                </c:pt>
                <c:pt idx="288">
                  <c:v>2.9081000000000001</c:v>
                </c:pt>
                <c:pt idx="289">
                  <c:v>2.9411999999999998</c:v>
                </c:pt>
                <c:pt idx="290">
                  <c:v>2.9742000000000002</c:v>
                </c:pt>
                <c:pt idx="291">
                  <c:v>3.0072999999999999</c:v>
                </c:pt>
                <c:pt idx="292">
                  <c:v>3.0733000000000001</c:v>
                </c:pt>
                <c:pt idx="293">
                  <c:v>3.1063999999999998</c:v>
                </c:pt>
                <c:pt idx="294">
                  <c:v>3.1394000000000002</c:v>
                </c:pt>
                <c:pt idx="295">
                  <c:v>3.1724999999999999</c:v>
                </c:pt>
                <c:pt idx="296">
                  <c:v>3.2054999999999998</c:v>
                </c:pt>
                <c:pt idx="297">
                  <c:v>3.2715999999999998</c:v>
                </c:pt>
                <c:pt idx="298">
                  <c:v>3.3047</c:v>
                </c:pt>
                <c:pt idx="299">
                  <c:v>3.3376999999999999</c:v>
                </c:pt>
                <c:pt idx="300">
                  <c:v>3.3708</c:v>
                </c:pt>
                <c:pt idx="301">
                  <c:v>3.4037999999999999</c:v>
                </c:pt>
                <c:pt idx="302">
                  <c:v>3.4369000000000001</c:v>
                </c:pt>
                <c:pt idx="303">
                  <c:v>3.5030000000000001</c:v>
                </c:pt>
                <c:pt idx="304">
                  <c:v>3.536</c:v>
                </c:pt>
                <c:pt idx="305">
                  <c:v>3.569</c:v>
                </c:pt>
                <c:pt idx="306">
                  <c:v>3.6021000000000001</c:v>
                </c:pt>
                <c:pt idx="307">
                  <c:v>3.6682000000000001</c:v>
                </c:pt>
                <c:pt idx="308">
                  <c:v>3.7012</c:v>
                </c:pt>
                <c:pt idx="309">
                  <c:v>3.7343000000000002</c:v>
                </c:pt>
                <c:pt idx="310">
                  <c:v>3.7673000000000001</c:v>
                </c:pt>
                <c:pt idx="311">
                  <c:v>3.8003999999999998</c:v>
                </c:pt>
                <c:pt idx="312">
                  <c:v>3.8334000000000001</c:v>
                </c:pt>
                <c:pt idx="313">
                  <c:v>3.8997999999999999</c:v>
                </c:pt>
                <c:pt idx="314">
                  <c:v>3.9329999999999998</c:v>
                </c:pt>
                <c:pt idx="315">
                  <c:v>3.9662000000000002</c:v>
                </c:pt>
                <c:pt idx="316">
                  <c:v>3.9994000000000001</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3.9964</c:v>
                </c:pt>
                <c:pt idx="358">
                  <c:v>3.9619</c:v>
                </c:pt>
                <c:pt idx="359">
                  <c:v>3.8929</c:v>
                </c:pt>
                <c:pt idx="360">
                  <c:v>3.8584000000000001</c:v>
                </c:pt>
                <c:pt idx="361">
                  <c:v>3.8239999999999998</c:v>
                </c:pt>
                <c:pt idx="362">
                  <c:v>3.7894999999999999</c:v>
                </c:pt>
                <c:pt idx="363">
                  <c:v>3.7549999999999999</c:v>
                </c:pt>
                <c:pt idx="364">
                  <c:v>3.7204999999999999</c:v>
                </c:pt>
                <c:pt idx="365">
                  <c:v>3.6861000000000002</c:v>
                </c:pt>
                <c:pt idx="366">
                  <c:v>3.6171000000000002</c:v>
                </c:pt>
                <c:pt idx="367">
                  <c:v>3.5825999999999998</c:v>
                </c:pt>
                <c:pt idx="368">
                  <c:v>3.5480999999999998</c:v>
                </c:pt>
                <c:pt idx="369">
                  <c:v>3.5137</c:v>
                </c:pt>
                <c:pt idx="370">
                  <c:v>3.4792000000000001</c:v>
                </c:pt>
                <c:pt idx="371">
                  <c:v>3.4447000000000001</c:v>
                </c:pt>
                <c:pt idx="372">
                  <c:v>3.3757000000000001</c:v>
                </c:pt>
                <c:pt idx="373">
                  <c:v>3.3412999999999999</c:v>
                </c:pt>
                <c:pt idx="374">
                  <c:v>3.2723</c:v>
                </c:pt>
                <c:pt idx="375">
                  <c:v>3.2378</c:v>
                </c:pt>
                <c:pt idx="376">
                  <c:v>3.2033</c:v>
                </c:pt>
                <c:pt idx="377">
                  <c:v>3.1688999999999998</c:v>
                </c:pt>
                <c:pt idx="378">
                  <c:v>3.0998999999999999</c:v>
                </c:pt>
                <c:pt idx="379">
                  <c:v>3.0653999999999999</c:v>
                </c:pt>
                <c:pt idx="380">
                  <c:v>3.0308999999999999</c:v>
                </c:pt>
                <c:pt idx="381">
                  <c:v>2.9965000000000002</c:v>
                </c:pt>
                <c:pt idx="382">
                  <c:v>2.9620000000000002</c:v>
                </c:pt>
                <c:pt idx="383">
                  <c:v>2.9275000000000002</c:v>
                </c:pt>
                <c:pt idx="384">
                  <c:v>2.8584999999999998</c:v>
                </c:pt>
                <c:pt idx="385">
                  <c:v>2.8241000000000001</c:v>
                </c:pt>
                <c:pt idx="386">
                  <c:v>2.7896000000000001</c:v>
                </c:pt>
                <c:pt idx="387">
                  <c:v>2.7551000000000001</c:v>
                </c:pt>
                <c:pt idx="388">
                  <c:v>2.7206000000000001</c:v>
                </c:pt>
                <c:pt idx="389">
                  <c:v>2.6516999999999999</c:v>
                </c:pt>
                <c:pt idx="390">
                  <c:v>2.6172</c:v>
                </c:pt>
                <c:pt idx="391">
                  <c:v>2.5482</c:v>
                </c:pt>
                <c:pt idx="392">
                  <c:v>2.5137999999999998</c:v>
                </c:pt>
                <c:pt idx="393">
                  <c:v>2.4792999999999998</c:v>
                </c:pt>
                <c:pt idx="394">
                  <c:v>2.4102999999999999</c:v>
                </c:pt>
                <c:pt idx="395">
                  <c:v>2.3757999999999999</c:v>
                </c:pt>
                <c:pt idx="396">
                  <c:v>2.3414000000000001</c:v>
                </c:pt>
                <c:pt idx="397">
                  <c:v>2.3069000000000002</c:v>
                </c:pt>
                <c:pt idx="398">
                  <c:v>2.2724000000000002</c:v>
                </c:pt>
                <c:pt idx="399">
                  <c:v>2.2033999999999998</c:v>
                </c:pt>
                <c:pt idx="400">
                  <c:v>2.169</c:v>
                </c:pt>
                <c:pt idx="401">
                  <c:v>2.1345000000000001</c:v>
                </c:pt>
                <c:pt idx="402">
                  <c:v>2.1</c:v>
                </c:pt>
                <c:pt idx="403">
                  <c:v>2.0655000000000001</c:v>
                </c:pt>
                <c:pt idx="404">
                  <c:v>2.0310000000000001</c:v>
                </c:pt>
                <c:pt idx="405">
                  <c:v>1.9621</c:v>
                </c:pt>
                <c:pt idx="406">
                  <c:v>1.9276</c:v>
                </c:pt>
                <c:pt idx="407">
                  <c:v>1.8931</c:v>
                </c:pt>
                <c:pt idx="408">
                  <c:v>1.8586</c:v>
                </c:pt>
                <c:pt idx="409">
                  <c:v>1.8242</c:v>
                </c:pt>
                <c:pt idx="410">
                  <c:v>1.7897000000000001</c:v>
                </c:pt>
                <c:pt idx="411">
                  <c:v>1.7552000000000001</c:v>
                </c:pt>
                <c:pt idx="412">
                  <c:v>1.7206999999999999</c:v>
                </c:pt>
                <c:pt idx="413">
                  <c:v>1.6517999999999999</c:v>
                </c:pt>
                <c:pt idx="414">
                  <c:v>1.6173</c:v>
                </c:pt>
                <c:pt idx="415">
                  <c:v>1.5828</c:v>
                </c:pt>
                <c:pt idx="416">
                  <c:v>1.5483</c:v>
                </c:pt>
                <c:pt idx="417">
                  <c:v>1.5139</c:v>
                </c:pt>
                <c:pt idx="418">
                  <c:v>1.4794</c:v>
                </c:pt>
                <c:pt idx="419">
                  <c:v>1.4104000000000001</c:v>
                </c:pt>
                <c:pt idx="420">
                  <c:v>1.3758999999999999</c:v>
                </c:pt>
                <c:pt idx="421">
                  <c:v>1.3414999999999999</c:v>
                </c:pt>
                <c:pt idx="422">
                  <c:v>1.3069999999999999</c:v>
                </c:pt>
                <c:pt idx="423">
                  <c:v>1.238</c:v>
                </c:pt>
                <c:pt idx="424">
                  <c:v>1.2035</c:v>
                </c:pt>
                <c:pt idx="425">
                  <c:v>1.1691</c:v>
                </c:pt>
                <c:pt idx="426">
                  <c:v>1.1346000000000001</c:v>
                </c:pt>
                <c:pt idx="427">
                  <c:v>1.1001000000000001</c:v>
                </c:pt>
                <c:pt idx="428">
                  <c:v>1.0656000000000001</c:v>
                </c:pt>
                <c:pt idx="429">
                  <c:v>0.99670000000000003</c:v>
                </c:pt>
                <c:pt idx="430">
                  <c:v>0.96220000000000006</c:v>
                </c:pt>
                <c:pt idx="431">
                  <c:v>0.92769999999999997</c:v>
                </c:pt>
                <c:pt idx="432">
                  <c:v>0.89319999999999999</c:v>
                </c:pt>
                <c:pt idx="433">
                  <c:v>0.85870000000000002</c:v>
                </c:pt>
                <c:pt idx="434">
                  <c:v>0.82430000000000003</c:v>
                </c:pt>
                <c:pt idx="435">
                  <c:v>0.75529999999999997</c:v>
                </c:pt>
                <c:pt idx="436">
                  <c:v>0.7208</c:v>
                </c:pt>
                <c:pt idx="437">
                  <c:v>0.68630000000000002</c:v>
                </c:pt>
                <c:pt idx="438">
                  <c:v>0.65190000000000003</c:v>
                </c:pt>
                <c:pt idx="439">
                  <c:v>0.61739999999999995</c:v>
                </c:pt>
                <c:pt idx="440">
                  <c:v>0.58289999999999997</c:v>
                </c:pt>
                <c:pt idx="441">
                  <c:v>0.5484</c:v>
                </c:pt>
                <c:pt idx="442">
                  <c:v>0.51390000000000002</c:v>
                </c:pt>
                <c:pt idx="443">
                  <c:v>0.44500000000000001</c:v>
                </c:pt>
                <c:pt idx="444">
                  <c:v>0.41049999999999998</c:v>
                </c:pt>
                <c:pt idx="445">
                  <c:v>0.376</c:v>
                </c:pt>
                <c:pt idx="446">
                  <c:v>0.34160000000000001</c:v>
                </c:pt>
                <c:pt idx="447">
                  <c:v>0.27260000000000001</c:v>
                </c:pt>
                <c:pt idx="448">
                  <c:v>0.23810000000000001</c:v>
                </c:pt>
                <c:pt idx="449">
                  <c:v>0.2036</c:v>
                </c:pt>
                <c:pt idx="450">
                  <c:v>0.16919999999999999</c:v>
                </c:pt>
                <c:pt idx="451">
                  <c:v>0.13469999999999999</c:v>
                </c:pt>
                <c:pt idx="452">
                  <c:v>6.5699999999999995E-2</c:v>
                </c:pt>
                <c:pt idx="453">
                  <c:v>3.1199999999999999E-2</c:v>
                </c:pt>
                <c:pt idx="454">
                  <c:v>-3.2000000000000002E-3</c:v>
                </c:pt>
                <c:pt idx="455">
                  <c:v>-7.22E-2</c:v>
                </c:pt>
                <c:pt idx="456">
                  <c:v>-0.1067</c:v>
                </c:pt>
                <c:pt idx="457">
                  <c:v>-0.14119999999999999</c:v>
                </c:pt>
                <c:pt idx="458">
                  <c:v>-0.17560000000000001</c:v>
                </c:pt>
                <c:pt idx="459">
                  <c:v>-0.21010000000000001</c:v>
                </c:pt>
                <c:pt idx="460">
                  <c:v>-0.27910000000000001</c:v>
                </c:pt>
                <c:pt idx="461">
                  <c:v>-0.34799999999999998</c:v>
                </c:pt>
                <c:pt idx="462">
                  <c:v>-0.38250000000000001</c:v>
                </c:pt>
                <c:pt idx="463">
                  <c:v>-0.45150000000000001</c:v>
                </c:pt>
                <c:pt idx="464">
                  <c:v>-0.48599999999999999</c:v>
                </c:pt>
                <c:pt idx="465">
                  <c:v>-0.55489999999999995</c:v>
                </c:pt>
                <c:pt idx="466">
                  <c:v>-0.6583</c:v>
                </c:pt>
                <c:pt idx="467">
                  <c:v>-0.72729999999999995</c:v>
                </c:pt>
                <c:pt idx="468">
                  <c:v>-0.79630000000000001</c:v>
                </c:pt>
                <c:pt idx="469">
                  <c:v>-0.83069999999999999</c:v>
                </c:pt>
                <c:pt idx="470">
                  <c:v>-0.86519999999999997</c:v>
                </c:pt>
                <c:pt idx="471">
                  <c:v>-0.93420000000000003</c:v>
                </c:pt>
                <c:pt idx="472">
                  <c:v>-0.96870000000000001</c:v>
                </c:pt>
                <c:pt idx="473">
                  <c:v>-1.0376000000000001</c:v>
                </c:pt>
                <c:pt idx="474">
                  <c:v>-1.0721000000000001</c:v>
                </c:pt>
                <c:pt idx="475">
                  <c:v>-1.1066</c:v>
                </c:pt>
                <c:pt idx="476">
                  <c:v>-1.1755</c:v>
                </c:pt>
                <c:pt idx="477">
                  <c:v>-1.21</c:v>
                </c:pt>
                <c:pt idx="478">
                  <c:v>-1.2444999999999999</c:v>
                </c:pt>
                <c:pt idx="479">
                  <c:v>-1.2789999999999999</c:v>
                </c:pt>
                <c:pt idx="480">
                  <c:v>-1.3134999999999999</c:v>
                </c:pt>
                <c:pt idx="481">
                  <c:v>-1.3479000000000001</c:v>
                </c:pt>
                <c:pt idx="482">
                  <c:v>-1.4169</c:v>
                </c:pt>
                <c:pt idx="483">
                  <c:v>-1.4514</c:v>
                </c:pt>
                <c:pt idx="484">
                  <c:v>-1.4859</c:v>
                </c:pt>
                <c:pt idx="485">
                  <c:v>-1.5548</c:v>
                </c:pt>
                <c:pt idx="486">
                  <c:v>-1.5892999999999999</c:v>
                </c:pt>
                <c:pt idx="487">
                  <c:v>-1.6237999999999999</c:v>
                </c:pt>
                <c:pt idx="488">
                  <c:v>-1.6581999999999999</c:v>
                </c:pt>
                <c:pt idx="489">
                  <c:v>-1.6927000000000001</c:v>
                </c:pt>
                <c:pt idx="490">
                  <c:v>-1.7617</c:v>
                </c:pt>
                <c:pt idx="491">
                  <c:v>-1.7962</c:v>
                </c:pt>
                <c:pt idx="492">
                  <c:v>-1.8306</c:v>
                </c:pt>
                <c:pt idx="493">
                  <c:v>-1.8996</c:v>
                </c:pt>
                <c:pt idx="494">
                  <c:v>-1.9340999999999999</c:v>
                </c:pt>
                <c:pt idx="495">
                  <c:v>-1.9685999999999999</c:v>
                </c:pt>
                <c:pt idx="496">
                  <c:v>-2.0030000000000001</c:v>
                </c:pt>
                <c:pt idx="497">
                  <c:v>-2.0375000000000001</c:v>
                </c:pt>
                <c:pt idx="498">
                  <c:v>-2.0720000000000001</c:v>
                </c:pt>
                <c:pt idx="499">
                  <c:v>-2.1065</c:v>
                </c:pt>
                <c:pt idx="500">
                  <c:v>-2.1753999999999998</c:v>
                </c:pt>
                <c:pt idx="501">
                  <c:v>-2.2099000000000002</c:v>
                </c:pt>
                <c:pt idx="502">
                  <c:v>-2.2444000000000002</c:v>
                </c:pt>
                <c:pt idx="503">
                  <c:v>-2.2789000000000001</c:v>
                </c:pt>
                <c:pt idx="504">
                  <c:v>-2.3134000000000001</c:v>
                </c:pt>
                <c:pt idx="505">
                  <c:v>-2.3477999999999999</c:v>
                </c:pt>
                <c:pt idx="506">
                  <c:v>-2.4167999999999998</c:v>
                </c:pt>
                <c:pt idx="507">
                  <c:v>-2.4512999999999998</c:v>
                </c:pt>
                <c:pt idx="508">
                  <c:v>-2.4857999999999998</c:v>
                </c:pt>
                <c:pt idx="509">
                  <c:v>-2.5202</c:v>
                </c:pt>
                <c:pt idx="510">
                  <c:v>-2.5891999999999999</c:v>
                </c:pt>
                <c:pt idx="511">
                  <c:v>-2.6236999999999999</c:v>
                </c:pt>
                <c:pt idx="512">
                  <c:v>-2.6581000000000001</c:v>
                </c:pt>
                <c:pt idx="513">
                  <c:v>-2.6926000000000001</c:v>
                </c:pt>
                <c:pt idx="514">
                  <c:v>-2.7271000000000001</c:v>
                </c:pt>
                <c:pt idx="515">
                  <c:v>-2.7616000000000001</c:v>
                </c:pt>
                <c:pt idx="516">
                  <c:v>-2.7961</c:v>
                </c:pt>
                <c:pt idx="517">
                  <c:v>-2.8650000000000002</c:v>
                </c:pt>
                <c:pt idx="518">
                  <c:v>-2.8995000000000002</c:v>
                </c:pt>
                <c:pt idx="519">
                  <c:v>-2.9340000000000002</c:v>
                </c:pt>
                <c:pt idx="520">
                  <c:v>-2.9685000000000001</c:v>
                </c:pt>
                <c:pt idx="521">
                  <c:v>-3.0028999999999999</c:v>
                </c:pt>
                <c:pt idx="522">
                  <c:v>-3.0718999999999999</c:v>
                </c:pt>
                <c:pt idx="523">
                  <c:v>-3.1063999999999998</c:v>
                </c:pt>
                <c:pt idx="524">
                  <c:v>-3.1408999999999998</c:v>
                </c:pt>
                <c:pt idx="525">
                  <c:v>-3.1753</c:v>
                </c:pt>
                <c:pt idx="526">
                  <c:v>-3.2098</c:v>
                </c:pt>
                <c:pt idx="527">
                  <c:v>-3.2787999999999999</c:v>
                </c:pt>
                <c:pt idx="528">
                  <c:v>-3.3132999999999999</c:v>
                </c:pt>
                <c:pt idx="529">
                  <c:v>-3.3477000000000001</c:v>
                </c:pt>
                <c:pt idx="530">
                  <c:v>-3.3822000000000001</c:v>
                </c:pt>
                <c:pt idx="531">
                  <c:v>-3.4167000000000001</c:v>
                </c:pt>
                <c:pt idx="532">
                  <c:v>-3.4512</c:v>
                </c:pt>
                <c:pt idx="533">
                  <c:v>-3.4857</c:v>
                </c:pt>
                <c:pt idx="534">
                  <c:v>-3.5200999999999998</c:v>
                </c:pt>
                <c:pt idx="535">
                  <c:v>-3.5546000000000002</c:v>
                </c:pt>
                <c:pt idx="536">
                  <c:v>-3.6236000000000002</c:v>
                </c:pt>
                <c:pt idx="537">
                  <c:v>-3.6579999999999999</c:v>
                </c:pt>
                <c:pt idx="538">
                  <c:v>-3.6924999999999999</c:v>
                </c:pt>
                <c:pt idx="539">
                  <c:v>-3.7269999999999999</c:v>
                </c:pt>
                <c:pt idx="540">
                  <c:v>-3.7614999999999998</c:v>
                </c:pt>
                <c:pt idx="541">
                  <c:v>-3.8304</c:v>
                </c:pt>
                <c:pt idx="542">
                  <c:v>-3.8649</c:v>
                </c:pt>
                <c:pt idx="543">
                  <c:v>-3.8994</c:v>
                </c:pt>
                <c:pt idx="544">
                  <c:v>-3.9339</c:v>
                </c:pt>
                <c:pt idx="545">
                  <c:v>-3.9683999999999999</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3.5000000000000001E-3</c:v>
                </c:pt>
                <c:pt idx="722">
                  <c:v>7.1000000000000004E-3</c:v>
                </c:pt>
                <c:pt idx="723">
                  <c:v>1.06E-2</c:v>
                </c:pt>
                <c:pt idx="724">
                  <c:v>1.41E-2</c:v>
                </c:pt>
                <c:pt idx="725">
                  <c:v>1.77E-2</c:v>
                </c:pt>
                <c:pt idx="726">
                  <c:v>2.12E-2</c:v>
                </c:pt>
                <c:pt idx="727">
                  <c:v>2.4799999999999999E-2</c:v>
                </c:pt>
                <c:pt idx="728">
                  <c:v>2.8299999999999999E-2</c:v>
                </c:pt>
                <c:pt idx="729">
                  <c:v>3.1800000000000002E-2</c:v>
                </c:pt>
                <c:pt idx="730">
                  <c:v>3.5400000000000001E-2</c:v>
                </c:pt>
                <c:pt idx="731">
                  <c:v>4.24E-2</c:v>
                </c:pt>
                <c:pt idx="732">
                  <c:v>4.5999999999999999E-2</c:v>
                </c:pt>
                <c:pt idx="733">
                  <c:v>4.9500000000000002E-2</c:v>
                </c:pt>
                <c:pt idx="734">
                  <c:v>5.2999999999999999E-2</c:v>
                </c:pt>
                <c:pt idx="735">
                  <c:v>5.6599999999999998E-2</c:v>
                </c:pt>
                <c:pt idx="736">
                  <c:v>6.0100000000000001E-2</c:v>
                </c:pt>
                <c:pt idx="737">
                  <c:v>6.3600000000000004E-2</c:v>
                </c:pt>
                <c:pt idx="738">
                  <c:v>6.7199999999999996E-2</c:v>
                </c:pt>
                <c:pt idx="739">
                  <c:v>7.4300000000000005E-2</c:v>
                </c:pt>
                <c:pt idx="740">
                  <c:v>7.7799999999999994E-2</c:v>
                </c:pt>
                <c:pt idx="741">
                  <c:v>8.1299999999999997E-2</c:v>
                </c:pt>
                <c:pt idx="742">
                  <c:v>8.8400000000000006E-2</c:v>
                </c:pt>
                <c:pt idx="743">
                  <c:v>9.1899999999999996E-2</c:v>
                </c:pt>
                <c:pt idx="744">
                  <c:v>9.5500000000000002E-2</c:v>
                </c:pt>
                <c:pt idx="745">
                  <c:v>9.9000000000000005E-2</c:v>
                </c:pt>
                <c:pt idx="746">
                  <c:v>0.10249999999999999</c:v>
                </c:pt>
                <c:pt idx="747">
                  <c:v>0.1061</c:v>
                </c:pt>
                <c:pt idx="748">
                  <c:v>0.1096</c:v>
                </c:pt>
                <c:pt idx="749">
                  <c:v>0.11310000000000001</c:v>
                </c:pt>
                <c:pt idx="750">
                  <c:v>0.1167</c:v>
                </c:pt>
                <c:pt idx="751">
                  <c:v>0.1202</c:v>
                </c:pt>
                <c:pt idx="752">
                  <c:v>0.12379999999999999</c:v>
                </c:pt>
                <c:pt idx="753">
                  <c:v>0.1273</c:v>
                </c:pt>
                <c:pt idx="754">
                  <c:v>0.13439999999999999</c:v>
                </c:pt>
                <c:pt idx="755">
                  <c:v>0.13789999999999999</c:v>
                </c:pt>
                <c:pt idx="756">
                  <c:v>0.1414</c:v>
                </c:pt>
                <c:pt idx="757">
                  <c:v>0.14499999999999999</c:v>
                </c:pt>
                <c:pt idx="758">
                  <c:v>0.14849999999999999</c:v>
                </c:pt>
                <c:pt idx="759">
                  <c:v>0.15559999999999999</c:v>
                </c:pt>
                <c:pt idx="760">
                  <c:v>0.15909999999999999</c:v>
                </c:pt>
                <c:pt idx="761">
                  <c:v>0.16259999999999999</c:v>
                </c:pt>
                <c:pt idx="762">
                  <c:v>0.16619999999999999</c:v>
                </c:pt>
                <c:pt idx="763">
                  <c:v>0.16969999999999999</c:v>
                </c:pt>
                <c:pt idx="764">
                  <c:v>0.17680000000000001</c:v>
                </c:pt>
                <c:pt idx="765">
                  <c:v>0.18029999999999999</c:v>
                </c:pt>
                <c:pt idx="766">
                  <c:v>0.18390000000000001</c:v>
                </c:pt>
                <c:pt idx="767">
                  <c:v>0.18740000000000001</c:v>
                </c:pt>
                <c:pt idx="768">
                  <c:v>0.19089999999999999</c:v>
                </c:pt>
                <c:pt idx="769">
                  <c:v>0.19450000000000001</c:v>
                </c:pt>
                <c:pt idx="770">
                  <c:v>0.19800000000000001</c:v>
                </c:pt>
                <c:pt idx="771">
                  <c:v>0.20150000000000001</c:v>
                </c:pt>
                <c:pt idx="772">
                  <c:v>0.2051</c:v>
                </c:pt>
                <c:pt idx="773">
                  <c:v>0.20860000000000001</c:v>
                </c:pt>
                <c:pt idx="774">
                  <c:v>0.21210000000000001</c:v>
                </c:pt>
                <c:pt idx="775">
                  <c:v>0.21920000000000001</c:v>
                </c:pt>
                <c:pt idx="776">
                  <c:v>0.2228</c:v>
                </c:pt>
                <c:pt idx="777">
                  <c:v>0.2263</c:v>
                </c:pt>
                <c:pt idx="778">
                  <c:v>0.2298</c:v>
                </c:pt>
                <c:pt idx="779">
                  <c:v>0.2334</c:v>
                </c:pt>
                <c:pt idx="780">
                  <c:v>0.2404</c:v>
                </c:pt>
                <c:pt idx="781">
                  <c:v>0.24399999999999999</c:v>
                </c:pt>
                <c:pt idx="782">
                  <c:v>0.2475</c:v>
                </c:pt>
                <c:pt idx="783">
                  <c:v>0.251</c:v>
                </c:pt>
                <c:pt idx="784">
                  <c:v>0.25459999999999999</c:v>
                </c:pt>
                <c:pt idx="785">
                  <c:v>0.2581</c:v>
                </c:pt>
                <c:pt idx="786">
                  <c:v>0.26169999999999999</c:v>
                </c:pt>
                <c:pt idx="787">
                  <c:v>0.26869999999999999</c:v>
                </c:pt>
                <c:pt idx="788">
                  <c:v>0.26869999999999999</c:v>
                </c:pt>
                <c:pt idx="789">
                  <c:v>0.27229999999999999</c:v>
                </c:pt>
                <c:pt idx="790">
                  <c:v>0.27929999999999999</c:v>
                </c:pt>
                <c:pt idx="791">
                  <c:v>0.28289999999999998</c:v>
                </c:pt>
                <c:pt idx="792">
                  <c:v>0.28639999999999999</c:v>
                </c:pt>
                <c:pt idx="793">
                  <c:v>0.28989999999999999</c:v>
                </c:pt>
                <c:pt idx="794">
                  <c:v>0.29699999999999999</c:v>
                </c:pt>
                <c:pt idx="795">
                  <c:v>0.29699999999999999</c:v>
                </c:pt>
                <c:pt idx="796">
                  <c:v>0.30049999999999999</c:v>
                </c:pt>
                <c:pt idx="797">
                  <c:v>0.30759999999999998</c:v>
                </c:pt>
                <c:pt idx="798">
                  <c:v>0.31119999999999998</c:v>
                </c:pt>
                <c:pt idx="799">
                  <c:v>0.31469999999999998</c:v>
                </c:pt>
                <c:pt idx="800">
                  <c:v>0.31819999999999998</c:v>
                </c:pt>
                <c:pt idx="801">
                  <c:v>0.32179999999999997</c:v>
                </c:pt>
                <c:pt idx="802">
                  <c:v>0.32529999999999998</c:v>
                </c:pt>
                <c:pt idx="803">
                  <c:v>0.33239999999999997</c:v>
                </c:pt>
                <c:pt idx="804">
                  <c:v>0.33589999999999998</c:v>
                </c:pt>
                <c:pt idx="805">
                  <c:v>0.33939999999999998</c:v>
                </c:pt>
                <c:pt idx="806">
                  <c:v>0.34300000000000003</c:v>
                </c:pt>
                <c:pt idx="807">
                  <c:v>0.34649999999999997</c:v>
                </c:pt>
                <c:pt idx="808">
                  <c:v>0.35360000000000003</c:v>
                </c:pt>
                <c:pt idx="809">
                  <c:v>0.35709999999999997</c:v>
                </c:pt>
                <c:pt idx="810">
                  <c:v>0.36070000000000002</c:v>
                </c:pt>
                <c:pt idx="811">
                  <c:v>0.36770000000000003</c:v>
                </c:pt>
                <c:pt idx="812">
                  <c:v>0.37130000000000002</c:v>
                </c:pt>
                <c:pt idx="813">
                  <c:v>0.37480000000000002</c:v>
                </c:pt>
                <c:pt idx="814">
                  <c:v>0.38219999999999998</c:v>
                </c:pt>
                <c:pt idx="815">
                  <c:v>0.38600000000000001</c:v>
                </c:pt>
                <c:pt idx="816">
                  <c:v>0.38969999999999999</c:v>
                </c:pt>
                <c:pt idx="817">
                  <c:v>0.39340000000000003</c:v>
                </c:pt>
                <c:pt idx="818">
                  <c:v>0.40079999999999999</c:v>
                </c:pt>
                <c:pt idx="819">
                  <c:v>0.40460000000000002</c:v>
                </c:pt>
                <c:pt idx="820">
                  <c:v>0.4083</c:v>
                </c:pt>
                <c:pt idx="821">
                  <c:v>0.41199999999999998</c:v>
                </c:pt>
                <c:pt idx="822">
                  <c:v>0.4194</c:v>
                </c:pt>
                <c:pt idx="823">
                  <c:v>0.42320000000000002</c:v>
                </c:pt>
                <c:pt idx="824">
                  <c:v>0.4269</c:v>
                </c:pt>
                <c:pt idx="825">
                  <c:v>0.43059999999999998</c:v>
                </c:pt>
                <c:pt idx="826">
                  <c:v>0.43430000000000002</c:v>
                </c:pt>
                <c:pt idx="827">
                  <c:v>0.438</c:v>
                </c:pt>
                <c:pt idx="828">
                  <c:v>0.44180000000000003</c:v>
                </c:pt>
                <c:pt idx="829">
                  <c:v>0.44550000000000001</c:v>
                </c:pt>
                <c:pt idx="830">
                  <c:v>0.45290000000000002</c:v>
                </c:pt>
                <c:pt idx="831">
                  <c:v>0.45660000000000001</c:v>
                </c:pt>
                <c:pt idx="832">
                  <c:v>0.46029999999999999</c:v>
                </c:pt>
                <c:pt idx="833">
                  <c:v>0.46410000000000001</c:v>
                </c:pt>
                <c:pt idx="834">
                  <c:v>0.46779999999999999</c:v>
                </c:pt>
                <c:pt idx="835">
                  <c:v>0.47149999999999997</c:v>
                </c:pt>
                <c:pt idx="836">
                  <c:v>0.47520000000000001</c:v>
                </c:pt>
                <c:pt idx="837">
                  <c:v>0.48270000000000002</c:v>
                </c:pt>
                <c:pt idx="838">
                  <c:v>0.4864</c:v>
                </c:pt>
                <c:pt idx="839">
                  <c:v>0.49009999999999998</c:v>
                </c:pt>
                <c:pt idx="840">
                  <c:v>0.49380000000000002</c:v>
                </c:pt>
                <c:pt idx="841">
                  <c:v>0.4975</c:v>
                </c:pt>
                <c:pt idx="842">
                  <c:v>0.50129999999999997</c:v>
                </c:pt>
                <c:pt idx="843">
                  <c:v>0.505</c:v>
                </c:pt>
                <c:pt idx="844">
                  <c:v>0.50870000000000004</c:v>
                </c:pt>
                <c:pt idx="845">
                  <c:v>0.5161</c:v>
                </c:pt>
                <c:pt idx="846">
                  <c:v>0.51990000000000003</c:v>
                </c:pt>
                <c:pt idx="847">
                  <c:v>0.52359999999999995</c:v>
                </c:pt>
                <c:pt idx="848">
                  <c:v>0.53100000000000003</c:v>
                </c:pt>
                <c:pt idx="849">
                  <c:v>0.53100000000000003</c:v>
                </c:pt>
                <c:pt idx="850">
                  <c:v>0.53469999999999995</c:v>
                </c:pt>
                <c:pt idx="851">
                  <c:v>0.53849999999999998</c:v>
                </c:pt>
                <c:pt idx="852">
                  <c:v>0.54590000000000005</c:v>
                </c:pt>
                <c:pt idx="853">
                  <c:v>0.54959999999999998</c:v>
                </c:pt>
                <c:pt idx="854">
                  <c:v>0.55330000000000001</c:v>
                </c:pt>
                <c:pt idx="855">
                  <c:v>0.55710000000000004</c:v>
                </c:pt>
                <c:pt idx="856">
                  <c:v>0.56079999999999997</c:v>
                </c:pt>
                <c:pt idx="857">
                  <c:v>0.5645</c:v>
                </c:pt>
                <c:pt idx="858">
                  <c:v>0.57189999999999996</c:v>
                </c:pt>
                <c:pt idx="859">
                  <c:v>0.57569999999999999</c:v>
                </c:pt>
                <c:pt idx="860">
                  <c:v>0.57940000000000003</c:v>
                </c:pt>
                <c:pt idx="861">
                  <c:v>0.58309999999999995</c:v>
                </c:pt>
                <c:pt idx="862">
                  <c:v>0.58679999999999999</c:v>
                </c:pt>
                <c:pt idx="863">
                  <c:v>0.59050000000000002</c:v>
                </c:pt>
                <c:pt idx="864">
                  <c:v>0.59430000000000005</c:v>
                </c:pt>
                <c:pt idx="865">
                  <c:v>0.60170000000000001</c:v>
                </c:pt>
                <c:pt idx="866">
                  <c:v>0.60540000000000005</c:v>
                </c:pt>
                <c:pt idx="867">
                  <c:v>0.60909999999999997</c:v>
                </c:pt>
                <c:pt idx="868">
                  <c:v>0.6129</c:v>
                </c:pt>
                <c:pt idx="869">
                  <c:v>0.61660000000000004</c:v>
                </c:pt>
                <c:pt idx="870">
                  <c:v>0.62029999999999996</c:v>
                </c:pt>
                <c:pt idx="871">
                  <c:v>0.624</c:v>
                </c:pt>
                <c:pt idx="872">
                  <c:v>0.62770000000000004</c:v>
                </c:pt>
                <c:pt idx="873">
                  <c:v>0.63149999999999995</c:v>
                </c:pt>
                <c:pt idx="874">
                  <c:v>0.63890000000000002</c:v>
                </c:pt>
                <c:pt idx="875">
                  <c:v>0.64259999999999995</c:v>
                </c:pt>
                <c:pt idx="876">
                  <c:v>0.64629999999999999</c:v>
                </c:pt>
                <c:pt idx="877">
                  <c:v>0.65010000000000001</c:v>
                </c:pt>
                <c:pt idx="878">
                  <c:v>0.65380000000000005</c:v>
                </c:pt>
                <c:pt idx="879">
                  <c:v>0.65749999999999997</c:v>
                </c:pt>
                <c:pt idx="880">
                  <c:v>0.66490000000000005</c:v>
                </c:pt>
                <c:pt idx="881">
                  <c:v>0.66490000000000005</c:v>
                </c:pt>
                <c:pt idx="882">
                  <c:v>0.66859999999999997</c:v>
                </c:pt>
                <c:pt idx="883">
                  <c:v>0.67610000000000003</c:v>
                </c:pt>
                <c:pt idx="884">
                  <c:v>0.67979999999999996</c:v>
                </c:pt>
                <c:pt idx="885">
                  <c:v>0.6835</c:v>
                </c:pt>
                <c:pt idx="886">
                  <c:v>0.68720000000000003</c:v>
                </c:pt>
                <c:pt idx="887">
                  <c:v>0.69099999999999995</c:v>
                </c:pt>
                <c:pt idx="888">
                  <c:v>0.69469999999999998</c:v>
                </c:pt>
                <c:pt idx="889">
                  <c:v>0.70209999999999995</c:v>
                </c:pt>
                <c:pt idx="890">
                  <c:v>0.70579999999999998</c:v>
                </c:pt>
                <c:pt idx="891">
                  <c:v>0.70960000000000001</c:v>
                </c:pt>
                <c:pt idx="892">
                  <c:v>0.71330000000000005</c:v>
                </c:pt>
                <c:pt idx="893">
                  <c:v>0.71699999999999997</c:v>
                </c:pt>
                <c:pt idx="894">
                  <c:v>0.72440000000000004</c:v>
                </c:pt>
                <c:pt idx="895">
                  <c:v>0.72819999999999996</c:v>
                </c:pt>
                <c:pt idx="896">
                  <c:v>0.7319</c:v>
                </c:pt>
                <c:pt idx="897">
                  <c:v>0.73560000000000003</c:v>
                </c:pt>
                <c:pt idx="898">
                  <c:v>0.73560000000000003</c:v>
                </c:pt>
                <c:pt idx="899">
                  <c:v>0.74299999999999999</c:v>
                </c:pt>
                <c:pt idx="900">
                  <c:v>0.74680000000000002</c:v>
                </c:pt>
                <c:pt idx="901">
                  <c:v>0.75049999999999994</c:v>
                </c:pt>
                <c:pt idx="902">
                  <c:v>0.75419999999999998</c:v>
                </c:pt>
                <c:pt idx="903">
                  <c:v>0.75790000000000002</c:v>
                </c:pt>
                <c:pt idx="904">
                  <c:v>0.76160000000000005</c:v>
                </c:pt>
                <c:pt idx="905">
                  <c:v>0.76910000000000001</c:v>
                </c:pt>
                <c:pt idx="906">
                  <c:v>0.77280000000000004</c:v>
                </c:pt>
                <c:pt idx="907">
                  <c:v>0.78400000000000003</c:v>
                </c:pt>
                <c:pt idx="908">
                  <c:v>0.78769999999999996</c:v>
                </c:pt>
                <c:pt idx="909">
                  <c:v>0.79139999999999999</c:v>
                </c:pt>
                <c:pt idx="910">
                  <c:v>0.79510000000000003</c:v>
                </c:pt>
                <c:pt idx="911">
                  <c:v>0.79879999999999995</c:v>
                </c:pt>
                <c:pt idx="912">
                  <c:v>0.80630000000000002</c:v>
                </c:pt>
                <c:pt idx="913">
                  <c:v>0.81</c:v>
                </c:pt>
                <c:pt idx="914">
                  <c:v>0.81369999999999998</c:v>
                </c:pt>
                <c:pt idx="915">
                  <c:v>0.81740000000000002</c:v>
                </c:pt>
                <c:pt idx="916">
                  <c:v>0.82120000000000004</c:v>
                </c:pt>
                <c:pt idx="917">
                  <c:v>0.82489999999999997</c:v>
                </c:pt>
                <c:pt idx="918">
                  <c:v>0.8286</c:v>
                </c:pt>
                <c:pt idx="919">
                  <c:v>0.83230000000000004</c:v>
                </c:pt>
                <c:pt idx="920">
                  <c:v>0.83979999999999999</c:v>
                </c:pt>
                <c:pt idx="921">
                  <c:v>0.84350000000000003</c:v>
                </c:pt>
                <c:pt idx="922">
                  <c:v>0.84719999999999995</c:v>
                </c:pt>
                <c:pt idx="923">
                  <c:v>0.85089999999999999</c:v>
                </c:pt>
                <c:pt idx="924">
                  <c:v>0.85460000000000003</c:v>
                </c:pt>
                <c:pt idx="925">
                  <c:v>0.85829999999999995</c:v>
                </c:pt>
                <c:pt idx="926">
                  <c:v>0.86209999999999998</c:v>
                </c:pt>
                <c:pt idx="927">
                  <c:v>0.86580000000000001</c:v>
                </c:pt>
                <c:pt idx="928">
                  <c:v>0.87319999999999998</c:v>
                </c:pt>
                <c:pt idx="929">
                  <c:v>0.87690000000000001</c:v>
                </c:pt>
                <c:pt idx="930">
                  <c:v>0.88070000000000004</c:v>
                </c:pt>
                <c:pt idx="931">
                  <c:v>0.88439999999999996</c:v>
                </c:pt>
                <c:pt idx="932">
                  <c:v>0.8881</c:v>
                </c:pt>
                <c:pt idx="933">
                  <c:v>0.89180000000000004</c:v>
                </c:pt>
                <c:pt idx="934">
                  <c:v>0.89549999999999996</c:v>
                </c:pt>
                <c:pt idx="935">
                  <c:v>0.90300000000000002</c:v>
                </c:pt>
                <c:pt idx="936">
                  <c:v>0.90669999999999995</c:v>
                </c:pt>
                <c:pt idx="937">
                  <c:v>0.91039999999999999</c:v>
                </c:pt>
                <c:pt idx="938">
                  <c:v>0.91410000000000002</c:v>
                </c:pt>
                <c:pt idx="939">
                  <c:v>0.92159999999999997</c:v>
                </c:pt>
                <c:pt idx="940">
                  <c:v>0.92530000000000001</c:v>
                </c:pt>
                <c:pt idx="941">
                  <c:v>0.92900000000000005</c:v>
                </c:pt>
                <c:pt idx="942">
                  <c:v>0.93269999999999997</c:v>
                </c:pt>
                <c:pt idx="943">
                  <c:v>0.94020000000000004</c:v>
                </c:pt>
                <c:pt idx="944">
                  <c:v>0.94389999999999996</c:v>
                </c:pt>
                <c:pt idx="945">
                  <c:v>0.9476</c:v>
                </c:pt>
                <c:pt idx="946">
                  <c:v>0.95130000000000003</c:v>
                </c:pt>
                <c:pt idx="947">
                  <c:v>0.95879999999999999</c:v>
                </c:pt>
                <c:pt idx="948">
                  <c:v>0.96250000000000002</c:v>
                </c:pt>
                <c:pt idx="949">
                  <c:v>0.96619999999999995</c:v>
                </c:pt>
                <c:pt idx="950">
                  <c:v>0.96989999999999998</c:v>
                </c:pt>
                <c:pt idx="951">
                  <c:v>0.97740000000000005</c:v>
                </c:pt>
                <c:pt idx="952">
                  <c:v>0.98109999999999997</c:v>
                </c:pt>
                <c:pt idx="953">
                  <c:v>0.98480000000000001</c:v>
                </c:pt>
                <c:pt idx="954">
                  <c:v>0.99229999999999996</c:v>
                </c:pt>
                <c:pt idx="955">
                  <c:v>0.996</c:v>
                </c:pt>
                <c:pt idx="956">
                  <c:v>1.0034000000000001</c:v>
                </c:pt>
                <c:pt idx="957">
                  <c:v>1.0034000000000001</c:v>
                </c:pt>
                <c:pt idx="958">
                  <c:v>1.0108999999999999</c:v>
                </c:pt>
                <c:pt idx="959">
                  <c:v>1.0145999999999999</c:v>
                </c:pt>
                <c:pt idx="960">
                  <c:v>1.022</c:v>
                </c:pt>
                <c:pt idx="961">
                  <c:v>1.0257000000000001</c:v>
                </c:pt>
                <c:pt idx="962">
                  <c:v>1.0295000000000001</c:v>
                </c:pt>
                <c:pt idx="963">
                  <c:v>1.0331999999999999</c:v>
                </c:pt>
                <c:pt idx="964">
                  <c:v>1.0406</c:v>
                </c:pt>
                <c:pt idx="965">
                  <c:v>1.0443</c:v>
                </c:pt>
                <c:pt idx="966">
                  <c:v>1.0481</c:v>
                </c:pt>
                <c:pt idx="967">
                  <c:v>1.0518000000000001</c:v>
                </c:pt>
                <c:pt idx="968">
                  <c:v>1.0555000000000001</c:v>
                </c:pt>
                <c:pt idx="969">
                  <c:v>1.0629</c:v>
                </c:pt>
                <c:pt idx="970">
                  <c:v>1.0667</c:v>
                </c:pt>
                <c:pt idx="971">
                  <c:v>1.0704</c:v>
                </c:pt>
                <c:pt idx="972">
                  <c:v>1.0741000000000001</c:v>
                </c:pt>
                <c:pt idx="973">
                  <c:v>1.0814999999999999</c:v>
                </c:pt>
                <c:pt idx="974">
                  <c:v>1.0851999999999999</c:v>
                </c:pt>
                <c:pt idx="975">
                  <c:v>1.089</c:v>
                </c:pt>
                <c:pt idx="976">
                  <c:v>1.0964</c:v>
                </c:pt>
                <c:pt idx="977">
                  <c:v>1.1001000000000001</c:v>
                </c:pt>
                <c:pt idx="978">
                  <c:v>1.1037999999999999</c:v>
                </c:pt>
                <c:pt idx="979">
                  <c:v>1.1075999999999999</c:v>
                </c:pt>
                <c:pt idx="980">
                  <c:v>1.115</c:v>
                </c:pt>
                <c:pt idx="981">
                  <c:v>1.1224000000000001</c:v>
                </c:pt>
                <c:pt idx="982">
                  <c:v>1.1262000000000001</c:v>
                </c:pt>
                <c:pt idx="983">
                  <c:v>1.1335999999999999</c:v>
                </c:pt>
                <c:pt idx="984">
                  <c:v>1.1373</c:v>
                </c:pt>
                <c:pt idx="985">
                  <c:v>1.141</c:v>
                </c:pt>
                <c:pt idx="986">
                  <c:v>1.1485000000000001</c:v>
                </c:pt>
                <c:pt idx="987">
                  <c:v>1.1521999999999999</c:v>
                </c:pt>
                <c:pt idx="988">
                  <c:v>1.1558999999999999</c:v>
                </c:pt>
                <c:pt idx="989">
                  <c:v>1.1634</c:v>
                </c:pt>
                <c:pt idx="990">
                  <c:v>1.1671</c:v>
                </c:pt>
                <c:pt idx="991">
                  <c:v>1.1708000000000001</c:v>
                </c:pt>
                <c:pt idx="992">
                  <c:v>1.1745000000000001</c:v>
                </c:pt>
                <c:pt idx="993">
                  <c:v>1.1781999999999999</c:v>
                </c:pt>
                <c:pt idx="994">
                  <c:v>1.1819999999999999</c:v>
                </c:pt>
                <c:pt idx="995">
                  <c:v>1.1857</c:v>
                </c:pt>
                <c:pt idx="996">
                  <c:v>1.1931</c:v>
                </c:pt>
                <c:pt idx="997">
                  <c:v>1.1968000000000001</c:v>
                </c:pt>
                <c:pt idx="998">
                  <c:v>1.2005999999999999</c:v>
                </c:pt>
                <c:pt idx="999">
                  <c:v>1.2042999999999999</c:v>
                </c:pt>
                <c:pt idx="1000">
                  <c:v>1.208</c:v>
                </c:pt>
                <c:pt idx="1001">
                  <c:v>1.2117</c:v>
                </c:pt>
                <c:pt idx="1002">
                  <c:v>1.2192000000000001</c:v>
                </c:pt>
                <c:pt idx="1003">
                  <c:v>1.2229000000000001</c:v>
                </c:pt>
                <c:pt idx="1004">
                  <c:v>1.2265999999999999</c:v>
                </c:pt>
                <c:pt idx="1005">
                  <c:v>1.2302999999999999</c:v>
                </c:pt>
                <c:pt idx="1006">
                  <c:v>1.2378</c:v>
                </c:pt>
                <c:pt idx="1007">
                  <c:v>1.2415</c:v>
                </c:pt>
                <c:pt idx="1008">
                  <c:v>1.2289000000000001</c:v>
                </c:pt>
                <c:pt idx="1009">
                  <c:v>1.2019</c:v>
                </c:pt>
                <c:pt idx="1010">
                  <c:v>1.1478999999999999</c:v>
                </c:pt>
                <c:pt idx="1011">
                  <c:v>1.121</c:v>
                </c:pt>
                <c:pt idx="1012">
                  <c:v>1.0940000000000001</c:v>
                </c:pt>
                <c:pt idx="1013">
                  <c:v>1.04</c:v>
                </c:pt>
                <c:pt idx="1014">
                  <c:v>1.0130999999999999</c:v>
                </c:pt>
                <c:pt idx="1015">
                  <c:v>0.98609999999999998</c:v>
                </c:pt>
                <c:pt idx="1016">
                  <c:v>0.95909999999999995</c:v>
                </c:pt>
                <c:pt idx="1017">
                  <c:v>0.9052</c:v>
                </c:pt>
                <c:pt idx="1018">
                  <c:v>0.87819999999999998</c:v>
                </c:pt>
                <c:pt idx="1019">
                  <c:v>0.85119999999999996</c:v>
                </c:pt>
                <c:pt idx="1020">
                  <c:v>0.82420000000000004</c:v>
                </c:pt>
                <c:pt idx="1021">
                  <c:v>0.79730000000000001</c:v>
                </c:pt>
                <c:pt idx="1022">
                  <c:v>0.77029999999999998</c:v>
                </c:pt>
                <c:pt idx="1023">
                  <c:v>0.71630000000000005</c:v>
                </c:pt>
                <c:pt idx="1024">
                  <c:v>0.68940000000000001</c:v>
                </c:pt>
                <c:pt idx="1025">
                  <c:v>0.66239999999999999</c:v>
                </c:pt>
                <c:pt idx="1026">
                  <c:v>0.63539999999999996</c:v>
                </c:pt>
                <c:pt idx="1027">
                  <c:v>0.60840000000000005</c:v>
                </c:pt>
                <c:pt idx="1028">
                  <c:v>0.55449999999999999</c:v>
                </c:pt>
                <c:pt idx="1029">
                  <c:v>0.52749999999999997</c:v>
                </c:pt>
                <c:pt idx="1030">
                  <c:v>0.50049999999999994</c:v>
                </c:pt>
                <c:pt idx="1031">
                  <c:v>0.47360000000000002</c:v>
                </c:pt>
                <c:pt idx="1032">
                  <c:v>0.41959999999999997</c:v>
                </c:pt>
                <c:pt idx="1033">
                  <c:v>0.3926</c:v>
                </c:pt>
                <c:pt idx="1034">
                  <c:v>0.36570000000000003</c:v>
                </c:pt>
                <c:pt idx="1035">
                  <c:v>0.3387</c:v>
                </c:pt>
                <c:pt idx="1036">
                  <c:v>0.31169999999999998</c:v>
                </c:pt>
                <c:pt idx="1037">
                  <c:v>0.25779999999999997</c:v>
                </c:pt>
                <c:pt idx="1038">
                  <c:v>0.23080000000000001</c:v>
                </c:pt>
                <c:pt idx="1039">
                  <c:v>0.20380000000000001</c:v>
                </c:pt>
                <c:pt idx="1040">
                  <c:v>0.17680000000000001</c:v>
                </c:pt>
                <c:pt idx="1041">
                  <c:v>0.1229</c:v>
                </c:pt>
                <c:pt idx="1042">
                  <c:v>9.5899999999999999E-2</c:v>
                </c:pt>
                <c:pt idx="1043">
                  <c:v>4.2000000000000003E-2</c:v>
                </c:pt>
                <c:pt idx="1044">
                  <c:v>1.4999999999999999E-2</c:v>
                </c:pt>
                <c:pt idx="1045">
                  <c:v>-1.2E-2</c:v>
                </c:pt>
                <c:pt idx="1046">
                  <c:v>-3.9E-2</c:v>
                </c:pt>
                <c:pt idx="1047">
                  <c:v>-9.2899999999999996E-2</c:v>
                </c:pt>
                <c:pt idx="1048">
                  <c:v>-0.11990000000000001</c:v>
                </c:pt>
                <c:pt idx="1049">
                  <c:v>-0.1469</c:v>
                </c:pt>
                <c:pt idx="1050">
                  <c:v>-0.17380000000000001</c:v>
                </c:pt>
                <c:pt idx="1051">
                  <c:v>-0.2278</c:v>
                </c:pt>
                <c:pt idx="1052">
                  <c:v>-0.25480000000000003</c:v>
                </c:pt>
                <c:pt idx="1053">
                  <c:v>-0.28170000000000001</c:v>
                </c:pt>
                <c:pt idx="1054">
                  <c:v>-0.30869999999999997</c:v>
                </c:pt>
                <c:pt idx="1055">
                  <c:v>-0.36270000000000002</c:v>
                </c:pt>
                <c:pt idx="1056">
                  <c:v>-0.3896</c:v>
                </c:pt>
                <c:pt idx="1057">
                  <c:v>-0.41660000000000003</c:v>
                </c:pt>
                <c:pt idx="1058">
                  <c:v>-0.47060000000000002</c:v>
                </c:pt>
                <c:pt idx="1059">
                  <c:v>-0.4975</c:v>
                </c:pt>
                <c:pt idx="1060">
                  <c:v>-0.52449999999999997</c:v>
                </c:pt>
                <c:pt idx="1061">
                  <c:v>-0.55149999999999999</c:v>
                </c:pt>
                <c:pt idx="1062">
                  <c:v>-0.57850000000000001</c:v>
                </c:pt>
                <c:pt idx="1063">
                  <c:v>-0.63239999999999996</c:v>
                </c:pt>
                <c:pt idx="1064">
                  <c:v>-0.65939999999999999</c:v>
                </c:pt>
                <c:pt idx="1065">
                  <c:v>-0.68640000000000001</c:v>
                </c:pt>
                <c:pt idx="1066">
                  <c:v>-0.71330000000000005</c:v>
                </c:pt>
                <c:pt idx="1067">
                  <c:v>-0.74029999999999996</c:v>
                </c:pt>
                <c:pt idx="1068">
                  <c:v>-0.79430000000000001</c:v>
                </c:pt>
                <c:pt idx="1069">
                  <c:v>-0.82120000000000004</c:v>
                </c:pt>
                <c:pt idx="1070">
                  <c:v>-0.84819999999999995</c:v>
                </c:pt>
                <c:pt idx="1071">
                  <c:v>-0.9022</c:v>
                </c:pt>
                <c:pt idx="1072">
                  <c:v>-0.92910000000000004</c:v>
                </c:pt>
                <c:pt idx="1073">
                  <c:v>-0.95609999999999995</c:v>
                </c:pt>
                <c:pt idx="1074">
                  <c:v>-0.98309999999999997</c:v>
                </c:pt>
                <c:pt idx="1075">
                  <c:v>-1.0101</c:v>
                </c:pt>
                <c:pt idx="1076">
                  <c:v>-1.0369999999999999</c:v>
                </c:pt>
                <c:pt idx="1077">
                  <c:v>-1.091</c:v>
                </c:pt>
                <c:pt idx="1078">
                  <c:v>-1.1180000000000001</c:v>
                </c:pt>
                <c:pt idx="1079">
                  <c:v>-1.1449</c:v>
                </c:pt>
                <c:pt idx="1080">
                  <c:v>-1.1989000000000001</c:v>
                </c:pt>
                <c:pt idx="1081">
                  <c:v>-1.2259</c:v>
                </c:pt>
                <c:pt idx="1082">
                  <c:v>-1.2527999999999999</c:v>
                </c:pt>
                <c:pt idx="1083">
                  <c:v>-1.2798</c:v>
                </c:pt>
                <c:pt idx="1084">
                  <c:v>-1.3068</c:v>
                </c:pt>
                <c:pt idx="1085">
                  <c:v>-1.3338000000000001</c:v>
                </c:pt>
                <c:pt idx="1086">
                  <c:v>-1.3876999999999999</c:v>
                </c:pt>
                <c:pt idx="1087">
                  <c:v>-1.4147000000000001</c:v>
                </c:pt>
                <c:pt idx="1088">
                  <c:v>-1.4147000000000001</c:v>
                </c:pt>
                <c:pt idx="1089">
                  <c:v>-1.4685999999999999</c:v>
                </c:pt>
                <c:pt idx="1090">
                  <c:v>-1.4956</c:v>
                </c:pt>
                <c:pt idx="1091">
                  <c:v>-1.5226</c:v>
                </c:pt>
                <c:pt idx="1092">
                  <c:v>-1.5496000000000001</c:v>
                </c:pt>
                <c:pt idx="1093">
                  <c:v>-1.6034999999999999</c:v>
                </c:pt>
                <c:pt idx="1094">
                  <c:v>-1.6305000000000001</c:v>
                </c:pt>
                <c:pt idx="1095">
                  <c:v>-1.6575</c:v>
                </c:pt>
                <c:pt idx="1096">
                  <c:v>-1.6843999999999999</c:v>
                </c:pt>
                <c:pt idx="1097">
                  <c:v>-1.7114</c:v>
                </c:pt>
                <c:pt idx="1098">
                  <c:v>-1.7383999999999999</c:v>
                </c:pt>
                <c:pt idx="1099">
                  <c:v>-1.7923</c:v>
                </c:pt>
                <c:pt idx="1100">
                  <c:v>-1.8192999999999999</c:v>
                </c:pt>
                <c:pt idx="1101">
                  <c:v>-1.9001999999999999</c:v>
                </c:pt>
                <c:pt idx="1102">
                  <c:v>-1.9001999999999999</c:v>
                </c:pt>
                <c:pt idx="1103">
                  <c:v>-1.9812000000000001</c:v>
                </c:pt>
                <c:pt idx="1104">
                  <c:v>-2.0081000000000002</c:v>
                </c:pt>
                <c:pt idx="1105">
                  <c:v>-2.0621</c:v>
                </c:pt>
                <c:pt idx="1106">
                  <c:v>-2.0891000000000002</c:v>
                </c:pt>
                <c:pt idx="1107">
                  <c:v>-2.1429999999999998</c:v>
                </c:pt>
                <c:pt idx="1108">
                  <c:v>-2.17</c:v>
                </c:pt>
                <c:pt idx="1109">
                  <c:v>-2.1970000000000001</c:v>
                </c:pt>
                <c:pt idx="1110">
                  <c:v>-2.2239</c:v>
                </c:pt>
                <c:pt idx="1111">
                  <c:v>-2.2509000000000001</c:v>
                </c:pt>
                <c:pt idx="1112">
                  <c:v>-2.3048999999999999</c:v>
                </c:pt>
                <c:pt idx="1113">
                  <c:v>-2.3317999999999999</c:v>
                </c:pt>
                <c:pt idx="1114">
                  <c:v>-2.3588</c:v>
                </c:pt>
                <c:pt idx="1115">
                  <c:v>-2.3858000000000001</c:v>
                </c:pt>
                <c:pt idx="1116">
                  <c:v>-2.4127999999999998</c:v>
                </c:pt>
                <c:pt idx="1117">
                  <c:v>-2.4397000000000002</c:v>
                </c:pt>
                <c:pt idx="1118">
                  <c:v>-2.4666999999999999</c:v>
                </c:pt>
                <c:pt idx="1119">
                  <c:v>-2.5207000000000002</c:v>
                </c:pt>
                <c:pt idx="1120">
                  <c:v>-2.5476000000000001</c:v>
                </c:pt>
                <c:pt idx="1121">
                  <c:v>-2.5746000000000002</c:v>
                </c:pt>
                <c:pt idx="1122">
                  <c:v>-2.6015999999999999</c:v>
                </c:pt>
                <c:pt idx="1123">
                  <c:v>-2.6286</c:v>
                </c:pt>
                <c:pt idx="1124">
                  <c:v>-2.6555</c:v>
                </c:pt>
                <c:pt idx="1125">
                  <c:v>-2.6825000000000001</c:v>
                </c:pt>
                <c:pt idx="1126">
                  <c:v>-2.7364999999999999</c:v>
                </c:pt>
                <c:pt idx="1127">
                  <c:v>-2.7633999999999999</c:v>
                </c:pt>
                <c:pt idx="1128">
                  <c:v>-2.7904</c:v>
                </c:pt>
                <c:pt idx="1129">
                  <c:v>-2.8174000000000001</c:v>
                </c:pt>
                <c:pt idx="1130">
                  <c:v>-2.8443999999999998</c:v>
                </c:pt>
                <c:pt idx="1131">
                  <c:v>-2.8713000000000002</c:v>
                </c:pt>
                <c:pt idx="1132">
                  <c:v>-2.9253</c:v>
                </c:pt>
                <c:pt idx="1133">
                  <c:v>-2.9523000000000001</c:v>
                </c:pt>
                <c:pt idx="1134">
                  <c:v>-2.9792000000000001</c:v>
                </c:pt>
                <c:pt idx="1135">
                  <c:v>-3.0062000000000002</c:v>
                </c:pt>
                <c:pt idx="1136">
                  <c:v>-3.0331999999999999</c:v>
                </c:pt>
                <c:pt idx="1137">
                  <c:v>-3.0871</c:v>
                </c:pt>
                <c:pt idx="1138">
                  <c:v>-3.1141000000000001</c:v>
                </c:pt>
                <c:pt idx="1139">
                  <c:v>-3.1410999999999998</c:v>
                </c:pt>
                <c:pt idx="1140">
                  <c:v>-3.1680999999999999</c:v>
                </c:pt>
                <c:pt idx="1141">
                  <c:v>-3.1949999999999998</c:v>
                </c:pt>
                <c:pt idx="1142">
                  <c:v>-3.222</c:v>
                </c:pt>
                <c:pt idx="1143">
                  <c:v>-3.2490000000000001</c:v>
                </c:pt>
                <c:pt idx="1144">
                  <c:v>-3.2759999999999998</c:v>
                </c:pt>
                <c:pt idx="1145">
                  <c:v>-3.3298999999999999</c:v>
                </c:pt>
                <c:pt idx="1146">
                  <c:v>-3.3569</c:v>
                </c:pt>
                <c:pt idx="1147">
                  <c:v>-3.3839000000000001</c:v>
                </c:pt>
                <c:pt idx="1148">
                  <c:v>-3.4378000000000002</c:v>
                </c:pt>
                <c:pt idx="1149">
                  <c:v>-3.4647999999999999</c:v>
                </c:pt>
                <c:pt idx="1150">
                  <c:v>-3.4916999999999998</c:v>
                </c:pt>
                <c:pt idx="1151">
                  <c:v>-3.5186999999999999</c:v>
                </c:pt>
                <c:pt idx="1152">
                  <c:v>-3.5457000000000001</c:v>
                </c:pt>
                <c:pt idx="1153">
                  <c:v>-3.5996000000000001</c:v>
                </c:pt>
                <c:pt idx="1154">
                  <c:v>-3.6265999999999998</c:v>
                </c:pt>
                <c:pt idx="1155">
                  <c:v>-3.6265999999999998</c:v>
                </c:pt>
                <c:pt idx="1156">
                  <c:v>-3.6536</c:v>
                </c:pt>
                <c:pt idx="1157">
                  <c:v>-3.7075</c:v>
                </c:pt>
                <c:pt idx="1158">
                  <c:v>-3.7345000000000002</c:v>
                </c:pt>
                <c:pt idx="1159">
                  <c:v>-3.7614999999999998</c:v>
                </c:pt>
                <c:pt idx="1160">
                  <c:v>-3.7885</c:v>
                </c:pt>
                <c:pt idx="1161">
                  <c:v>-3.8153999999999999</c:v>
                </c:pt>
                <c:pt idx="1162">
                  <c:v>-3.8424</c:v>
                </c:pt>
                <c:pt idx="1163">
                  <c:v>-3.8963999999999999</c:v>
                </c:pt>
                <c:pt idx="1164">
                  <c:v>-3.9232999999999998</c:v>
                </c:pt>
                <c:pt idx="1165">
                  <c:v>-3.9502999999999999</c:v>
                </c:pt>
                <c:pt idx="1166">
                  <c:v>-3.9773000000000001</c:v>
                </c:pt>
                <c:pt idx="1167">
                  <c:v>-4.0312000000000001</c:v>
                </c:pt>
                <c:pt idx="1168">
                  <c:v>-4.0582000000000003</c:v>
                </c:pt>
                <c:pt idx="1169">
                  <c:v>-4.0582000000000003</c:v>
                </c:pt>
                <c:pt idx="1170">
                  <c:v>-4.0852000000000004</c:v>
                </c:pt>
                <c:pt idx="1171">
                  <c:v>-4.1391</c:v>
                </c:pt>
                <c:pt idx="1172">
                  <c:v>-4.1661000000000001</c:v>
                </c:pt>
                <c:pt idx="1173">
                  <c:v>-4.1931000000000003</c:v>
                </c:pt>
                <c:pt idx="1174">
                  <c:v>-4.2469999999999999</c:v>
                </c:pt>
                <c:pt idx="1175">
                  <c:v>-4.274</c:v>
                </c:pt>
                <c:pt idx="1176">
                  <c:v>-4.3010000000000002</c:v>
                </c:pt>
                <c:pt idx="1177">
                  <c:v>-4.3280000000000003</c:v>
                </c:pt>
                <c:pt idx="1178">
                  <c:v>-4.3550000000000004</c:v>
                </c:pt>
                <c:pt idx="1179">
                  <c:v>-4.3818999999999999</c:v>
                </c:pt>
                <c:pt idx="1180">
                  <c:v>-4.4000000000000004</c:v>
                </c:pt>
                <c:pt idx="1181">
                  <c:v>-4.4000000000000004</c:v>
                </c:pt>
                <c:pt idx="1182">
                  <c:v>-4.4000000000000004</c:v>
                </c:pt>
                <c:pt idx="1183">
                  <c:v>-4.4000000000000004</c:v>
                </c:pt>
                <c:pt idx="1184">
                  <c:v>-4.4000000000000004</c:v>
                </c:pt>
                <c:pt idx="1185">
                  <c:v>-4.4000000000000004</c:v>
                </c:pt>
                <c:pt idx="1186">
                  <c:v>-4.4000000000000004</c:v>
                </c:pt>
                <c:pt idx="1187">
                  <c:v>-4.4000000000000004</c:v>
                </c:pt>
                <c:pt idx="1188">
                  <c:v>-4.4000000000000004</c:v>
                </c:pt>
                <c:pt idx="1189">
                  <c:v>-4.4000000000000004</c:v>
                </c:pt>
                <c:pt idx="1190">
                  <c:v>-4.4000000000000004</c:v>
                </c:pt>
                <c:pt idx="1191">
                  <c:v>-4.4000000000000004</c:v>
                </c:pt>
                <c:pt idx="1192">
                  <c:v>-4.4000000000000004</c:v>
                </c:pt>
                <c:pt idx="1193">
                  <c:v>-4.4000000000000004</c:v>
                </c:pt>
                <c:pt idx="1194">
                  <c:v>-4.4000000000000004</c:v>
                </c:pt>
                <c:pt idx="1195">
                  <c:v>-4.4000000000000004</c:v>
                </c:pt>
                <c:pt idx="1196">
                  <c:v>-4.4000000000000004</c:v>
                </c:pt>
                <c:pt idx="1197">
                  <c:v>-4.4000000000000004</c:v>
                </c:pt>
                <c:pt idx="1198">
                  <c:v>-4.4000000000000004</c:v>
                </c:pt>
                <c:pt idx="1199">
                  <c:v>-4.4000000000000004</c:v>
                </c:pt>
                <c:pt idx="1200">
                  <c:v>-4.4000000000000004</c:v>
                </c:pt>
                <c:pt idx="1201">
                  <c:v>-4.4000000000000004</c:v>
                </c:pt>
                <c:pt idx="1202">
                  <c:v>-4.3983999999999996</c:v>
                </c:pt>
                <c:pt idx="1203">
                  <c:v>-4.3730000000000002</c:v>
                </c:pt>
                <c:pt idx="1204">
                  <c:v>-4.3221999999999996</c:v>
                </c:pt>
                <c:pt idx="1205">
                  <c:v>-4.3221999999999996</c:v>
                </c:pt>
                <c:pt idx="1206">
                  <c:v>-4.2968000000000002</c:v>
                </c:pt>
                <c:pt idx="1207">
                  <c:v>-4.2461000000000002</c:v>
                </c:pt>
                <c:pt idx="1208">
                  <c:v>-4.2206999999999999</c:v>
                </c:pt>
                <c:pt idx="1209">
                  <c:v>-4.1952999999999996</c:v>
                </c:pt>
                <c:pt idx="1210">
                  <c:v>-4.1699000000000002</c:v>
                </c:pt>
                <c:pt idx="1211">
                  <c:v>-4.1444999999999999</c:v>
                </c:pt>
                <c:pt idx="1212">
                  <c:v>-4.1191000000000004</c:v>
                </c:pt>
                <c:pt idx="1213">
                  <c:v>-4.0682999999999998</c:v>
                </c:pt>
                <c:pt idx="1214">
                  <c:v>-4.0429000000000004</c:v>
                </c:pt>
                <c:pt idx="1215">
                  <c:v>-4.0175000000000001</c:v>
                </c:pt>
                <c:pt idx="1216">
                  <c:v>-3.9921000000000002</c:v>
                </c:pt>
                <c:pt idx="1217">
                  <c:v>-3.9666999999999999</c:v>
                </c:pt>
                <c:pt idx="1218">
                  <c:v>-3.9413999999999998</c:v>
                </c:pt>
                <c:pt idx="1219">
                  <c:v>-3.8906000000000001</c:v>
                </c:pt>
                <c:pt idx="1220">
                  <c:v>-3.8652000000000002</c:v>
                </c:pt>
                <c:pt idx="1221">
                  <c:v>-3.8652000000000002</c:v>
                </c:pt>
                <c:pt idx="1222">
                  <c:v>-3.8144</c:v>
                </c:pt>
                <c:pt idx="1223">
                  <c:v>-3.7890000000000001</c:v>
                </c:pt>
                <c:pt idx="1224">
                  <c:v>-3.7635999999999998</c:v>
                </c:pt>
                <c:pt idx="1225">
                  <c:v>-3.7128000000000001</c:v>
                </c:pt>
                <c:pt idx="1226">
                  <c:v>-3.6873999999999998</c:v>
                </c:pt>
                <c:pt idx="1227">
                  <c:v>-3.6619999999999999</c:v>
                </c:pt>
                <c:pt idx="1228">
                  <c:v>-3.6366999999999998</c:v>
                </c:pt>
                <c:pt idx="1229">
                  <c:v>-3.5859000000000001</c:v>
                </c:pt>
                <c:pt idx="1230">
                  <c:v>-3.5605000000000002</c:v>
                </c:pt>
                <c:pt idx="1231">
                  <c:v>-3.5350999999999999</c:v>
                </c:pt>
                <c:pt idx="1232">
                  <c:v>-3.5097</c:v>
                </c:pt>
                <c:pt idx="1233">
                  <c:v>-3.4843000000000002</c:v>
                </c:pt>
                <c:pt idx="1234">
                  <c:v>-3.4588999999999999</c:v>
                </c:pt>
                <c:pt idx="1235">
                  <c:v>-3.4335</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-1.8100000000000002E-2</c:v>
                </c:pt>
                <c:pt idx="1413">
                  <c:v>-3.6200000000000003E-2</c:v>
                </c:pt>
                <c:pt idx="1414">
                  <c:v>-7.2400000000000006E-2</c:v>
                </c:pt>
                <c:pt idx="1415">
                  <c:v>-9.0499999999999997E-2</c:v>
                </c:pt>
                <c:pt idx="1416">
                  <c:v>-0.1086</c:v>
                </c:pt>
                <c:pt idx="1417">
                  <c:v>-0.12670000000000001</c:v>
                </c:pt>
                <c:pt idx="1418">
                  <c:v>-0.16289999999999999</c:v>
                </c:pt>
                <c:pt idx="1419">
                  <c:v>-0.18099999999999999</c:v>
                </c:pt>
                <c:pt idx="1420">
                  <c:v>-0.1991</c:v>
                </c:pt>
                <c:pt idx="1421">
                  <c:v>-0.2172</c:v>
                </c:pt>
                <c:pt idx="1422">
                  <c:v>-0.23530000000000001</c:v>
                </c:pt>
                <c:pt idx="1423">
                  <c:v>-0.27150000000000002</c:v>
                </c:pt>
                <c:pt idx="1424">
                  <c:v>-0.28960000000000002</c:v>
                </c:pt>
                <c:pt idx="1425">
                  <c:v>-0.30769999999999997</c:v>
                </c:pt>
                <c:pt idx="1426">
                  <c:v>-0.32579999999999998</c:v>
                </c:pt>
                <c:pt idx="1427">
                  <c:v>-0.34389999999999998</c:v>
                </c:pt>
                <c:pt idx="1428">
                  <c:v>-0.36199999999999999</c:v>
                </c:pt>
                <c:pt idx="1429">
                  <c:v>-0.38009999999999999</c:v>
                </c:pt>
                <c:pt idx="1430">
                  <c:v>-0.4163</c:v>
                </c:pt>
                <c:pt idx="1431">
                  <c:v>-0.43440000000000001</c:v>
                </c:pt>
                <c:pt idx="1432">
                  <c:v>-0.45250000000000001</c:v>
                </c:pt>
                <c:pt idx="1433">
                  <c:v>-0.47060000000000002</c:v>
                </c:pt>
                <c:pt idx="1434">
                  <c:v>-0.50680000000000003</c:v>
                </c:pt>
                <c:pt idx="1435">
                  <c:v>-0.52490000000000003</c:v>
                </c:pt>
                <c:pt idx="1436">
                  <c:v>-0.54300000000000004</c:v>
                </c:pt>
                <c:pt idx="1437">
                  <c:v>-0.57920000000000005</c:v>
                </c:pt>
                <c:pt idx="1438">
                  <c:v>-0.59730000000000005</c:v>
                </c:pt>
                <c:pt idx="1439">
                  <c:v>-0.61539999999999995</c:v>
                </c:pt>
                <c:pt idx="1440">
                  <c:v>-0.63349999999999995</c:v>
                </c:pt>
                <c:pt idx="1441">
                  <c:v>-0.66979999999999995</c:v>
                </c:pt>
                <c:pt idx="1442">
                  <c:v>-0.68789999999999996</c:v>
                </c:pt>
                <c:pt idx="1443">
                  <c:v>-0.70599999999999996</c:v>
                </c:pt>
                <c:pt idx="1444">
                  <c:v>-0.72409999999999997</c:v>
                </c:pt>
                <c:pt idx="1445">
                  <c:v>-0.76029999999999998</c:v>
                </c:pt>
                <c:pt idx="1446">
                  <c:v>-0.77839999999999998</c:v>
                </c:pt>
                <c:pt idx="1447">
                  <c:v>-0.79649999999999999</c:v>
                </c:pt>
                <c:pt idx="1448">
                  <c:v>-0.81459999999999999</c:v>
                </c:pt>
                <c:pt idx="1449">
                  <c:v>-0.8327</c:v>
                </c:pt>
                <c:pt idx="1450">
                  <c:v>-0.8508</c:v>
                </c:pt>
                <c:pt idx="1451">
                  <c:v>-0.86890000000000001</c:v>
                </c:pt>
                <c:pt idx="1452">
                  <c:v>-0.90510000000000002</c:v>
                </c:pt>
                <c:pt idx="1453">
                  <c:v>-0.92320000000000002</c:v>
                </c:pt>
                <c:pt idx="1454">
                  <c:v>-0.94130000000000003</c:v>
                </c:pt>
                <c:pt idx="1455">
                  <c:v>-0.97750000000000004</c:v>
                </c:pt>
                <c:pt idx="1456">
                  <c:v>-0.99560000000000004</c:v>
                </c:pt>
                <c:pt idx="1457">
                  <c:v>-1.0137</c:v>
                </c:pt>
                <c:pt idx="1458">
                  <c:v>-1.0499000000000001</c:v>
                </c:pt>
                <c:pt idx="1459">
                  <c:v>-1.0680000000000001</c:v>
                </c:pt>
                <c:pt idx="1460">
                  <c:v>-1.0861000000000001</c:v>
                </c:pt>
                <c:pt idx="1461">
                  <c:v>-1.1042000000000001</c:v>
                </c:pt>
                <c:pt idx="1462">
                  <c:v>-1.1223000000000001</c:v>
                </c:pt>
                <c:pt idx="1463">
                  <c:v>-1.1404000000000001</c:v>
                </c:pt>
                <c:pt idx="1464">
                  <c:v>-1.1766000000000001</c:v>
                </c:pt>
                <c:pt idx="1465">
                  <c:v>-1.1947000000000001</c:v>
                </c:pt>
                <c:pt idx="1466">
                  <c:v>-1.2128000000000001</c:v>
                </c:pt>
                <c:pt idx="1467">
                  <c:v>-1.2309000000000001</c:v>
                </c:pt>
                <c:pt idx="1468">
                  <c:v>-1.2670999999999999</c:v>
                </c:pt>
                <c:pt idx="1469">
                  <c:v>-1.2670999999999999</c:v>
                </c:pt>
                <c:pt idx="1470">
                  <c:v>-1.3032999999999999</c:v>
                </c:pt>
                <c:pt idx="1471">
                  <c:v>-1.3213999999999999</c:v>
                </c:pt>
                <c:pt idx="1472">
                  <c:v>-1.3394999999999999</c:v>
                </c:pt>
                <c:pt idx="1473">
                  <c:v>-1.3756999999999999</c:v>
                </c:pt>
                <c:pt idx="1474">
                  <c:v>-1.3937999999999999</c:v>
                </c:pt>
                <c:pt idx="1475">
                  <c:v>-1.4118999999999999</c:v>
                </c:pt>
                <c:pt idx="1476">
                  <c:v>-1.43</c:v>
                </c:pt>
                <c:pt idx="1477">
                  <c:v>-1.4480999999999999</c:v>
                </c:pt>
                <c:pt idx="1478">
                  <c:v>-1.4843</c:v>
                </c:pt>
                <c:pt idx="1479">
                  <c:v>-1.5024</c:v>
                </c:pt>
                <c:pt idx="1480">
                  <c:v>-1.5205</c:v>
                </c:pt>
                <c:pt idx="1481">
                  <c:v>-1.5567</c:v>
                </c:pt>
                <c:pt idx="1482">
                  <c:v>-1.5748</c:v>
                </c:pt>
                <c:pt idx="1483">
                  <c:v>-1.5929</c:v>
                </c:pt>
                <c:pt idx="1484">
                  <c:v>-1.611</c:v>
                </c:pt>
                <c:pt idx="1485">
                  <c:v>-1.6291</c:v>
                </c:pt>
                <c:pt idx="1486">
                  <c:v>-1.6653</c:v>
                </c:pt>
                <c:pt idx="1487">
                  <c:v>-1.6834</c:v>
                </c:pt>
                <c:pt idx="1488">
                  <c:v>-1.7196</c:v>
                </c:pt>
                <c:pt idx="1489">
                  <c:v>-1.7377</c:v>
                </c:pt>
                <c:pt idx="1490">
                  <c:v>-1.7377</c:v>
                </c:pt>
                <c:pt idx="1491">
                  <c:v>-1.792</c:v>
                </c:pt>
                <c:pt idx="1492">
                  <c:v>-1.8101</c:v>
                </c:pt>
                <c:pt idx="1493">
                  <c:v>-1.8282</c:v>
                </c:pt>
                <c:pt idx="1494">
                  <c:v>-1.8463000000000001</c:v>
                </c:pt>
                <c:pt idx="1495">
                  <c:v>-1.8644000000000001</c:v>
                </c:pt>
                <c:pt idx="1496">
                  <c:v>-1.8825000000000001</c:v>
                </c:pt>
                <c:pt idx="1497">
                  <c:v>-1.9187000000000001</c:v>
                </c:pt>
                <c:pt idx="1498">
                  <c:v>-1.9368000000000001</c:v>
                </c:pt>
                <c:pt idx="1499">
                  <c:v>-1.9549000000000001</c:v>
                </c:pt>
                <c:pt idx="1500">
                  <c:v>-1.9730000000000001</c:v>
                </c:pt>
                <c:pt idx="1501">
                  <c:v>-1.9911000000000001</c:v>
                </c:pt>
                <c:pt idx="1502">
                  <c:v>-2.0933000000000002</c:v>
                </c:pt>
                <c:pt idx="1503">
                  <c:v>-2.1480000000000001</c:v>
                </c:pt>
                <c:pt idx="1504">
                  <c:v>-2.2027000000000001</c:v>
                </c:pt>
                <c:pt idx="1505">
                  <c:v>-2.2572999999999999</c:v>
                </c:pt>
                <c:pt idx="1506">
                  <c:v>-2.3666</c:v>
                </c:pt>
                <c:pt idx="1507">
                  <c:v>-2.4213</c:v>
                </c:pt>
                <c:pt idx="1508">
                  <c:v>-2.476</c:v>
                </c:pt>
                <c:pt idx="1509">
                  <c:v>-2.5306000000000002</c:v>
                </c:pt>
                <c:pt idx="1510">
                  <c:v>-2.5853000000000002</c:v>
                </c:pt>
                <c:pt idx="1511">
                  <c:v>-2.64</c:v>
                </c:pt>
                <c:pt idx="1512">
                  <c:v>-2.6945999999999999</c:v>
                </c:pt>
                <c:pt idx="1513">
                  <c:v>-2.7492999999999999</c:v>
                </c:pt>
                <c:pt idx="1514">
                  <c:v>-2.8039000000000001</c:v>
                </c:pt>
                <c:pt idx="1515">
                  <c:v>-2.9133</c:v>
                </c:pt>
                <c:pt idx="1516">
                  <c:v>-2.9679000000000002</c:v>
                </c:pt>
                <c:pt idx="1517">
                  <c:v>-3.0771999999999999</c:v>
                </c:pt>
                <c:pt idx="1518">
                  <c:v>-3.1318999999999999</c:v>
                </c:pt>
                <c:pt idx="1519">
                  <c:v>-3.1865999999999999</c:v>
                </c:pt>
                <c:pt idx="1520">
                  <c:v>-3.2412000000000001</c:v>
                </c:pt>
                <c:pt idx="1521">
                  <c:v>-3.2959000000000001</c:v>
                </c:pt>
                <c:pt idx="1522">
                  <c:v>-3.3506</c:v>
                </c:pt>
                <c:pt idx="1523">
                  <c:v>-3.4599000000000002</c:v>
                </c:pt>
                <c:pt idx="1524">
                  <c:v>-3.5145</c:v>
                </c:pt>
                <c:pt idx="1525">
                  <c:v>-3.5691999999999999</c:v>
                </c:pt>
                <c:pt idx="1526">
                  <c:v>-3.6785000000000001</c:v>
                </c:pt>
                <c:pt idx="1527">
                  <c:v>-3.7332000000000001</c:v>
                </c:pt>
                <c:pt idx="1528">
                  <c:v>-3.7879</c:v>
                </c:pt>
                <c:pt idx="1529">
                  <c:v>-3.8424999999999998</c:v>
                </c:pt>
                <c:pt idx="1530">
                  <c:v>-3.9518</c:v>
                </c:pt>
                <c:pt idx="1531">
                  <c:v>-4.0065</c:v>
                </c:pt>
                <c:pt idx="1532">
                  <c:v>-4.0612000000000004</c:v>
                </c:pt>
                <c:pt idx="1533">
                  <c:v>-4.1158000000000001</c:v>
                </c:pt>
                <c:pt idx="1534">
                  <c:v>-4.2251000000000003</c:v>
                </c:pt>
                <c:pt idx="1535">
                  <c:v>-4.2797999999999998</c:v>
                </c:pt>
                <c:pt idx="1536">
                  <c:v>-4.3345000000000002</c:v>
                </c:pt>
                <c:pt idx="1537">
                  <c:v>-4.3891</c:v>
                </c:pt>
                <c:pt idx="1538">
                  <c:v>-4.4000000000000004</c:v>
                </c:pt>
                <c:pt idx="1539">
                  <c:v>-4.4000000000000004</c:v>
                </c:pt>
                <c:pt idx="1540">
                  <c:v>-4.4000000000000004</c:v>
                </c:pt>
                <c:pt idx="1541">
                  <c:v>-4.4000000000000004</c:v>
                </c:pt>
                <c:pt idx="1542">
                  <c:v>-4.4000000000000004</c:v>
                </c:pt>
                <c:pt idx="1543">
                  <c:v>-4.4000000000000004</c:v>
                </c:pt>
                <c:pt idx="1544">
                  <c:v>-4.4000000000000004</c:v>
                </c:pt>
                <c:pt idx="1545">
                  <c:v>-4.4000000000000004</c:v>
                </c:pt>
                <c:pt idx="1546">
                  <c:v>-4.4000000000000004</c:v>
                </c:pt>
                <c:pt idx="1547">
                  <c:v>-4.4000000000000004</c:v>
                </c:pt>
                <c:pt idx="1548">
                  <c:v>-4.3102999999999998</c:v>
                </c:pt>
                <c:pt idx="1549">
                  <c:v>-4.2544000000000004</c:v>
                </c:pt>
                <c:pt idx="1550">
                  <c:v>-4.1985999999999999</c:v>
                </c:pt>
                <c:pt idx="1551">
                  <c:v>-4.1426999999999996</c:v>
                </c:pt>
                <c:pt idx="1552">
                  <c:v>-4.0868000000000002</c:v>
                </c:pt>
                <c:pt idx="1553">
                  <c:v>-4.0308999999999999</c:v>
                </c:pt>
                <c:pt idx="1554">
                  <c:v>-3.9750999999999999</c:v>
                </c:pt>
                <c:pt idx="1555">
                  <c:v>-3.8633000000000002</c:v>
                </c:pt>
                <c:pt idx="1556">
                  <c:v>-3.8075000000000001</c:v>
                </c:pt>
                <c:pt idx="1557">
                  <c:v>-3.7515999999999998</c:v>
                </c:pt>
                <c:pt idx="1558">
                  <c:v>-3.6957</c:v>
                </c:pt>
                <c:pt idx="1559">
                  <c:v>-3.6398000000000001</c:v>
                </c:pt>
                <c:pt idx="1560">
                  <c:v>-3.5840000000000001</c:v>
                </c:pt>
                <c:pt idx="1561">
                  <c:v>-3.5280999999999998</c:v>
                </c:pt>
                <c:pt idx="1562">
                  <c:v>-3.4163000000000001</c:v>
                </c:pt>
                <c:pt idx="1563">
                  <c:v>-3.3605</c:v>
                </c:pt>
                <c:pt idx="1564">
                  <c:v>-3.3046000000000002</c:v>
                </c:pt>
                <c:pt idx="1565">
                  <c:v>-3.2486999999999999</c:v>
                </c:pt>
                <c:pt idx="1566">
                  <c:v>-3.1928000000000001</c:v>
                </c:pt>
                <c:pt idx="1567">
                  <c:v>-3.137</c:v>
                </c:pt>
                <c:pt idx="1568">
                  <c:v>-3.0251999999999999</c:v>
                </c:pt>
                <c:pt idx="1569">
                  <c:v>-2.9693999999999998</c:v>
                </c:pt>
                <c:pt idx="1570">
                  <c:v>-2.9135</c:v>
                </c:pt>
                <c:pt idx="1571">
                  <c:v>-2.8576000000000001</c:v>
                </c:pt>
                <c:pt idx="1572">
                  <c:v>-2.8016999999999999</c:v>
                </c:pt>
                <c:pt idx="1573">
                  <c:v>-2.7458999999999998</c:v>
                </c:pt>
                <c:pt idx="1574">
                  <c:v>-2.69</c:v>
                </c:pt>
                <c:pt idx="1575">
                  <c:v>-2.6341000000000001</c:v>
                </c:pt>
                <c:pt idx="1576">
                  <c:v>-2.5781999999999998</c:v>
                </c:pt>
                <c:pt idx="1577">
                  <c:v>-2.4664999999999999</c:v>
                </c:pt>
                <c:pt idx="1578">
                  <c:v>-2.4106000000000001</c:v>
                </c:pt>
                <c:pt idx="1579">
                  <c:v>-2.3546999999999998</c:v>
                </c:pt>
                <c:pt idx="1580">
                  <c:v>-2.2989000000000002</c:v>
                </c:pt>
                <c:pt idx="1581">
                  <c:v>-2.2429999999999999</c:v>
                </c:pt>
                <c:pt idx="1582">
                  <c:v>-2.1313</c:v>
                </c:pt>
                <c:pt idx="1583">
                  <c:v>-2.0754000000000001</c:v>
                </c:pt>
                <c:pt idx="1584">
                  <c:v>-2.0194999999999999</c:v>
                </c:pt>
                <c:pt idx="1585">
                  <c:v>-1.9636</c:v>
                </c:pt>
                <c:pt idx="1586">
                  <c:v>-1.9077999999999999</c:v>
                </c:pt>
                <c:pt idx="1587">
                  <c:v>-1.8519000000000001</c:v>
                </c:pt>
                <c:pt idx="1588">
                  <c:v>-1.7401</c:v>
                </c:pt>
                <c:pt idx="1589">
                  <c:v>-1.6842999999999999</c:v>
                </c:pt>
                <c:pt idx="1590">
                  <c:v>-1.6284000000000001</c:v>
                </c:pt>
                <c:pt idx="1591">
                  <c:v>-1.5725</c:v>
                </c:pt>
                <c:pt idx="1592">
                  <c:v>-1.5166999999999999</c:v>
                </c:pt>
                <c:pt idx="1593">
                  <c:v>-1.4608000000000001</c:v>
                </c:pt>
                <c:pt idx="1594">
                  <c:v>-1.4049</c:v>
                </c:pt>
                <c:pt idx="1595">
                  <c:v>-1.349</c:v>
                </c:pt>
                <c:pt idx="1596">
                  <c:v>-1.2373000000000001</c:v>
                </c:pt>
                <c:pt idx="1597">
                  <c:v>-1.1814</c:v>
                </c:pt>
                <c:pt idx="1598">
                  <c:v>-1.1254999999999999</c:v>
                </c:pt>
                <c:pt idx="1599">
                  <c:v>-1.0697000000000001</c:v>
                </c:pt>
                <c:pt idx="1600">
                  <c:v>-0.95789999999999997</c:v>
                </c:pt>
                <c:pt idx="1601">
                  <c:v>-0.90200000000000002</c:v>
                </c:pt>
                <c:pt idx="1602">
                  <c:v>-0.84619999999999995</c:v>
                </c:pt>
                <c:pt idx="1603">
                  <c:v>-0.7903</c:v>
                </c:pt>
                <c:pt idx="1604">
                  <c:v>-0.73440000000000005</c:v>
                </c:pt>
                <c:pt idx="1605">
                  <c:v>-0.62270000000000003</c:v>
                </c:pt>
                <c:pt idx="1606">
                  <c:v>-0.56679999999999997</c:v>
                </c:pt>
                <c:pt idx="1607">
                  <c:v>-0.51090000000000002</c:v>
                </c:pt>
                <c:pt idx="1608">
                  <c:v>-0.4551</c:v>
                </c:pt>
                <c:pt idx="1609">
                  <c:v>-0.34329999999999999</c:v>
                </c:pt>
                <c:pt idx="1610">
                  <c:v>-0.28739999999999999</c:v>
                </c:pt>
                <c:pt idx="1611">
                  <c:v>-0.2316</c:v>
                </c:pt>
                <c:pt idx="1612">
                  <c:v>-0.1198</c:v>
                </c:pt>
                <c:pt idx="1613">
                  <c:v>-6.4000000000000001E-2</c:v>
                </c:pt>
                <c:pt idx="1614">
                  <c:v>-8.0999999999999996E-3</c:v>
                </c:pt>
                <c:pt idx="1615">
                  <c:v>0.1037</c:v>
                </c:pt>
                <c:pt idx="1616">
                  <c:v>0.1595</c:v>
                </c:pt>
                <c:pt idx="1617">
                  <c:v>0.21540000000000001</c:v>
                </c:pt>
                <c:pt idx="1618">
                  <c:v>0.27129999999999999</c:v>
                </c:pt>
                <c:pt idx="1619">
                  <c:v>0.38300000000000001</c:v>
                </c:pt>
                <c:pt idx="1620">
                  <c:v>0.43890000000000001</c:v>
                </c:pt>
                <c:pt idx="1621">
                  <c:v>0.49480000000000002</c:v>
                </c:pt>
                <c:pt idx="1622">
                  <c:v>0.55069999999999997</c:v>
                </c:pt>
                <c:pt idx="1623">
                  <c:v>0.66239999999999999</c:v>
                </c:pt>
                <c:pt idx="1624">
                  <c:v>0.71830000000000005</c:v>
                </c:pt>
                <c:pt idx="1625">
                  <c:v>0.77410000000000001</c:v>
                </c:pt>
                <c:pt idx="1626">
                  <c:v>0.88590000000000002</c:v>
                </c:pt>
                <c:pt idx="1627">
                  <c:v>0.94179999999999997</c:v>
                </c:pt>
                <c:pt idx="1628">
                  <c:v>0.94179999999999997</c:v>
                </c:pt>
                <c:pt idx="1629">
                  <c:v>1.0535000000000001</c:v>
                </c:pt>
                <c:pt idx="1630">
                  <c:v>1.1093999999999999</c:v>
                </c:pt>
                <c:pt idx="1631">
                  <c:v>1.1653</c:v>
                </c:pt>
                <c:pt idx="1632">
                  <c:v>1.2211000000000001</c:v>
                </c:pt>
                <c:pt idx="1633">
                  <c:v>1.2769999999999999</c:v>
                </c:pt>
                <c:pt idx="1634">
                  <c:v>1.3329</c:v>
                </c:pt>
                <c:pt idx="1635">
                  <c:v>1.3887</c:v>
                </c:pt>
                <c:pt idx="1636">
                  <c:v>1.4446000000000001</c:v>
                </c:pt>
                <c:pt idx="1637">
                  <c:v>1.5564</c:v>
                </c:pt>
                <c:pt idx="1638">
                  <c:v>1.6122000000000001</c:v>
                </c:pt>
                <c:pt idx="1639">
                  <c:v>1.7799</c:v>
                </c:pt>
                <c:pt idx="1640">
                  <c:v>1.8357000000000001</c:v>
                </c:pt>
                <c:pt idx="1641">
                  <c:v>1.8915999999999999</c:v>
                </c:pt>
                <c:pt idx="1642">
                  <c:v>1.9475</c:v>
                </c:pt>
                <c:pt idx="1643">
                  <c:v>2.0034000000000001</c:v>
                </c:pt>
                <c:pt idx="1644">
                  <c:v>2.1151</c:v>
                </c:pt>
                <c:pt idx="1645">
                  <c:v>2.1709999999999998</c:v>
                </c:pt>
                <c:pt idx="1646">
                  <c:v>2.2267999999999999</c:v>
                </c:pt>
                <c:pt idx="1647">
                  <c:v>2.2827000000000002</c:v>
                </c:pt>
                <c:pt idx="1648">
                  <c:v>2.3386</c:v>
                </c:pt>
                <c:pt idx="1649">
                  <c:v>2.4502999999999999</c:v>
                </c:pt>
                <c:pt idx="1650">
                  <c:v>2.4502999999999999</c:v>
                </c:pt>
                <c:pt idx="1651">
                  <c:v>2.5621</c:v>
                </c:pt>
                <c:pt idx="1652">
                  <c:v>2.6179999999999999</c:v>
                </c:pt>
                <c:pt idx="1653">
                  <c:v>2.7296999999999998</c:v>
                </c:pt>
                <c:pt idx="1654">
                  <c:v>2.7856000000000001</c:v>
                </c:pt>
                <c:pt idx="1655">
                  <c:v>2.8414000000000001</c:v>
                </c:pt>
                <c:pt idx="1656">
                  <c:v>2.8973</c:v>
                </c:pt>
                <c:pt idx="1657">
                  <c:v>2.9531999999999998</c:v>
                </c:pt>
                <c:pt idx="1658">
                  <c:v>3.0091000000000001</c:v>
                </c:pt>
                <c:pt idx="1659">
                  <c:v>3.0649000000000002</c:v>
                </c:pt>
                <c:pt idx="1660">
                  <c:v>3.1766999999999999</c:v>
                </c:pt>
                <c:pt idx="1661">
                  <c:v>3.2326000000000001</c:v>
                </c:pt>
                <c:pt idx="1662">
                  <c:v>3.2884000000000002</c:v>
                </c:pt>
                <c:pt idx="1663">
                  <c:v>3.4001999999999999</c:v>
                </c:pt>
                <c:pt idx="1664">
                  <c:v>3.4561000000000002</c:v>
                </c:pt>
                <c:pt idx="1665">
                  <c:v>3.5118999999999998</c:v>
                </c:pt>
                <c:pt idx="1666">
                  <c:v>3.5678000000000001</c:v>
                </c:pt>
                <c:pt idx="1667">
                  <c:v>3.7353999999999998</c:v>
                </c:pt>
                <c:pt idx="1668">
                  <c:v>3.7913000000000001</c:v>
                </c:pt>
                <c:pt idx="1669">
                  <c:v>3.903</c:v>
                </c:pt>
                <c:pt idx="1670">
                  <c:v>3.9588999999999999</c:v>
                </c:pt>
                <c:pt idx="1671">
                  <c:v>4</c:v>
                </c:pt>
                <c:pt idx="1672">
                  <c:v>4</c:v>
                </c:pt>
                <c:pt idx="1673">
                  <c:v>4</c:v>
                </c:pt>
                <c:pt idx="1674">
                  <c:v>4</c:v>
                </c:pt>
                <c:pt idx="1675">
                  <c:v>4</c:v>
                </c:pt>
                <c:pt idx="1676">
                  <c:v>4</c:v>
                </c:pt>
                <c:pt idx="1677">
                  <c:v>4</c:v>
                </c:pt>
                <c:pt idx="1678">
                  <c:v>4</c:v>
                </c:pt>
                <c:pt idx="1679">
                  <c:v>4</c:v>
                </c:pt>
                <c:pt idx="1680">
                  <c:v>4</c:v>
                </c:pt>
                <c:pt idx="1681">
                  <c:v>4</c:v>
                </c:pt>
                <c:pt idx="1682">
                  <c:v>4</c:v>
                </c:pt>
                <c:pt idx="1683">
                  <c:v>4</c:v>
                </c:pt>
                <c:pt idx="1684">
                  <c:v>4</c:v>
                </c:pt>
                <c:pt idx="1685">
                  <c:v>4</c:v>
                </c:pt>
                <c:pt idx="1686">
                  <c:v>4</c:v>
                </c:pt>
                <c:pt idx="1687">
                  <c:v>4</c:v>
                </c:pt>
                <c:pt idx="1688">
                  <c:v>4</c:v>
                </c:pt>
                <c:pt idx="1689">
                  <c:v>4</c:v>
                </c:pt>
                <c:pt idx="1690">
                  <c:v>4</c:v>
                </c:pt>
                <c:pt idx="1691">
                  <c:v>4</c:v>
                </c:pt>
                <c:pt idx="1692">
                  <c:v>4</c:v>
                </c:pt>
                <c:pt idx="1693">
                  <c:v>4</c:v>
                </c:pt>
                <c:pt idx="1694">
                  <c:v>4</c:v>
                </c:pt>
                <c:pt idx="1695">
                  <c:v>3.9298000000000002</c:v>
                </c:pt>
                <c:pt idx="1696">
                  <c:v>3.8748999999999998</c:v>
                </c:pt>
                <c:pt idx="1697">
                  <c:v>3.8201000000000001</c:v>
                </c:pt>
                <c:pt idx="1698">
                  <c:v>3.7652000000000001</c:v>
                </c:pt>
                <c:pt idx="1699">
                  <c:v>3.6555</c:v>
                </c:pt>
                <c:pt idx="1700">
                  <c:v>3.6006</c:v>
                </c:pt>
                <c:pt idx="1701">
                  <c:v>3.4908999999999999</c:v>
                </c:pt>
                <c:pt idx="1702">
                  <c:v>3.4359999999999999</c:v>
                </c:pt>
                <c:pt idx="1703">
                  <c:v>3.3812000000000002</c:v>
                </c:pt>
                <c:pt idx="1704">
                  <c:v>3.3262999999999998</c:v>
                </c:pt>
                <c:pt idx="1705">
                  <c:v>3.2713999999999999</c:v>
                </c:pt>
                <c:pt idx="1706">
                  <c:v>3.2166000000000001</c:v>
                </c:pt>
                <c:pt idx="1707">
                  <c:v>3.1617000000000002</c:v>
                </c:pt>
                <c:pt idx="1708">
                  <c:v>3.052</c:v>
                </c:pt>
                <c:pt idx="1709">
                  <c:v>2.9971000000000001</c:v>
                </c:pt>
                <c:pt idx="1710">
                  <c:v>2.9422000000000001</c:v>
                </c:pt>
                <c:pt idx="1711">
                  <c:v>2.8874</c:v>
                </c:pt>
                <c:pt idx="1712">
                  <c:v>2.8325</c:v>
                </c:pt>
                <c:pt idx="1713">
                  <c:v>2.7776000000000001</c:v>
                </c:pt>
                <c:pt idx="1714">
                  <c:v>2.7227999999999999</c:v>
                </c:pt>
                <c:pt idx="1715">
                  <c:v>2.613</c:v>
                </c:pt>
                <c:pt idx="1716">
                  <c:v>2.613</c:v>
                </c:pt>
                <c:pt idx="1717">
                  <c:v>2.5032999999999999</c:v>
                </c:pt>
                <c:pt idx="1718">
                  <c:v>2.4483999999999999</c:v>
                </c:pt>
                <c:pt idx="1719">
                  <c:v>2.3936000000000002</c:v>
                </c:pt>
                <c:pt idx="1720">
                  <c:v>2.2837999999999998</c:v>
                </c:pt>
                <c:pt idx="1721">
                  <c:v>2.2290000000000001</c:v>
                </c:pt>
                <c:pt idx="1722">
                  <c:v>2.2290000000000001</c:v>
                </c:pt>
                <c:pt idx="1723">
                  <c:v>2.1192000000000002</c:v>
                </c:pt>
                <c:pt idx="1724">
                  <c:v>2.0644</c:v>
                </c:pt>
                <c:pt idx="1725">
                  <c:v>2.0095000000000001</c:v>
                </c:pt>
                <c:pt idx="1726">
                  <c:v>1.9547000000000001</c:v>
                </c:pt>
                <c:pt idx="1727">
                  <c:v>1.8997999999999999</c:v>
                </c:pt>
                <c:pt idx="1728">
                  <c:v>1.7901</c:v>
                </c:pt>
                <c:pt idx="1729">
                  <c:v>1.7352000000000001</c:v>
                </c:pt>
                <c:pt idx="1730">
                  <c:v>1.6802999999999999</c:v>
                </c:pt>
                <c:pt idx="1731">
                  <c:v>1.6254999999999999</c:v>
                </c:pt>
                <c:pt idx="1732">
                  <c:v>1.5706</c:v>
                </c:pt>
                <c:pt idx="1733">
                  <c:v>1.4609000000000001</c:v>
                </c:pt>
                <c:pt idx="1734">
                  <c:v>1.4059999999999999</c:v>
                </c:pt>
                <c:pt idx="1735">
                  <c:v>1.3511</c:v>
                </c:pt>
                <c:pt idx="1736">
                  <c:v>1.2414000000000001</c:v>
                </c:pt>
                <c:pt idx="1737">
                  <c:v>1.1865000000000001</c:v>
                </c:pt>
                <c:pt idx="1738">
                  <c:v>1.1316999999999999</c:v>
                </c:pt>
                <c:pt idx="1739">
                  <c:v>1.0768</c:v>
                </c:pt>
                <c:pt idx="1740">
                  <c:v>0.96709999999999996</c:v>
                </c:pt>
                <c:pt idx="1741">
                  <c:v>0.91220000000000001</c:v>
                </c:pt>
                <c:pt idx="1742">
                  <c:v>0.85729999999999995</c:v>
                </c:pt>
                <c:pt idx="1743">
                  <c:v>0.80249999999999999</c:v>
                </c:pt>
                <c:pt idx="1744">
                  <c:v>0.74760000000000004</c:v>
                </c:pt>
                <c:pt idx="1745">
                  <c:v>0.63790000000000002</c:v>
                </c:pt>
                <c:pt idx="1746">
                  <c:v>0.58299999999999996</c:v>
                </c:pt>
                <c:pt idx="1747">
                  <c:v>0.5282</c:v>
                </c:pt>
                <c:pt idx="1748">
                  <c:v>0.4733</c:v>
                </c:pt>
                <c:pt idx="1749">
                  <c:v>0.36359999999999998</c:v>
                </c:pt>
                <c:pt idx="1750">
                  <c:v>0.30869999999999997</c:v>
                </c:pt>
                <c:pt idx="1751">
                  <c:v>0.25380000000000003</c:v>
                </c:pt>
                <c:pt idx="1752">
                  <c:v>0.19900000000000001</c:v>
                </c:pt>
                <c:pt idx="1753">
                  <c:v>8.9200000000000002E-2</c:v>
                </c:pt>
                <c:pt idx="1754">
                  <c:v>3.44E-2</c:v>
                </c:pt>
                <c:pt idx="1755">
                  <c:v>-2.0500000000000001E-2</c:v>
                </c:pt>
                <c:pt idx="1756">
                  <c:v>-0.13020000000000001</c:v>
                </c:pt>
                <c:pt idx="1757">
                  <c:v>-0.18509999999999999</c:v>
                </c:pt>
                <c:pt idx="1758">
                  <c:v>-0.24</c:v>
                </c:pt>
                <c:pt idx="1759">
                  <c:v>-0.29480000000000001</c:v>
                </c:pt>
                <c:pt idx="1760">
                  <c:v>-0.34970000000000001</c:v>
                </c:pt>
                <c:pt idx="1761">
                  <c:v>-0.40460000000000002</c:v>
                </c:pt>
                <c:pt idx="1762">
                  <c:v>-0.51429999999999998</c:v>
                </c:pt>
                <c:pt idx="1763">
                  <c:v>-0.56920000000000004</c:v>
                </c:pt>
                <c:pt idx="1764">
                  <c:v>-0.624</c:v>
                </c:pt>
                <c:pt idx="1765">
                  <c:v>-0.67889999999999995</c:v>
                </c:pt>
                <c:pt idx="1766">
                  <c:v>-0.73370000000000002</c:v>
                </c:pt>
                <c:pt idx="1767">
                  <c:v>-0.84350000000000003</c:v>
                </c:pt>
                <c:pt idx="1768">
                  <c:v>-0.89829999999999999</c:v>
                </c:pt>
                <c:pt idx="1769">
                  <c:v>-0.95320000000000005</c:v>
                </c:pt>
                <c:pt idx="1770">
                  <c:v>-1.0081</c:v>
                </c:pt>
                <c:pt idx="1771">
                  <c:v>-1.1175999999999999</c:v>
                </c:pt>
                <c:pt idx="1772">
                  <c:v>-1.1722999999999999</c:v>
                </c:pt>
                <c:pt idx="1773">
                  <c:v>-1.2270000000000001</c:v>
                </c:pt>
                <c:pt idx="1774">
                  <c:v>-1.2818000000000001</c:v>
                </c:pt>
                <c:pt idx="1775">
                  <c:v>-1.3365</c:v>
                </c:pt>
                <c:pt idx="1776">
                  <c:v>-1.446</c:v>
                </c:pt>
                <c:pt idx="1777">
                  <c:v>-1.5006999999999999</c:v>
                </c:pt>
                <c:pt idx="1778">
                  <c:v>-1.5553999999999999</c:v>
                </c:pt>
                <c:pt idx="1779">
                  <c:v>-1.6101000000000001</c:v>
                </c:pt>
                <c:pt idx="1780">
                  <c:v>-1.6649</c:v>
                </c:pt>
                <c:pt idx="1781">
                  <c:v>-1.7743</c:v>
                </c:pt>
                <c:pt idx="1782">
                  <c:v>-1.8290999999999999</c:v>
                </c:pt>
                <c:pt idx="1783">
                  <c:v>-1.8837999999999999</c:v>
                </c:pt>
                <c:pt idx="1784">
                  <c:v>-1.9384999999999999</c:v>
                </c:pt>
                <c:pt idx="1785">
                  <c:v>-1.9933000000000001</c:v>
                </c:pt>
                <c:pt idx="1786">
                  <c:v>-2.1027</c:v>
                </c:pt>
                <c:pt idx="1787">
                  <c:v>-2.1575000000000002</c:v>
                </c:pt>
                <c:pt idx="1788">
                  <c:v>-2.2122000000000002</c:v>
                </c:pt>
                <c:pt idx="1789">
                  <c:v>-2.2669000000000001</c:v>
                </c:pt>
                <c:pt idx="1790">
                  <c:v>-2.3763999999999998</c:v>
                </c:pt>
                <c:pt idx="1791">
                  <c:v>-2.3763999999999998</c:v>
                </c:pt>
                <c:pt idx="1792">
                  <c:v>-2.4310999999999998</c:v>
                </c:pt>
                <c:pt idx="1793">
                  <c:v>-2.5406</c:v>
                </c:pt>
                <c:pt idx="1794">
                  <c:v>-2.5952999999999999</c:v>
                </c:pt>
                <c:pt idx="1795">
                  <c:v>-2.65</c:v>
                </c:pt>
                <c:pt idx="1796">
                  <c:v>-2.7048000000000001</c:v>
                </c:pt>
                <c:pt idx="1797">
                  <c:v>-2.8142</c:v>
                </c:pt>
                <c:pt idx="1798">
                  <c:v>-2.8690000000000002</c:v>
                </c:pt>
                <c:pt idx="1799">
                  <c:v>-2.9237000000000002</c:v>
                </c:pt>
                <c:pt idx="1800">
                  <c:v>-2.9784000000000002</c:v>
                </c:pt>
                <c:pt idx="1801">
                  <c:v>-3.0331999999999999</c:v>
                </c:pt>
                <c:pt idx="1802">
                  <c:v>-3.1425999999999998</c:v>
                </c:pt>
                <c:pt idx="1803">
                  <c:v>-3.1974</c:v>
                </c:pt>
                <c:pt idx="1804">
                  <c:v>-3.2521</c:v>
                </c:pt>
                <c:pt idx="1805">
                  <c:v>-3.3068</c:v>
                </c:pt>
                <c:pt idx="1806">
                  <c:v>-3.3614999999999999</c:v>
                </c:pt>
                <c:pt idx="1807">
                  <c:v>-3.4163000000000001</c:v>
                </c:pt>
                <c:pt idx="1808">
                  <c:v>-3.5257000000000001</c:v>
                </c:pt>
                <c:pt idx="1809">
                  <c:v>-3.5804999999999998</c:v>
                </c:pt>
                <c:pt idx="1810">
                  <c:v>-3.6352000000000002</c:v>
                </c:pt>
                <c:pt idx="1811">
                  <c:v>-3.6899000000000002</c:v>
                </c:pt>
                <c:pt idx="1812">
                  <c:v>-3.7446999999999999</c:v>
                </c:pt>
                <c:pt idx="1813">
                  <c:v>-3.8540999999999999</c:v>
                </c:pt>
                <c:pt idx="1814">
                  <c:v>-3.9089</c:v>
                </c:pt>
                <c:pt idx="1815">
                  <c:v>-3.9636</c:v>
                </c:pt>
                <c:pt idx="1816">
                  <c:v>-4.0183</c:v>
                </c:pt>
                <c:pt idx="1817">
                  <c:v>-4.0731000000000002</c:v>
                </c:pt>
                <c:pt idx="1818">
                  <c:v>-4.1825000000000001</c:v>
                </c:pt>
                <c:pt idx="1819">
                  <c:v>-4.2371999999999996</c:v>
                </c:pt>
                <c:pt idx="1820">
                  <c:v>-4.2919999999999998</c:v>
                </c:pt>
                <c:pt idx="1821">
                  <c:v>-4.4000000000000004</c:v>
                </c:pt>
                <c:pt idx="1822">
                  <c:v>-4.4000000000000004</c:v>
                </c:pt>
                <c:pt idx="1823">
                  <c:v>-4.4000000000000004</c:v>
                </c:pt>
                <c:pt idx="1824">
                  <c:v>-4.4000000000000004</c:v>
                </c:pt>
                <c:pt idx="1825">
                  <c:v>-4.4000000000000004</c:v>
                </c:pt>
                <c:pt idx="1826">
                  <c:v>-4.4000000000000004</c:v>
                </c:pt>
                <c:pt idx="1827">
                  <c:v>-4.4000000000000004</c:v>
                </c:pt>
                <c:pt idx="1828">
                  <c:v>-4.4000000000000004</c:v>
                </c:pt>
                <c:pt idx="1829">
                  <c:v>-4.4000000000000004</c:v>
                </c:pt>
                <c:pt idx="1830">
                  <c:v>-4.4000000000000004</c:v>
                </c:pt>
                <c:pt idx="1831">
                  <c:v>-4.3846999999999996</c:v>
                </c:pt>
                <c:pt idx="1832">
                  <c:v>-4.2728000000000002</c:v>
                </c:pt>
                <c:pt idx="1833">
                  <c:v>-4.2168000000000001</c:v>
                </c:pt>
                <c:pt idx="1834">
                  <c:v>-4.1608999999999998</c:v>
                </c:pt>
                <c:pt idx="1835">
                  <c:v>-4.1048999999999998</c:v>
                </c:pt>
                <c:pt idx="1836">
                  <c:v>-4.0490000000000004</c:v>
                </c:pt>
                <c:pt idx="1837">
                  <c:v>-3.9371</c:v>
                </c:pt>
                <c:pt idx="1838">
                  <c:v>-3.8812000000000002</c:v>
                </c:pt>
                <c:pt idx="1839">
                  <c:v>-3.8252000000000002</c:v>
                </c:pt>
                <c:pt idx="1840">
                  <c:v>-3.7134</c:v>
                </c:pt>
                <c:pt idx="1841">
                  <c:v>-3.6574</c:v>
                </c:pt>
                <c:pt idx="1842">
                  <c:v>-3.6015000000000001</c:v>
                </c:pt>
                <c:pt idx="1843">
                  <c:v>-3.4895999999999998</c:v>
                </c:pt>
                <c:pt idx="1844">
                  <c:v>-3.4337</c:v>
                </c:pt>
                <c:pt idx="1845">
                  <c:v>-3.3776999999999999</c:v>
                </c:pt>
                <c:pt idx="1846">
                  <c:v>-3.3218000000000001</c:v>
                </c:pt>
                <c:pt idx="1847">
                  <c:v>-3.2099000000000002</c:v>
                </c:pt>
                <c:pt idx="1848">
                  <c:v>-3.2099000000000002</c:v>
                </c:pt>
                <c:pt idx="1849">
                  <c:v>-3.1539000000000001</c:v>
                </c:pt>
                <c:pt idx="1850">
                  <c:v>-3.0421</c:v>
                </c:pt>
                <c:pt idx="1851">
                  <c:v>-2.9861</c:v>
                </c:pt>
                <c:pt idx="1852">
                  <c:v>-2.9302000000000001</c:v>
                </c:pt>
                <c:pt idx="1853">
                  <c:v>-2.8742000000000001</c:v>
                </c:pt>
                <c:pt idx="1854">
                  <c:v>-2.7624</c:v>
                </c:pt>
                <c:pt idx="1855">
                  <c:v>-2.7063999999999999</c:v>
                </c:pt>
                <c:pt idx="1856">
                  <c:v>-2.6505000000000001</c:v>
                </c:pt>
                <c:pt idx="1857">
                  <c:v>-2.5945</c:v>
                </c:pt>
                <c:pt idx="1858">
                  <c:v>-2.4826999999999999</c:v>
                </c:pt>
                <c:pt idx="1859">
                  <c:v>-2.4266999999999999</c:v>
                </c:pt>
                <c:pt idx="1860">
                  <c:v>-2.3708</c:v>
                </c:pt>
                <c:pt idx="1861">
                  <c:v>-2.3148</c:v>
                </c:pt>
                <c:pt idx="1862">
                  <c:v>-2.2589000000000001</c:v>
                </c:pt>
                <c:pt idx="1863">
                  <c:v>-2.2029999999999998</c:v>
                </c:pt>
                <c:pt idx="1864">
                  <c:v>-2.1469999999999998</c:v>
                </c:pt>
                <c:pt idx="1865">
                  <c:v>-2.0350999999999999</c:v>
                </c:pt>
                <c:pt idx="1866">
                  <c:v>-1.9792000000000001</c:v>
                </c:pt>
                <c:pt idx="1867">
                  <c:v>-1.9232</c:v>
                </c:pt>
                <c:pt idx="1868">
                  <c:v>-1.8673</c:v>
                </c:pt>
                <c:pt idx="1869">
                  <c:v>-1.8113999999999999</c:v>
                </c:pt>
                <c:pt idx="1870">
                  <c:v>-1.7554000000000001</c:v>
                </c:pt>
                <c:pt idx="1871">
                  <c:v>-1.6435</c:v>
                </c:pt>
                <c:pt idx="1872">
                  <c:v>-1.5875999999999999</c:v>
                </c:pt>
                <c:pt idx="1873">
                  <c:v>-1.5317000000000001</c:v>
                </c:pt>
                <c:pt idx="1874">
                  <c:v>-1.4757</c:v>
                </c:pt>
                <c:pt idx="1875">
                  <c:v>-1.4198</c:v>
                </c:pt>
                <c:pt idx="1876">
                  <c:v>-1.3637999999999999</c:v>
                </c:pt>
                <c:pt idx="1877">
                  <c:v>-1.3079000000000001</c:v>
                </c:pt>
                <c:pt idx="1878">
                  <c:v>-1.196</c:v>
                </c:pt>
                <c:pt idx="1879">
                  <c:v>-1.1400999999999999</c:v>
                </c:pt>
                <c:pt idx="1880">
                  <c:v>-1.0282</c:v>
                </c:pt>
                <c:pt idx="1881">
                  <c:v>-0.97219999999999995</c:v>
                </c:pt>
                <c:pt idx="1882">
                  <c:v>-0.9163</c:v>
                </c:pt>
                <c:pt idx="1883">
                  <c:v>-0.8044</c:v>
                </c:pt>
                <c:pt idx="1884">
                  <c:v>-0.74850000000000005</c:v>
                </c:pt>
                <c:pt idx="1885">
                  <c:v>-0.6925</c:v>
                </c:pt>
                <c:pt idx="1886">
                  <c:v>-0.63660000000000005</c:v>
                </c:pt>
                <c:pt idx="1887">
                  <c:v>-0.52470000000000006</c:v>
                </c:pt>
                <c:pt idx="1888">
                  <c:v>-0.46879999999999999</c:v>
                </c:pt>
                <c:pt idx="1889">
                  <c:v>-0.4128</c:v>
                </c:pt>
                <c:pt idx="1890">
                  <c:v>-0.3009</c:v>
                </c:pt>
                <c:pt idx="1891">
                  <c:v>-0.245</c:v>
                </c:pt>
                <c:pt idx="1892">
                  <c:v>-0.18909999999999999</c:v>
                </c:pt>
                <c:pt idx="1893">
                  <c:v>-0.1331</c:v>
                </c:pt>
                <c:pt idx="1894">
                  <c:v>-2.12E-2</c:v>
                </c:pt>
                <c:pt idx="1895">
                  <c:v>3.4700000000000002E-2</c:v>
                </c:pt>
                <c:pt idx="1896">
                  <c:v>9.06E-2</c:v>
                </c:pt>
                <c:pt idx="1897">
                  <c:v>0.20250000000000001</c:v>
                </c:pt>
                <c:pt idx="1898">
                  <c:v>0.25850000000000001</c:v>
                </c:pt>
                <c:pt idx="1899">
                  <c:v>0.37030000000000002</c:v>
                </c:pt>
                <c:pt idx="1900">
                  <c:v>0.42630000000000001</c:v>
                </c:pt>
                <c:pt idx="1901">
                  <c:v>0.48220000000000002</c:v>
                </c:pt>
                <c:pt idx="1902">
                  <c:v>0.59409999999999996</c:v>
                </c:pt>
                <c:pt idx="1903">
                  <c:v>0.65010000000000001</c:v>
                </c:pt>
                <c:pt idx="1904">
                  <c:v>0.70599999999999996</c:v>
                </c:pt>
                <c:pt idx="1905">
                  <c:v>0.81789999999999996</c:v>
                </c:pt>
                <c:pt idx="1906">
                  <c:v>0.87380000000000002</c:v>
                </c:pt>
                <c:pt idx="1907">
                  <c:v>0.92979999999999996</c:v>
                </c:pt>
                <c:pt idx="1908">
                  <c:v>0.98570000000000002</c:v>
                </c:pt>
                <c:pt idx="1909">
                  <c:v>1.0975999999999999</c:v>
                </c:pt>
                <c:pt idx="1910">
                  <c:v>1.1535</c:v>
                </c:pt>
                <c:pt idx="1911">
                  <c:v>1.2095</c:v>
                </c:pt>
                <c:pt idx="1912">
                  <c:v>1.2654000000000001</c:v>
                </c:pt>
                <c:pt idx="1913">
                  <c:v>1.3212999999999999</c:v>
                </c:pt>
                <c:pt idx="1914">
                  <c:v>1.4332</c:v>
                </c:pt>
                <c:pt idx="1915">
                  <c:v>1.4892000000000001</c:v>
                </c:pt>
                <c:pt idx="1916">
                  <c:v>1.4892000000000001</c:v>
                </c:pt>
                <c:pt idx="1917">
                  <c:v>1.5969</c:v>
                </c:pt>
                <c:pt idx="1918">
                  <c:v>1.6439999999999999</c:v>
                </c:pt>
                <c:pt idx="1919">
                  <c:v>1.6910000000000001</c:v>
                </c:pt>
                <c:pt idx="1920">
                  <c:v>1.738</c:v>
                </c:pt>
                <c:pt idx="1921">
                  <c:v>1.7849999999999999</c:v>
                </c:pt>
                <c:pt idx="1922">
                  <c:v>1.879</c:v>
                </c:pt>
                <c:pt idx="1923">
                  <c:v>1.9259999999999999</c:v>
                </c:pt>
                <c:pt idx="1924">
                  <c:v>1.9730000000000001</c:v>
                </c:pt>
                <c:pt idx="1925">
                  <c:v>2.02</c:v>
                </c:pt>
                <c:pt idx="1926">
                  <c:v>2.0670000000000002</c:v>
                </c:pt>
                <c:pt idx="1927">
                  <c:v>2.1139999999999999</c:v>
                </c:pt>
                <c:pt idx="1928">
                  <c:v>2.161</c:v>
                </c:pt>
                <c:pt idx="1929">
                  <c:v>2.2549999999999999</c:v>
                </c:pt>
                <c:pt idx="1930">
                  <c:v>2.3020999999999998</c:v>
                </c:pt>
                <c:pt idx="1931">
                  <c:v>2.3491</c:v>
                </c:pt>
                <c:pt idx="1932">
                  <c:v>2.4430999999999998</c:v>
                </c:pt>
                <c:pt idx="1933">
                  <c:v>2.4901</c:v>
                </c:pt>
                <c:pt idx="1934">
                  <c:v>2.5840999999999998</c:v>
                </c:pt>
                <c:pt idx="1935">
                  <c:v>2.6311</c:v>
                </c:pt>
                <c:pt idx="1936">
                  <c:v>2.6781000000000001</c:v>
                </c:pt>
                <c:pt idx="1937">
                  <c:v>2.7250999999999999</c:v>
                </c:pt>
                <c:pt idx="1938">
                  <c:v>2.8191000000000002</c:v>
                </c:pt>
                <c:pt idx="1939">
                  <c:v>2.8660999999999999</c:v>
                </c:pt>
                <c:pt idx="1940">
                  <c:v>2.9131999999999998</c:v>
                </c:pt>
                <c:pt idx="1941">
                  <c:v>2.9601999999999999</c:v>
                </c:pt>
                <c:pt idx="1942">
                  <c:v>3.0072000000000001</c:v>
                </c:pt>
                <c:pt idx="1943">
                  <c:v>3.1012</c:v>
                </c:pt>
                <c:pt idx="1944">
                  <c:v>3.1482000000000001</c:v>
                </c:pt>
                <c:pt idx="1945">
                  <c:v>3.1951999999999998</c:v>
                </c:pt>
                <c:pt idx="1946">
                  <c:v>3.2422</c:v>
                </c:pt>
                <c:pt idx="1947">
                  <c:v>3.2892000000000001</c:v>
                </c:pt>
                <c:pt idx="1948">
                  <c:v>3.3832</c:v>
                </c:pt>
                <c:pt idx="1949">
                  <c:v>3.4302000000000001</c:v>
                </c:pt>
                <c:pt idx="1950">
                  <c:v>3.4771999999999998</c:v>
                </c:pt>
                <c:pt idx="1951">
                  <c:v>3.5242</c:v>
                </c:pt>
                <c:pt idx="1952">
                  <c:v>3.6183000000000001</c:v>
                </c:pt>
                <c:pt idx="1953">
                  <c:v>3.6652999999999998</c:v>
                </c:pt>
                <c:pt idx="1954">
                  <c:v>3.7122999999999999</c:v>
                </c:pt>
                <c:pt idx="1955">
                  <c:v>3.7593000000000001</c:v>
                </c:pt>
                <c:pt idx="1956">
                  <c:v>3.8062999999999998</c:v>
                </c:pt>
                <c:pt idx="1957">
                  <c:v>3.8532999999999999</c:v>
                </c:pt>
                <c:pt idx="1958">
                  <c:v>3.9003000000000001</c:v>
                </c:pt>
                <c:pt idx="1959">
                  <c:v>3.9472999999999998</c:v>
                </c:pt>
                <c:pt idx="1960">
                  <c:v>3.9943</c:v>
                </c:pt>
                <c:pt idx="1961">
                  <c:v>4</c:v>
                </c:pt>
                <c:pt idx="1962">
                  <c:v>4</c:v>
                </c:pt>
                <c:pt idx="1963">
                  <c:v>4</c:v>
                </c:pt>
                <c:pt idx="1964">
                  <c:v>4</c:v>
                </c:pt>
                <c:pt idx="1965">
                  <c:v>4</c:v>
                </c:pt>
                <c:pt idx="1966">
                  <c:v>4</c:v>
                </c:pt>
                <c:pt idx="1967">
                  <c:v>4</c:v>
                </c:pt>
                <c:pt idx="1968">
                  <c:v>4</c:v>
                </c:pt>
                <c:pt idx="1969">
                  <c:v>4</c:v>
                </c:pt>
                <c:pt idx="1970">
                  <c:v>4</c:v>
                </c:pt>
                <c:pt idx="1971">
                  <c:v>4</c:v>
                </c:pt>
                <c:pt idx="1972">
                  <c:v>4</c:v>
                </c:pt>
                <c:pt idx="1973">
                  <c:v>4</c:v>
                </c:pt>
                <c:pt idx="1974">
                  <c:v>4</c:v>
                </c:pt>
                <c:pt idx="1975">
                  <c:v>4</c:v>
                </c:pt>
                <c:pt idx="1976">
                  <c:v>4</c:v>
                </c:pt>
                <c:pt idx="1977">
                  <c:v>4</c:v>
                </c:pt>
                <c:pt idx="1978">
                  <c:v>4</c:v>
                </c:pt>
                <c:pt idx="1979">
                  <c:v>4</c:v>
                </c:pt>
                <c:pt idx="1980">
                  <c:v>4</c:v>
                </c:pt>
                <c:pt idx="1981">
                  <c:v>4</c:v>
                </c:pt>
                <c:pt idx="1982">
                  <c:v>4</c:v>
                </c:pt>
                <c:pt idx="1983">
                  <c:v>4</c:v>
                </c:pt>
                <c:pt idx="1984">
                  <c:v>4</c:v>
                </c:pt>
                <c:pt idx="1985">
                  <c:v>4</c:v>
                </c:pt>
                <c:pt idx="1986">
                  <c:v>4</c:v>
                </c:pt>
                <c:pt idx="1987">
                  <c:v>4</c:v>
                </c:pt>
                <c:pt idx="1988">
                  <c:v>4</c:v>
                </c:pt>
                <c:pt idx="1989">
                  <c:v>4</c:v>
                </c:pt>
                <c:pt idx="1990">
                  <c:v>3.9853999999999998</c:v>
                </c:pt>
                <c:pt idx="1991">
                  <c:v>3.9396</c:v>
                </c:pt>
                <c:pt idx="1992">
                  <c:v>3.8938000000000001</c:v>
                </c:pt>
                <c:pt idx="1993">
                  <c:v>3.8479999999999999</c:v>
                </c:pt>
                <c:pt idx="1994">
                  <c:v>3.7564000000000002</c:v>
                </c:pt>
                <c:pt idx="1995">
                  <c:v>3.7105000000000001</c:v>
                </c:pt>
                <c:pt idx="1996">
                  <c:v>3.6646999999999998</c:v>
                </c:pt>
                <c:pt idx="1997">
                  <c:v>3.6189</c:v>
                </c:pt>
                <c:pt idx="1998">
                  <c:v>3.5272999999999999</c:v>
                </c:pt>
                <c:pt idx="1999">
                  <c:v>3.4813999999999998</c:v>
                </c:pt>
                <c:pt idx="2000">
                  <c:v>3.4356</c:v>
                </c:pt>
                <c:pt idx="2001">
                  <c:v>3.3898000000000001</c:v>
                </c:pt>
                <c:pt idx="2002">
                  <c:v>3.3439999999999999</c:v>
                </c:pt>
                <c:pt idx="2003">
                  <c:v>3.2982</c:v>
                </c:pt>
                <c:pt idx="2004">
                  <c:v>3.2065000000000001</c:v>
                </c:pt>
                <c:pt idx="2005">
                  <c:v>3.1606999999999998</c:v>
                </c:pt>
                <c:pt idx="2006">
                  <c:v>3.1149</c:v>
                </c:pt>
                <c:pt idx="2007">
                  <c:v>3.0691000000000002</c:v>
                </c:pt>
                <c:pt idx="2008">
                  <c:v>3.0232999999999999</c:v>
                </c:pt>
                <c:pt idx="2009">
                  <c:v>2.9773999999999998</c:v>
                </c:pt>
                <c:pt idx="2010">
                  <c:v>2.8858000000000001</c:v>
                </c:pt>
                <c:pt idx="2011">
                  <c:v>2.84</c:v>
                </c:pt>
                <c:pt idx="2012">
                  <c:v>2.7942</c:v>
                </c:pt>
                <c:pt idx="2013">
                  <c:v>2.7025000000000001</c:v>
                </c:pt>
                <c:pt idx="2014">
                  <c:v>2.6566999999999998</c:v>
                </c:pt>
                <c:pt idx="2015">
                  <c:v>2.6109</c:v>
                </c:pt>
                <c:pt idx="2016">
                  <c:v>2.5651000000000002</c:v>
                </c:pt>
                <c:pt idx="2017">
                  <c:v>2.4733999999999998</c:v>
                </c:pt>
                <c:pt idx="2018">
                  <c:v>2.4733999999999998</c:v>
                </c:pt>
                <c:pt idx="2019">
                  <c:v>2.3818000000000001</c:v>
                </c:pt>
                <c:pt idx="2020">
                  <c:v>2.3359999999999999</c:v>
                </c:pt>
                <c:pt idx="2021">
                  <c:v>2.2902</c:v>
                </c:pt>
                <c:pt idx="2022">
                  <c:v>2.2444000000000002</c:v>
                </c:pt>
                <c:pt idx="2023">
                  <c:v>2.1526999999999998</c:v>
                </c:pt>
                <c:pt idx="2024">
                  <c:v>2.1069</c:v>
                </c:pt>
                <c:pt idx="2025">
                  <c:v>2.0611000000000002</c:v>
                </c:pt>
                <c:pt idx="2026">
                  <c:v>2.0152999999999999</c:v>
                </c:pt>
                <c:pt idx="2027">
                  <c:v>1.9236</c:v>
                </c:pt>
                <c:pt idx="2028">
                  <c:v>1.8777999999999999</c:v>
                </c:pt>
                <c:pt idx="2029">
                  <c:v>1.8320000000000001</c:v>
                </c:pt>
                <c:pt idx="2030">
                  <c:v>1.7862</c:v>
                </c:pt>
                <c:pt idx="2031">
                  <c:v>1.7403</c:v>
                </c:pt>
                <c:pt idx="2032">
                  <c:v>1.6944999999999999</c:v>
                </c:pt>
                <c:pt idx="2033">
                  <c:v>1.6487000000000001</c:v>
                </c:pt>
                <c:pt idx="2034">
                  <c:v>1.6029</c:v>
                </c:pt>
                <c:pt idx="2035">
                  <c:v>1.5113000000000001</c:v>
                </c:pt>
                <c:pt idx="2036">
                  <c:v>1.4654</c:v>
                </c:pt>
                <c:pt idx="2037">
                  <c:v>1.4196</c:v>
                </c:pt>
                <c:pt idx="2038">
                  <c:v>1.3737999999999999</c:v>
                </c:pt>
                <c:pt idx="2039">
                  <c:v>1.3280000000000001</c:v>
                </c:pt>
                <c:pt idx="2040">
                  <c:v>1.2822</c:v>
                </c:pt>
                <c:pt idx="2041">
                  <c:v>1.2363</c:v>
                </c:pt>
                <c:pt idx="2042">
                  <c:v>1.1447000000000001</c:v>
                </c:pt>
                <c:pt idx="2043">
                  <c:v>1.0989</c:v>
                </c:pt>
                <c:pt idx="2044">
                  <c:v>1.0530999999999999</c:v>
                </c:pt>
                <c:pt idx="2045">
                  <c:v>1.0073000000000001</c:v>
                </c:pt>
                <c:pt idx="2046">
                  <c:v>0.96140000000000003</c:v>
                </c:pt>
                <c:pt idx="2047">
                  <c:v>0.91579999999999995</c:v>
                </c:pt>
                <c:pt idx="2048">
                  <c:v>0.87009999999999998</c:v>
                </c:pt>
                <c:pt idx="2049">
                  <c:v>0.82450000000000001</c:v>
                </c:pt>
                <c:pt idx="2050">
                  <c:v>0.73309999999999997</c:v>
                </c:pt>
                <c:pt idx="2051">
                  <c:v>0.73309999999999997</c:v>
                </c:pt>
                <c:pt idx="2052">
                  <c:v>0.64180000000000004</c:v>
                </c:pt>
                <c:pt idx="2053">
                  <c:v>0.59619999999999995</c:v>
                </c:pt>
                <c:pt idx="2054">
                  <c:v>0.55049999999999999</c:v>
                </c:pt>
                <c:pt idx="2055">
                  <c:v>0.50480000000000003</c:v>
                </c:pt>
                <c:pt idx="2056">
                  <c:v>0.41349999999999998</c:v>
                </c:pt>
                <c:pt idx="2057">
                  <c:v>0.36780000000000002</c:v>
                </c:pt>
                <c:pt idx="2058">
                  <c:v>0.32219999999999999</c:v>
                </c:pt>
                <c:pt idx="2059">
                  <c:v>0.23089999999999999</c:v>
                </c:pt>
                <c:pt idx="2060">
                  <c:v>0.1852</c:v>
                </c:pt>
                <c:pt idx="2061">
                  <c:v>0.13950000000000001</c:v>
                </c:pt>
                <c:pt idx="2062">
                  <c:v>9.3899999999999997E-2</c:v>
                </c:pt>
                <c:pt idx="2063">
                  <c:v>4.82E-2</c:v>
                </c:pt>
                <c:pt idx="2064">
                  <c:v>2.5999999999999999E-3</c:v>
                </c:pt>
                <c:pt idx="2065">
                  <c:v>-8.8800000000000004E-2</c:v>
                </c:pt>
                <c:pt idx="2066">
                  <c:v>-0.13439999999999999</c:v>
                </c:pt>
                <c:pt idx="2067">
                  <c:v>-0.18010000000000001</c:v>
                </c:pt>
                <c:pt idx="2068">
                  <c:v>-0.22570000000000001</c:v>
                </c:pt>
                <c:pt idx="2069">
                  <c:v>-0.27139999999999997</c:v>
                </c:pt>
                <c:pt idx="2070">
                  <c:v>-0.36270000000000002</c:v>
                </c:pt>
                <c:pt idx="2071">
                  <c:v>-0.40839999999999999</c:v>
                </c:pt>
                <c:pt idx="2072">
                  <c:v>-0.45400000000000001</c:v>
                </c:pt>
                <c:pt idx="2073">
                  <c:v>-0.49969999999999998</c:v>
                </c:pt>
                <c:pt idx="2074">
                  <c:v>-0.59099999999999997</c:v>
                </c:pt>
                <c:pt idx="2075">
                  <c:v>-0.63670000000000004</c:v>
                </c:pt>
                <c:pt idx="2076">
                  <c:v>-0.68230000000000002</c:v>
                </c:pt>
                <c:pt idx="2077">
                  <c:v>-0.72799999999999998</c:v>
                </c:pt>
                <c:pt idx="2078">
                  <c:v>-0.77370000000000005</c:v>
                </c:pt>
                <c:pt idx="2079">
                  <c:v>-0.86499999999999999</c:v>
                </c:pt>
                <c:pt idx="2080">
                  <c:v>-0.91059999999999997</c:v>
                </c:pt>
                <c:pt idx="2081">
                  <c:v>-0.95630000000000004</c:v>
                </c:pt>
                <c:pt idx="2082">
                  <c:v>-1.002</c:v>
                </c:pt>
                <c:pt idx="2083">
                  <c:v>-1.0476000000000001</c:v>
                </c:pt>
                <c:pt idx="2084">
                  <c:v>-1.0932999999999999</c:v>
                </c:pt>
                <c:pt idx="2085">
                  <c:v>-1.139</c:v>
                </c:pt>
                <c:pt idx="2086">
                  <c:v>-1.1846000000000001</c:v>
                </c:pt>
                <c:pt idx="2087">
                  <c:v>-1.2759</c:v>
                </c:pt>
                <c:pt idx="2088">
                  <c:v>-1.3216000000000001</c:v>
                </c:pt>
                <c:pt idx="2089">
                  <c:v>-1.3673</c:v>
                </c:pt>
                <c:pt idx="2090">
                  <c:v>-1.4129</c:v>
                </c:pt>
                <c:pt idx="2091">
                  <c:v>-1.4585999999999999</c:v>
                </c:pt>
                <c:pt idx="2092">
                  <c:v>-1.5042</c:v>
                </c:pt>
                <c:pt idx="2093">
                  <c:v>-1.5955999999999999</c:v>
                </c:pt>
                <c:pt idx="2094">
                  <c:v>-1.6412</c:v>
                </c:pt>
                <c:pt idx="2095">
                  <c:v>-1.6869000000000001</c:v>
                </c:pt>
                <c:pt idx="2096">
                  <c:v>-1.7782</c:v>
                </c:pt>
                <c:pt idx="2097">
                  <c:v>-1.8239000000000001</c:v>
                </c:pt>
                <c:pt idx="2098">
                  <c:v>-1.8694999999999999</c:v>
                </c:pt>
                <c:pt idx="2099">
                  <c:v>-1.9608000000000001</c:v>
                </c:pt>
                <c:pt idx="2100">
                  <c:v>-2.0522</c:v>
                </c:pt>
                <c:pt idx="2101">
                  <c:v>-2.0977999999999999</c:v>
                </c:pt>
                <c:pt idx="2102">
                  <c:v>-2.1890999999999998</c:v>
                </c:pt>
                <c:pt idx="2103">
                  <c:v>-2.2347999999999999</c:v>
                </c:pt>
                <c:pt idx="2104">
                  <c:v>-2.2805</c:v>
                </c:pt>
                <c:pt idx="2105">
                  <c:v>-2.3717999999999999</c:v>
                </c:pt>
                <c:pt idx="2106">
                  <c:v>-2.4630999999999998</c:v>
                </c:pt>
                <c:pt idx="2107">
                  <c:v>-2.5087999999999999</c:v>
                </c:pt>
                <c:pt idx="2108">
                  <c:v>-2.5543999999999998</c:v>
                </c:pt>
                <c:pt idx="2109">
                  <c:v>-2.6457999999999999</c:v>
                </c:pt>
                <c:pt idx="2110">
                  <c:v>-2.6913999999999998</c:v>
                </c:pt>
                <c:pt idx="2111">
                  <c:v>-2.7370999999999999</c:v>
                </c:pt>
                <c:pt idx="2112">
                  <c:v>-2.8283999999999998</c:v>
                </c:pt>
                <c:pt idx="2113">
                  <c:v>-2.8740999999999999</c:v>
                </c:pt>
                <c:pt idx="2114">
                  <c:v>-2.9197000000000002</c:v>
                </c:pt>
                <c:pt idx="2115">
                  <c:v>-2.9653999999999998</c:v>
                </c:pt>
                <c:pt idx="2116">
                  <c:v>-3.0567000000000002</c:v>
                </c:pt>
                <c:pt idx="2117">
                  <c:v>-3.1023999999999998</c:v>
                </c:pt>
                <c:pt idx="2118">
                  <c:v>-3.1480000000000001</c:v>
                </c:pt>
                <c:pt idx="2119">
                  <c:v>-3.1937000000000002</c:v>
                </c:pt>
                <c:pt idx="2120">
                  <c:v>-3.2393000000000001</c:v>
                </c:pt>
                <c:pt idx="2121">
                  <c:v>-3.2850000000000001</c:v>
                </c:pt>
                <c:pt idx="2122">
                  <c:v>-3.3763000000000001</c:v>
                </c:pt>
                <c:pt idx="2123">
                  <c:v>-3.4220000000000002</c:v>
                </c:pt>
                <c:pt idx="2124">
                  <c:v>-3.4676</c:v>
                </c:pt>
                <c:pt idx="2125">
                  <c:v>-3.5133000000000001</c:v>
                </c:pt>
                <c:pt idx="2126">
                  <c:v>-3.5590000000000002</c:v>
                </c:pt>
                <c:pt idx="2127">
                  <c:v>-3.6503000000000001</c:v>
                </c:pt>
                <c:pt idx="2128">
                  <c:v>-3.6503000000000001</c:v>
                </c:pt>
                <c:pt idx="2129">
                  <c:v>-3.6960000000000002</c:v>
                </c:pt>
                <c:pt idx="2130">
                  <c:v>-3.7873000000000001</c:v>
                </c:pt>
                <c:pt idx="2131">
                  <c:v>-3.8329</c:v>
                </c:pt>
                <c:pt idx="2132">
                  <c:v>-3.9243000000000001</c:v>
                </c:pt>
                <c:pt idx="2133">
                  <c:v>-3.9699</c:v>
                </c:pt>
                <c:pt idx="2134">
                  <c:v>-4.0156000000000001</c:v>
                </c:pt>
                <c:pt idx="2135">
                  <c:v>-4.1069000000000004</c:v>
                </c:pt>
                <c:pt idx="2136">
                  <c:v>-4.1525999999999996</c:v>
                </c:pt>
                <c:pt idx="2137">
                  <c:v>-4.1981999999999999</c:v>
                </c:pt>
                <c:pt idx="2138">
                  <c:v>-4.2439</c:v>
                </c:pt>
                <c:pt idx="2139">
                  <c:v>-4.3352000000000004</c:v>
                </c:pt>
                <c:pt idx="2140">
                  <c:v>-4.3808999999999996</c:v>
                </c:pt>
                <c:pt idx="2141">
                  <c:v>-4.4000000000000004</c:v>
                </c:pt>
                <c:pt idx="2142">
                  <c:v>-4.4000000000000004</c:v>
                </c:pt>
                <c:pt idx="2143">
                  <c:v>-4.4000000000000004</c:v>
                </c:pt>
                <c:pt idx="2144">
                  <c:v>-4.4000000000000004</c:v>
                </c:pt>
                <c:pt idx="2145">
                  <c:v>-4.4000000000000004</c:v>
                </c:pt>
                <c:pt idx="2146">
                  <c:v>-4.4000000000000004</c:v>
                </c:pt>
                <c:pt idx="2147">
                  <c:v>-4.4000000000000004</c:v>
                </c:pt>
                <c:pt idx="2148">
                  <c:v>-4.4000000000000004</c:v>
                </c:pt>
                <c:pt idx="2149">
                  <c:v>-4.3159000000000001</c:v>
                </c:pt>
                <c:pt idx="2150">
                  <c:v>-4.2687999999999997</c:v>
                </c:pt>
                <c:pt idx="2151">
                  <c:v>-4.2217000000000002</c:v>
                </c:pt>
                <c:pt idx="2152">
                  <c:v>-4.1745999999999999</c:v>
                </c:pt>
                <c:pt idx="2153">
                  <c:v>-4.1275000000000004</c:v>
                </c:pt>
                <c:pt idx="2154">
                  <c:v>-4.0804</c:v>
                </c:pt>
                <c:pt idx="2155">
                  <c:v>-4.0332999999999997</c:v>
                </c:pt>
                <c:pt idx="2156">
                  <c:v>-3.9392</c:v>
                </c:pt>
                <c:pt idx="2157">
                  <c:v>-3.8921000000000001</c:v>
                </c:pt>
                <c:pt idx="2158">
                  <c:v>-3.8450000000000002</c:v>
                </c:pt>
                <c:pt idx="2159">
                  <c:v>-3.7978999999999998</c:v>
                </c:pt>
                <c:pt idx="2160">
                  <c:v>-3.7507999999999999</c:v>
                </c:pt>
                <c:pt idx="2161">
                  <c:v>-3.7037</c:v>
                </c:pt>
                <c:pt idx="2162">
                  <c:v>-3.6566000000000001</c:v>
                </c:pt>
                <c:pt idx="2163">
                  <c:v>-3.6095999999999999</c:v>
                </c:pt>
                <c:pt idx="2164">
                  <c:v>-3.5154000000000001</c:v>
                </c:pt>
                <c:pt idx="2165">
                  <c:v>-3.4683000000000002</c:v>
                </c:pt>
                <c:pt idx="2166">
                  <c:v>-3.4211999999999998</c:v>
                </c:pt>
                <c:pt idx="2167">
                  <c:v>-3.3740999999999999</c:v>
                </c:pt>
                <c:pt idx="2168">
                  <c:v>-3.327</c:v>
                </c:pt>
                <c:pt idx="2169">
                  <c:v>-3.2799</c:v>
                </c:pt>
                <c:pt idx="2170">
                  <c:v>-3.2328000000000001</c:v>
                </c:pt>
                <c:pt idx="2171">
                  <c:v>-3.1858</c:v>
                </c:pt>
                <c:pt idx="2172">
                  <c:v>-3.0916000000000001</c:v>
                </c:pt>
                <c:pt idx="2173">
                  <c:v>-3.0445000000000002</c:v>
                </c:pt>
                <c:pt idx="2174">
                  <c:v>-2.9973999999999998</c:v>
                </c:pt>
                <c:pt idx="2175">
                  <c:v>-2.9502999999999999</c:v>
                </c:pt>
                <c:pt idx="2176">
                  <c:v>-2.9032</c:v>
                </c:pt>
                <c:pt idx="2177">
                  <c:v>-2.8090999999999999</c:v>
                </c:pt>
                <c:pt idx="2178">
                  <c:v>-2.762</c:v>
                </c:pt>
                <c:pt idx="2179">
                  <c:v>-2.7149000000000001</c:v>
                </c:pt>
                <c:pt idx="2180">
                  <c:v>-2.6678000000000002</c:v>
                </c:pt>
                <c:pt idx="2181">
                  <c:v>-2.6206999999999998</c:v>
                </c:pt>
                <c:pt idx="2182">
                  <c:v>-2.5735999999999999</c:v>
                </c:pt>
                <c:pt idx="2183">
                  <c:v>-2.5265</c:v>
                </c:pt>
                <c:pt idx="2184">
                  <c:v>-2.4794</c:v>
                </c:pt>
                <c:pt idx="2185">
                  <c:v>-2.4323999999999999</c:v>
                </c:pt>
                <c:pt idx="2186">
                  <c:v>-2.3853</c:v>
                </c:pt>
                <c:pt idx="2187">
                  <c:v>-2.2911000000000001</c:v>
                </c:pt>
                <c:pt idx="2188">
                  <c:v>-2.2440000000000002</c:v>
                </c:pt>
                <c:pt idx="2189">
                  <c:v>-2.1968999999999999</c:v>
                </c:pt>
                <c:pt idx="2190">
                  <c:v>-2.1497999999999999</c:v>
                </c:pt>
                <c:pt idx="2191">
                  <c:v>-2.1027</c:v>
                </c:pt>
                <c:pt idx="2192">
                  <c:v>-2.0556000000000001</c:v>
                </c:pt>
                <c:pt idx="2193">
                  <c:v>-2.0085999999999999</c:v>
                </c:pt>
                <c:pt idx="2194">
                  <c:v>-1.9615</c:v>
                </c:pt>
                <c:pt idx="2195">
                  <c:v>-1.9144000000000001</c:v>
                </c:pt>
                <c:pt idx="2196">
                  <c:v>-1.8673</c:v>
                </c:pt>
                <c:pt idx="2197">
                  <c:v>-1.7730999999999999</c:v>
                </c:pt>
                <c:pt idx="2198">
                  <c:v>-1.726</c:v>
                </c:pt>
                <c:pt idx="2199">
                  <c:v>-1.6789000000000001</c:v>
                </c:pt>
                <c:pt idx="2200">
                  <c:v>-1.6318999999999999</c:v>
                </c:pt>
                <c:pt idx="2201">
                  <c:v>-1.5377000000000001</c:v>
                </c:pt>
                <c:pt idx="2202">
                  <c:v>-1.4905999999999999</c:v>
                </c:pt>
                <c:pt idx="2203">
                  <c:v>-1.4435</c:v>
                </c:pt>
                <c:pt idx="2204">
                  <c:v>-1.3964000000000001</c:v>
                </c:pt>
                <c:pt idx="2205">
                  <c:v>-1.3492999999999999</c:v>
                </c:pt>
                <c:pt idx="2206">
                  <c:v>-1.2552000000000001</c:v>
                </c:pt>
                <c:pt idx="2207">
                  <c:v>-1.2552000000000001</c:v>
                </c:pt>
                <c:pt idx="2208">
                  <c:v>-1.2081</c:v>
                </c:pt>
                <c:pt idx="2209">
                  <c:v>-1.1138999999999999</c:v>
                </c:pt>
                <c:pt idx="2210">
                  <c:v>-1.0668</c:v>
                </c:pt>
                <c:pt idx="2211">
                  <c:v>-1.0197000000000001</c:v>
                </c:pt>
                <c:pt idx="2212">
                  <c:v>-0.97260000000000002</c:v>
                </c:pt>
                <c:pt idx="2213">
                  <c:v>-0.92549999999999999</c:v>
                </c:pt>
                <c:pt idx="2214">
                  <c:v>-0.87849999999999995</c:v>
                </c:pt>
                <c:pt idx="2215">
                  <c:v>-0.7843</c:v>
                </c:pt>
                <c:pt idx="2216">
                  <c:v>-0.73719999999999997</c:v>
                </c:pt>
                <c:pt idx="2217">
                  <c:v>-0.69010000000000005</c:v>
                </c:pt>
                <c:pt idx="2218">
                  <c:v>-0.64300000000000002</c:v>
                </c:pt>
                <c:pt idx="2219">
                  <c:v>-0.59589999999999999</c:v>
                </c:pt>
                <c:pt idx="2220">
                  <c:v>-0.50170000000000003</c:v>
                </c:pt>
                <c:pt idx="2221">
                  <c:v>-0.45469999999999999</c:v>
                </c:pt>
                <c:pt idx="2222">
                  <c:v>-0.40760000000000002</c:v>
                </c:pt>
                <c:pt idx="2223">
                  <c:v>-0.36049999999999999</c:v>
                </c:pt>
                <c:pt idx="2224">
                  <c:v>-0.26629999999999998</c:v>
                </c:pt>
                <c:pt idx="2225">
                  <c:v>-0.21920000000000001</c:v>
                </c:pt>
                <c:pt idx="2226">
                  <c:v>-0.1721</c:v>
                </c:pt>
                <c:pt idx="2227">
                  <c:v>-0.125</c:v>
                </c:pt>
                <c:pt idx="2228">
                  <c:v>-7.8E-2</c:v>
                </c:pt>
                <c:pt idx="2229">
                  <c:v>1.6199999999999999E-2</c:v>
                </c:pt>
                <c:pt idx="2230">
                  <c:v>6.3299999999999995E-2</c:v>
                </c:pt>
                <c:pt idx="2231">
                  <c:v>0.1104</c:v>
                </c:pt>
                <c:pt idx="2232">
                  <c:v>0.1575</c:v>
                </c:pt>
                <c:pt idx="2233">
                  <c:v>0.25169999999999998</c:v>
                </c:pt>
                <c:pt idx="2234">
                  <c:v>0.29870000000000002</c:v>
                </c:pt>
                <c:pt idx="2235">
                  <c:v>0.3458</c:v>
                </c:pt>
                <c:pt idx="2236">
                  <c:v>0.44</c:v>
                </c:pt>
                <c:pt idx="2237">
                  <c:v>0.48709999999999998</c:v>
                </c:pt>
                <c:pt idx="2238">
                  <c:v>0.53420000000000001</c:v>
                </c:pt>
                <c:pt idx="2239">
                  <c:v>0.62839999999999996</c:v>
                </c:pt>
                <c:pt idx="2240">
                  <c:v>0.67549999999999999</c:v>
                </c:pt>
                <c:pt idx="2241">
                  <c:v>0.72250000000000003</c:v>
                </c:pt>
                <c:pt idx="2242">
                  <c:v>0.81669999999999998</c:v>
                </c:pt>
                <c:pt idx="2243">
                  <c:v>0.86380000000000001</c:v>
                </c:pt>
                <c:pt idx="2244">
                  <c:v>0.95799999999999996</c:v>
                </c:pt>
                <c:pt idx="2245">
                  <c:v>1.0522</c:v>
                </c:pt>
                <c:pt idx="2246">
                  <c:v>1.0992</c:v>
                </c:pt>
                <c:pt idx="2247">
                  <c:v>1.1934</c:v>
                </c:pt>
                <c:pt idx="2248">
                  <c:v>1.2876000000000001</c:v>
                </c:pt>
                <c:pt idx="2249">
                  <c:v>1.3347</c:v>
                </c:pt>
                <c:pt idx="2250">
                  <c:v>1.3817999999999999</c:v>
                </c:pt>
                <c:pt idx="2251">
                  <c:v>1.4759</c:v>
                </c:pt>
                <c:pt idx="2252">
                  <c:v>1.5229999999999999</c:v>
                </c:pt>
                <c:pt idx="2253">
                  <c:v>1.5701000000000001</c:v>
                </c:pt>
                <c:pt idx="2254">
                  <c:v>1.6172</c:v>
                </c:pt>
                <c:pt idx="2255">
                  <c:v>1.7114</c:v>
                </c:pt>
                <c:pt idx="2256">
                  <c:v>1.7585</c:v>
                </c:pt>
                <c:pt idx="2257">
                  <c:v>1.8527</c:v>
                </c:pt>
                <c:pt idx="2258">
                  <c:v>1.8996999999999999</c:v>
                </c:pt>
                <c:pt idx="2259">
                  <c:v>1.9468000000000001</c:v>
                </c:pt>
                <c:pt idx="2260">
                  <c:v>1.9939</c:v>
                </c:pt>
                <c:pt idx="2261">
                  <c:v>2.0409999999999999</c:v>
                </c:pt>
                <c:pt idx="2262">
                  <c:v>2.0880999999999998</c:v>
                </c:pt>
                <c:pt idx="2263">
                  <c:v>2.1352000000000002</c:v>
                </c:pt>
                <c:pt idx="2264">
                  <c:v>2.1823000000000001</c:v>
                </c:pt>
                <c:pt idx="2265">
                  <c:v>2.2294</c:v>
                </c:pt>
                <c:pt idx="2266">
                  <c:v>2.3235000000000001</c:v>
                </c:pt>
                <c:pt idx="2267">
                  <c:v>2.3706</c:v>
                </c:pt>
                <c:pt idx="2268">
                  <c:v>2.4177</c:v>
                </c:pt>
                <c:pt idx="2269">
                  <c:v>2.5118999999999998</c:v>
                </c:pt>
                <c:pt idx="2270">
                  <c:v>2.5590000000000002</c:v>
                </c:pt>
                <c:pt idx="2271">
                  <c:v>2.6061000000000001</c:v>
                </c:pt>
                <c:pt idx="2272">
                  <c:v>2.7002000000000002</c:v>
                </c:pt>
                <c:pt idx="2273">
                  <c:v>2.7473000000000001</c:v>
                </c:pt>
                <c:pt idx="2274">
                  <c:v>2.7944</c:v>
                </c:pt>
                <c:pt idx="2275">
                  <c:v>2.8414999999999999</c:v>
                </c:pt>
                <c:pt idx="2276">
                  <c:v>2.8885999999999998</c:v>
                </c:pt>
                <c:pt idx="2277">
                  <c:v>2.9357000000000002</c:v>
                </c:pt>
                <c:pt idx="2278">
                  <c:v>2.9828000000000001</c:v>
                </c:pt>
                <c:pt idx="2279">
                  <c:v>3.0769000000000002</c:v>
                </c:pt>
                <c:pt idx="2280">
                  <c:v>3.1240000000000001</c:v>
                </c:pt>
                <c:pt idx="2281">
                  <c:v>3.1711</c:v>
                </c:pt>
                <c:pt idx="2282">
                  <c:v>3.2181999999999999</c:v>
                </c:pt>
                <c:pt idx="2283">
                  <c:v>3.25</c:v>
                </c:pt>
                <c:pt idx="2284">
                  <c:v>3.25</c:v>
                </c:pt>
                <c:pt idx="2285">
                  <c:v>3.25</c:v>
                </c:pt>
                <c:pt idx="2286">
                  <c:v>3.25</c:v>
                </c:pt>
                <c:pt idx="2287">
                  <c:v>3.25</c:v>
                </c:pt>
                <c:pt idx="2288">
                  <c:v>3.25</c:v>
                </c:pt>
                <c:pt idx="2289">
                  <c:v>3.25</c:v>
                </c:pt>
                <c:pt idx="2290">
                  <c:v>3.25</c:v>
                </c:pt>
                <c:pt idx="2291">
                  <c:v>3.25</c:v>
                </c:pt>
                <c:pt idx="2292">
                  <c:v>3.25</c:v>
                </c:pt>
                <c:pt idx="2293">
                  <c:v>3.25</c:v>
                </c:pt>
                <c:pt idx="2294">
                  <c:v>3.25</c:v>
                </c:pt>
                <c:pt idx="2295">
                  <c:v>3.25</c:v>
                </c:pt>
                <c:pt idx="2296">
                  <c:v>3.25</c:v>
                </c:pt>
                <c:pt idx="2297">
                  <c:v>3.25</c:v>
                </c:pt>
                <c:pt idx="2298">
                  <c:v>3.25</c:v>
                </c:pt>
                <c:pt idx="2299">
                  <c:v>3.25</c:v>
                </c:pt>
                <c:pt idx="2300">
                  <c:v>3.25</c:v>
                </c:pt>
                <c:pt idx="2301">
                  <c:v>3.25</c:v>
                </c:pt>
                <c:pt idx="2302">
                  <c:v>3.25</c:v>
                </c:pt>
                <c:pt idx="2303">
                  <c:v>3.25</c:v>
                </c:pt>
                <c:pt idx="2304">
                  <c:v>3.25</c:v>
                </c:pt>
                <c:pt idx="2305">
                  <c:v>3.25</c:v>
                </c:pt>
                <c:pt idx="2306">
                  <c:v>3.25</c:v>
                </c:pt>
                <c:pt idx="2307">
                  <c:v>3.25</c:v>
                </c:pt>
                <c:pt idx="2308">
                  <c:v>3.25</c:v>
                </c:pt>
                <c:pt idx="2309">
                  <c:v>3.25</c:v>
                </c:pt>
                <c:pt idx="2310">
                  <c:v>3.25</c:v>
                </c:pt>
                <c:pt idx="2311">
                  <c:v>3.25</c:v>
                </c:pt>
                <c:pt idx="2312">
                  <c:v>3.25</c:v>
                </c:pt>
                <c:pt idx="2313">
                  <c:v>3.25</c:v>
                </c:pt>
                <c:pt idx="2314">
                  <c:v>3.25</c:v>
                </c:pt>
                <c:pt idx="2315">
                  <c:v>3.25</c:v>
                </c:pt>
                <c:pt idx="2316">
                  <c:v>3.25</c:v>
                </c:pt>
                <c:pt idx="2317">
                  <c:v>3.25</c:v>
                </c:pt>
                <c:pt idx="2318">
                  <c:v>3.25</c:v>
                </c:pt>
                <c:pt idx="2319">
                  <c:v>3.25</c:v>
                </c:pt>
                <c:pt idx="2320">
                  <c:v>3.25</c:v>
                </c:pt>
                <c:pt idx="2321">
                  <c:v>3.25</c:v>
                </c:pt>
                <c:pt idx="2322">
                  <c:v>3.25</c:v>
                </c:pt>
                <c:pt idx="2323">
                  <c:v>3.25</c:v>
                </c:pt>
                <c:pt idx="2324">
                  <c:v>3.25</c:v>
                </c:pt>
                <c:pt idx="2325">
                  <c:v>3.25</c:v>
                </c:pt>
                <c:pt idx="2326">
                  <c:v>3.25</c:v>
                </c:pt>
                <c:pt idx="2327">
                  <c:v>3.25</c:v>
                </c:pt>
                <c:pt idx="2328">
                  <c:v>3.25</c:v>
                </c:pt>
                <c:pt idx="2329">
                  <c:v>3.25</c:v>
                </c:pt>
                <c:pt idx="2330">
                  <c:v>3.25</c:v>
                </c:pt>
                <c:pt idx="2331">
                  <c:v>3.25</c:v>
                </c:pt>
                <c:pt idx="2332">
                  <c:v>3.25</c:v>
                </c:pt>
                <c:pt idx="2333">
                  <c:v>3.25</c:v>
                </c:pt>
                <c:pt idx="2334">
                  <c:v>3.2149999999999999</c:v>
                </c:pt>
                <c:pt idx="2335">
                  <c:v>3.2149999999999999</c:v>
                </c:pt>
                <c:pt idx="2336">
                  <c:v>3.1181999999999999</c:v>
                </c:pt>
                <c:pt idx="2337">
                  <c:v>3.0697999999999999</c:v>
                </c:pt>
                <c:pt idx="2338">
                  <c:v>3.0215000000000001</c:v>
                </c:pt>
                <c:pt idx="2339">
                  <c:v>2.9247000000000001</c:v>
                </c:pt>
                <c:pt idx="2340">
                  <c:v>2.8763000000000001</c:v>
                </c:pt>
                <c:pt idx="2341">
                  <c:v>2.8279999999999998</c:v>
                </c:pt>
                <c:pt idx="2342">
                  <c:v>2.7311999999999999</c:v>
                </c:pt>
                <c:pt idx="2343">
                  <c:v>2.6827999999999999</c:v>
                </c:pt>
                <c:pt idx="2344">
                  <c:v>2.6345000000000001</c:v>
                </c:pt>
                <c:pt idx="2345">
                  <c:v>2.5861000000000001</c:v>
                </c:pt>
                <c:pt idx="2346">
                  <c:v>2.5377000000000001</c:v>
                </c:pt>
                <c:pt idx="2347">
                  <c:v>2.4893000000000001</c:v>
                </c:pt>
                <c:pt idx="2348">
                  <c:v>2.4409000000000001</c:v>
                </c:pt>
                <c:pt idx="2349">
                  <c:v>2.3441999999999998</c:v>
                </c:pt>
                <c:pt idx="2350">
                  <c:v>2.2957999999999998</c:v>
                </c:pt>
                <c:pt idx="2351">
                  <c:v>2.2473999999999998</c:v>
                </c:pt>
                <c:pt idx="2352">
                  <c:v>2.1991000000000001</c:v>
                </c:pt>
                <c:pt idx="2353">
                  <c:v>2.1023000000000001</c:v>
                </c:pt>
                <c:pt idx="2354">
                  <c:v>2.0539000000000001</c:v>
                </c:pt>
                <c:pt idx="2355">
                  <c:v>2.0055999999999998</c:v>
                </c:pt>
                <c:pt idx="2356">
                  <c:v>1.9572000000000001</c:v>
                </c:pt>
                <c:pt idx="2357">
                  <c:v>1.9088000000000001</c:v>
                </c:pt>
                <c:pt idx="2358">
                  <c:v>1.8121</c:v>
                </c:pt>
                <c:pt idx="2359">
                  <c:v>1.7637</c:v>
                </c:pt>
                <c:pt idx="2360">
                  <c:v>1.6669</c:v>
                </c:pt>
                <c:pt idx="2361">
                  <c:v>1.6185</c:v>
                </c:pt>
                <c:pt idx="2362">
                  <c:v>1.5702</c:v>
                </c:pt>
                <c:pt idx="2363">
                  <c:v>1.5218</c:v>
                </c:pt>
                <c:pt idx="2364">
                  <c:v>1.4734</c:v>
                </c:pt>
                <c:pt idx="2365">
                  <c:v>1.425</c:v>
                </c:pt>
                <c:pt idx="2366">
                  <c:v>1.3283</c:v>
                </c:pt>
                <c:pt idx="2367">
                  <c:v>1.2799</c:v>
                </c:pt>
                <c:pt idx="2368">
                  <c:v>1.2315</c:v>
                </c:pt>
                <c:pt idx="2369">
                  <c:v>1.1832</c:v>
                </c:pt>
                <c:pt idx="2370">
                  <c:v>1.0864</c:v>
                </c:pt>
                <c:pt idx="2371">
                  <c:v>1.038</c:v>
                </c:pt>
                <c:pt idx="2372">
                  <c:v>0.98960000000000004</c:v>
                </c:pt>
                <c:pt idx="2373">
                  <c:v>0.94130000000000003</c:v>
                </c:pt>
                <c:pt idx="2374">
                  <c:v>0.89290000000000003</c:v>
                </c:pt>
                <c:pt idx="2375">
                  <c:v>0.84450000000000003</c:v>
                </c:pt>
                <c:pt idx="2376">
                  <c:v>0.79610000000000003</c:v>
                </c:pt>
                <c:pt idx="2377">
                  <c:v>0.69940000000000002</c:v>
                </c:pt>
                <c:pt idx="2378">
                  <c:v>0.65100000000000002</c:v>
                </c:pt>
                <c:pt idx="2379">
                  <c:v>0.60260000000000002</c:v>
                </c:pt>
                <c:pt idx="2380">
                  <c:v>0.50590000000000002</c:v>
                </c:pt>
                <c:pt idx="2381">
                  <c:v>0.45750000000000002</c:v>
                </c:pt>
                <c:pt idx="2382">
                  <c:v>0.40910000000000002</c:v>
                </c:pt>
                <c:pt idx="2383">
                  <c:v>0.36070000000000002</c:v>
                </c:pt>
                <c:pt idx="2384">
                  <c:v>0.31240000000000001</c:v>
                </c:pt>
                <c:pt idx="2385">
                  <c:v>0.26400000000000001</c:v>
                </c:pt>
                <c:pt idx="2386">
                  <c:v>0.21560000000000001</c:v>
                </c:pt>
                <c:pt idx="2387">
                  <c:v>0.16719999999999999</c:v>
                </c:pt>
                <c:pt idx="2388">
                  <c:v>0.11890000000000001</c:v>
                </c:pt>
                <c:pt idx="2389">
                  <c:v>2.2100000000000002E-2</c:v>
                </c:pt>
                <c:pt idx="2390">
                  <c:v>-2.63E-2</c:v>
                </c:pt>
                <c:pt idx="2391">
                  <c:v>-7.46E-2</c:v>
                </c:pt>
                <c:pt idx="2392">
                  <c:v>-0.123</c:v>
                </c:pt>
                <c:pt idx="2393">
                  <c:v>-0.1714</c:v>
                </c:pt>
                <c:pt idx="2394">
                  <c:v>-0.2198</c:v>
                </c:pt>
                <c:pt idx="2395">
                  <c:v>-0.26819999999999999</c:v>
                </c:pt>
                <c:pt idx="2396">
                  <c:v>-0.3649</c:v>
                </c:pt>
                <c:pt idx="2397">
                  <c:v>-0.4133</c:v>
                </c:pt>
                <c:pt idx="2398">
                  <c:v>-0.4617</c:v>
                </c:pt>
                <c:pt idx="2399">
                  <c:v>-0.51</c:v>
                </c:pt>
                <c:pt idx="2400">
                  <c:v>-0.55840000000000001</c:v>
                </c:pt>
                <c:pt idx="2401">
                  <c:v>-0.60680000000000001</c:v>
                </c:pt>
                <c:pt idx="2402">
                  <c:v>-0.70350000000000001</c:v>
                </c:pt>
                <c:pt idx="2403">
                  <c:v>-0.75190000000000001</c:v>
                </c:pt>
                <c:pt idx="2404">
                  <c:v>-0.80030000000000001</c:v>
                </c:pt>
                <c:pt idx="2405">
                  <c:v>-0.84870000000000001</c:v>
                </c:pt>
                <c:pt idx="2406">
                  <c:v>-0.94540000000000002</c:v>
                </c:pt>
                <c:pt idx="2407">
                  <c:v>-0.99380000000000002</c:v>
                </c:pt>
                <c:pt idx="2408">
                  <c:v>-1.0422</c:v>
                </c:pt>
                <c:pt idx="2409">
                  <c:v>-1.1389</c:v>
                </c:pt>
                <c:pt idx="2410">
                  <c:v>-1.1873</c:v>
                </c:pt>
                <c:pt idx="2411">
                  <c:v>-1.2357</c:v>
                </c:pt>
                <c:pt idx="2412">
                  <c:v>-1.2841</c:v>
                </c:pt>
                <c:pt idx="2413">
                  <c:v>-1.3808</c:v>
                </c:pt>
                <c:pt idx="2414">
                  <c:v>-1.4292</c:v>
                </c:pt>
                <c:pt idx="2415">
                  <c:v>-1.4776</c:v>
                </c:pt>
                <c:pt idx="2416">
                  <c:v>-1.526</c:v>
                </c:pt>
                <c:pt idx="2417">
                  <c:v>-1.6227</c:v>
                </c:pt>
                <c:pt idx="2418">
                  <c:v>-1.6711</c:v>
                </c:pt>
                <c:pt idx="2419">
                  <c:v>-1.7195</c:v>
                </c:pt>
                <c:pt idx="2420">
                  <c:v>-1.7678</c:v>
                </c:pt>
                <c:pt idx="2421">
                  <c:v>-1.8646</c:v>
                </c:pt>
                <c:pt idx="2422">
                  <c:v>-1.913</c:v>
                </c:pt>
                <c:pt idx="2423">
                  <c:v>-1.9613</c:v>
                </c:pt>
                <c:pt idx="2424">
                  <c:v>-2.0097</c:v>
                </c:pt>
                <c:pt idx="2425">
                  <c:v>-2.0581</c:v>
                </c:pt>
                <c:pt idx="2426">
                  <c:v>-2.1547999999999998</c:v>
                </c:pt>
                <c:pt idx="2427">
                  <c:v>-2.2031999999999998</c:v>
                </c:pt>
                <c:pt idx="2428">
                  <c:v>-2.2999999999999998</c:v>
                </c:pt>
                <c:pt idx="2429">
                  <c:v>-2.2999999999999998</c:v>
                </c:pt>
                <c:pt idx="2430">
                  <c:v>-2.3483999999999998</c:v>
                </c:pt>
                <c:pt idx="2431">
                  <c:v>-2.4451000000000001</c:v>
                </c:pt>
                <c:pt idx="2432">
                  <c:v>-2.4935</c:v>
                </c:pt>
                <c:pt idx="2433">
                  <c:v>-2.5419</c:v>
                </c:pt>
                <c:pt idx="2434">
                  <c:v>-2.5901999999999998</c:v>
                </c:pt>
                <c:pt idx="2435">
                  <c:v>-2.6869999999999998</c:v>
                </c:pt>
                <c:pt idx="2436">
                  <c:v>-2.7353999999999998</c:v>
                </c:pt>
                <c:pt idx="2437">
                  <c:v>-2.7837000000000001</c:v>
                </c:pt>
                <c:pt idx="2438">
                  <c:v>-2.8805000000000001</c:v>
                </c:pt>
                <c:pt idx="2439">
                  <c:v>-2.9289000000000001</c:v>
                </c:pt>
                <c:pt idx="2440">
                  <c:v>-3.0255999999999998</c:v>
                </c:pt>
                <c:pt idx="2441">
                  <c:v>-3.0739999999999998</c:v>
                </c:pt>
                <c:pt idx="2442">
                  <c:v>-3.1223999999999998</c:v>
                </c:pt>
                <c:pt idx="2443">
                  <c:v>-3.2191000000000001</c:v>
                </c:pt>
                <c:pt idx="2444">
                  <c:v>-3.2675000000000001</c:v>
                </c:pt>
                <c:pt idx="2445">
                  <c:v>-3.3159000000000001</c:v>
                </c:pt>
                <c:pt idx="2446">
                  <c:v>-3.3643000000000001</c:v>
                </c:pt>
                <c:pt idx="2447">
                  <c:v>-3.4125999999999999</c:v>
                </c:pt>
                <c:pt idx="2448">
                  <c:v>-3.5093999999999999</c:v>
                </c:pt>
                <c:pt idx="2449">
                  <c:v>-3.5577999999999999</c:v>
                </c:pt>
                <c:pt idx="2450">
                  <c:v>-3.6061999999999999</c:v>
                </c:pt>
                <c:pt idx="2451">
                  <c:v>-3.65</c:v>
                </c:pt>
                <c:pt idx="2452">
                  <c:v>-3.65</c:v>
                </c:pt>
                <c:pt idx="2453">
                  <c:v>-3.65</c:v>
                </c:pt>
                <c:pt idx="2454">
                  <c:v>-3.65</c:v>
                </c:pt>
                <c:pt idx="2455">
                  <c:v>-3.65</c:v>
                </c:pt>
                <c:pt idx="2456">
                  <c:v>-3.65</c:v>
                </c:pt>
                <c:pt idx="2457">
                  <c:v>-3.65</c:v>
                </c:pt>
                <c:pt idx="2458">
                  <c:v>-3.65</c:v>
                </c:pt>
                <c:pt idx="2459">
                  <c:v>-3.65</c:v>
                </c:pt>
                <c:pt idx="2460">
                  <c:v>-3.65</c:v>
                </c:pt>
                <c:pt idx="2461">
                  <c:v>-3.65</c:v>
                </c:pt>
                <c:pt idx="2462">
                  <c:v>-3.65</c:v>
                </c:pt>
                <c:pt idx="2463">
                  <c:v>-3.65</c:v>
                </c:pt>
                <c:pt idx="2464">
                  <c:v>-3.65</c:v>
                </c:pt>
                <c:pt idx="2465">
                  <c:v>-3.65</c:v>
                </c:pt>
                <c:pt idx="2466">
                  <c:v>-3.65</c:v>
                </c:pt>
                <c:pt idx="2467">
                  <c:v>-3.65</c:v>
                </c:pt>
                <c:pt idx="2468">
                  <c:v>-3.65</c:v>
                </c:pt>
                <c:pt idx="2469">
                  <c:v>-3.65</c:v>
                </c:pt>
                <c:pt idx="2470">
                  <c:v>-3.65</c:v>
                </c:pt>
                <c:pt idx="2471">
                  <c:v>-3.65</c:v>
                </c:pt>
                <c:pt idx="2472">
                  <c:v>-3.65</c:v>
                </c:pt>
                <c:pt idx="2473">
                  <c:v>-3.65</c:v>
                </c:pt>
                <c:pt idx="2474">
                  <c:v>-3.65</c:v>
                </c:pt>
                <c:pt idx="2475">
                  <c:v>-3.65</c:v>
                </c:pt>
                <c:pt idx="2476">
                  <c:v>-3.65</c:v>
                </c:pt>
                <c:pt idx="2477">
                  <c:v>-3.65</c:v>
                </c:pt>
                <c:pt idx="2478">
                  <c:v>-3.65</c:v>
                </c:pt>
                <c:pt idx="2479">
                  <c:v>-3.65</c:v>
                </c:pt>
                <c:pt idx="2480">
                  <c:v>-3.65</c:v>
                </c:pt>
                <c:pt idx="2481">
                  <c:v>-3.65</c:v>
                </c:pt>
                <c:pt idx="2482">
                  <c:v>-3.65</c:v>
                </c:pt>
                <c:pt idx="2483">
                  <c:v>-3.65</c:v>
                </c:pt>
                <c:pt idx="2484">
                  <c:v>-3.65</c:v>
                </c:pt>
                <c:pt idx="2485">
                  <c:v>-3.5901999999999998</c:v>
                </c:pt>
                <c:pt idx="2486">
                  <c:v>-3.5432000000000001</c:v>
                </c:pt>
                <c:pt idx="2487">
                  <c:v>-3.4962</c:v>
                </c:pt>
                <c:pt idx="2488">
                  <c:v>-3.4493</c:v>
                </c:pt>
                <c:pt idx="2489">
                  <c:v>-3.3553000000000002</c:v>
                </c:pt>
                <c:pt idx="2490">
                  <c:v>-3.3083999999999998</c:v>
                </c:pt>
                <c:pt idx="2491">
                  <c:v>-3.2614000000000001</c:v>
                </c:pt>
                <c:pt idx="2492">
                  <c:v>-3.2143999999999999</c:v>
                </c:pt>
                <c:pt idx="2493">
                  <c:v>-3.1675</c:v>
                </c:pt>
                <c:pt idx="2494">
                  <c:v>-3.1204999999999998</c:v>
                </c:pt>
                <c:pt idx="2495">
                  <c:v>-3.0265</c:v>
                </c:pt>
                <c:pt idx="2496">
                  <c:v>-2.9796</c:v>
                </c:pt>
                <c:pt idx="2497">
                  <c:v>-2.9325999999999999</c:v>
                </c:pt>
                <c:pt idx="2498">
                  <c:v>-2.8856000000000002</c:v>
                </c:pt>
                <c:pt idx="2499">
                  <c:v>-2.7917000000000001</c:v>
                </c:pt>
                <c:pt idx="2500">
                  <c:v>-2.7446999999999999</c:v>
                </c:pt>
                <c:pt idx="2501">
                  <c:v>-2.6978</c:v>
                </c:pt>
                <c:pt idx="2502">
                  <c:v>-2.6507999999999998</c:v>
                </c:pt>
                <c:pt idx="2503">
                  <c:v>-2.6038000000000001</c:v>
                </c:pt>
                <c:pt idx="2504">
                  <c:v>-2.5099</c:v>
                </c:pt>
                <c:pt idx="2505">
                  <c:v>-2.4628999999999999</c:v>
                </c:pt>
                <c:pt idx="2506">
                  <c:v>-2.4159999999999999</c:v>
                </c:pt>
                <c:pt idx="2507">
                  <c:v>-2.3690000000000002</c:v>
                </c:pt>
                <c:pt idx="2508">
                  <c:v>-2.3220000000000001</c:v>
                </c:pt>
                <c:pt idx="2509">
                  <c:v>-2.2751000000000001</c:v>
                </c:pt>
                <c:pt idx="2510">
                  <c:v>-2.2281</c:v>
                </c:pt>
                <c:pt idx="2511">
                  <c:v>-2.1341000000000001</c:v>
                </c:pt>
                <c:pt idx="2512">
                  <c:v>-2.0872000000000002</c:v>
                </c:pt>
                <c:pt idx="2513">
                  <c:v>-2.0402</c:v>
                </c:pt>
                <c:pt idx="2514">
                  <c:v>-1.9462999999999999</c:v>
                </c:pt>
                <c:pt idx="2515">
                  <c:v>-1.8993</c:v>
                </c:pt>
                <c:pt idx="2516">
                  <c:v>-1.8523000000000001</c:v>
                </c:pt>
                <c:pt idx="2517">
                  <c:v>-1.8053999999999999</c:v>
                </c:pt>
                <c:pt idx="2518">
                  <c:v>-1.7114</c:v>
                </c:pt>
                <c:pt idx="2519">
                  <c:v>-1.6645000000000001</c:v>
                </c:pt>
                <c:pt idx="2520">
                  <c:v>-1.6174999999999999</c:v>
                </c:pt>
                <c:pt idx="2521">
                  <c:v>-1.5705</c:v>
                </c:pt>
                <c:pt idx="2522">
                  <c:v>-1.4765999999999999</c:v>
                </c:pt>
                <c:pt idx="2523">
                  <c:v>-1.4296</c:v>
                </c:pt>
                <c:pt idx="2524">
                  <c:v>-1.3827</c:v>
                </c:pt>
                <c:pt idx="2525">
                  <c:v>-1.3357000000000001</c:v>
                </c:pt>
                <c:pt idx="2526">
                  <c:v>-1.2887</c:v>
                </c:pt>
                <c:pt idx="2527">
                  <c:v>-1.1948000000000001</c:v>
                </c:pt>
                <c:pt idx="2528">
                  <c:v>-1.1477999999999999</c:v>
                </c:pt>
                <c:pt idx="2529">
                  <c:v>-1.1008</c:v>
                </c:pt>
                <c:pt idx="2530">
                  <c:v>-1.0539000000000001</c:v>
                </c:pt>
                <c:pt idx="2531">
                  <c:v>-1.0068999999999999</c:v>
                </c:pt>
                <c:pt idx="2532">
                  <c:v>-0.91300000000000003</c:v>
                </c:pt>
                <c:pt idx="2533">
                  <c:v>-0.86599999999999999</c:v>
                </c:pt>
                <c:pt idx="2534">
                  <c:v>-0.81899999999999995</c:v>
                </c:pt>
                <c:pt idx="2535">
                  <c:v>-0.72509999999999997</c:v>
                </c:pt>
                <c:pt idx="2536">
                  <c:v>-0.67810000000000004</c:v>
                </c:pt>
                <c:pt idx="2537">
                  <c:v>-0.63119999999999998</c:v>
                </c:pt>
                <c:pt idx="2538">
                  <c:v>-0.58420000000000005</c:v>
                </c:pt>
                <c:pt idx="2539">
                  <c:v>-0.53720000000000001</c:v>
                </c:pt>
                <c:pt idx="2540">
                  <c:v>-0.44330000000000003</c:v>
                </c:pt>
                <c:pt idx="2541">
                  <c:v>-0.39629999999999999</c:v>
                </c:pt>
                <c:pt idx="2542">
                  <c:v>-0.3493</c:v>
                </c:pt>
                <c:pt idx="2543">
                  <c:v>-0.25509999999999999</c:v>
                </c:pt>
                <c:pt idx="2544">
                  <c:v>-0.20799999999999999</c:v>
                </c:pt>
                <c:pt idx="2545">
                  <c:v>-0.161</c:v>
                </c:pt>
                <c:pt idx="2546">
                  <c:v>-6.6799999999999998E-2</c:v>
                </c:pt>
                <c:pt idx="2547">
                  <c:v>-1.9699999999999999E-2</c:v>
                </c:pt>
                <c:pt idx="2548">
                  <c:v>2.7400000000000001E-2</c:v>
                </c:pt>
                <c:pt idx="2549">
                  <c:v>0.1215</c:v>
                </c:pt>
              </c:numCache>
            </c:numRef>
          </c:yVal>
          <c:smooth val="0"/>
          <c:extLst>
            <c:ext xmlns:c16="http://schemas.microsoft.com/office/drawing/2014/chart" uri="{C3380CC4-5D6E-409C-BE32-E72D297353CC}">
              <c16:uniqueId val="{00000000-83F3-4528-99AE-526ECA7D6CE3}"/>
            </c:ext>
          </c:extLst>
        </c:ser>
        <c:ser>
          <c:idx val="1"/>
          <c:order val="1"/>
          <c:tx>
            <c:strRef>
              <c:f>Sheet1!$C$1</c:f>
              <c:strCache>
                <c:ptCount val="1"/>
                <c:pt idx="0">
                  <c:v>user paddle trajectory</c:v>
                </c:pt>
              </c:strCache>
            </c:strRef>
          </c:tx>
          <c:spPr>
            <a:ln w="19050" cap="rnd">
              <a:solidFill>
                <a:srgbClr val="7030A0"/>
              </a:solidFill>
              <a:round/>
            </a:ln>
            <a:effectLst/>
          </c:spPr>
          <c:marker>
            <c:symbol val="none"/>
          </c:marker>
          <c:xVal>
            <c:numRef>
              <c:f>Sheet1!$A$2:$A$2551</c:f>
              <c:numCache>
                <c:formatCode>General</c:formatCode>
                <c:ptCount val="2550"/>
                <c:pt idx="0">
                  <c:v>3.3599999999999998E-2</c:v>
                </c:pt>
                <c:pt idx="1">
                  <c:v>5.7000000000000002E-2</c:v>
                </c:pt>
                <c:pt idx="2">
                  <c:v>7.8600000000000003E-2</c:v>
                </c:pt>
                <c:pt idx="3">
                  <c:v>0.108</c:v>
                </c:pt>
                <c:pt idx="4">
                  <c:v>0.1283</c:v>
                </c:pt>
                <c:pt idx="5">
                  <c:v>0.14990000000000001</c:v>
                </c:pt>
                <c:pt idx="6">
                  <c:v>0.17199999999999999</c:v>
                </c:pt>
                <c:pt idx="7">
                  <c:v>0.19600000000000001</c:v>
                </c:pt>
                <c:pt idx="8">
                  <c:v>0.22170000000000001</c:v>
                </c:pt>
                <c:pt idx="9">
                  <c:v>0.2442</c:v>
                </c:pt>
                <c:pt idx="10">
                  <c:v>0.2646</c:v>
                </c:pt>
                <c:pt idx="11">
                  <c:v>0.28510000000000002</c:v>
                </c:pt>
                <c:pt idx="12">
                  <c:v>0.30559999999999998</c:v>
                </c:pt>
                <c:pt idx="13">
                  <c:v>0.32619999999999999</c:v>
                </c:pt>
                <c:pt idx="14">
                  <c:v>0.34910000000000002</c:v>
                </c:pt>
                <c:pt idx="15">
                  <c:v>0.37019999999999997</c:v>
                </c:pt>
                <c:pt idx="16">
                  <c:v>0.39929999999999999</c:v>
                </c:pt>
                <c:pt idx="17">
                  <c:v>0.42420000000000002</c:v>
                </c:pt>
                <c:pt idx="18">
                  <c:v>0.4521</c:v>
                </c:pt>
                <c:pt idx="19">
                  <c:v>0.47810000000000002</c:v>
                </c:pt>
                <c:pt idx="20">
                  <c:v>0.50160000000000005</c:v>
                </c:pt>
                <c:pt idx="21">
                  <c:v>0.52480000000000004</c:v>
                </c:pt>
                <c:pt idx="22">
                  <c:v>0.55289999999999995</c:v>
                </c:pt>
                <c:pt idx="23">
                  <c:v>0.57650000000000001</c:v>
                </c:pt>
                <c:pt idx="24">
                  <c:v>0.60070000000000001</c:v>
                </c:pt>
                <c:pt idx="25">
                  <c:v>0.63090000000000002</c:v>
                </c:pt>
                <c:pt idx="26">
                  <c:v>0.65229999999999999</c:v>
                </c:pt>
                <c:pt idx="27">
                  <c:v>0.67579999999999996</c:v>
                </c:pt>
                <c:pt idx="28">
                  <c:v>0.7137</c:v>
                </c:pt>
                <c:pt idx="29">
                  <c:v>0.75229999999999997</c:v>
                </c:pt>
                <c:pt idx="30">
                  <c:v>0.78269999999999995</c:v>
                </c:pt>
                <c:pt idx="31">
                  <c:v>0.82199999999999995</c:v>
                </c:pt>
                <c:pt idx="32">
                  <c:v>0.8427</c:v>
                </c:pt>
                <c:pt idx="33">
                  <c:v>0.88039999999999996</c:v>
                </c:pt>
                <c:pt idx="34">
                  <c:v>0.90169999999999995</c:v>
                </c:pt>
                <c:pt idx="35">
                  <c:v>0.94030000000000002</c:v>
                </c:pt>
                <c:pt idx="36">
                  <c:v>0.96640000000000004</c:v>
                </c:pt>
                <c:pt idx="37">
                  <c:v>0.98699999999999999</c:v>
                </c:pt>
                <c:pt idx="38">
                  <c:v>1.0099</c:v>
                </c:pt>
                <c:pt idx="39">
                  <c:v>1.0306</c:v>
                </c:pt>
                <c:pt idx="40">
                  <c:v>1.0601</c:v>
                </c:pt>
                <c:pt idx="41">
                  <c:v>1.0885</c:v>
                </c:pt>
                <c:pt idx="42">
                  <c:v>1.1137999999999999</c:v>
                </c:pt>
                <c:pt idx="43">
                  <c:v>1.1389</c:v>
                </c:pt>
                <c:pt idx="44">
                  <c:v>1.1868000000000001</c:v>
                </c:pt>
                <c:pt idx="45">
                  <c:v>1.2107000000000001</c:v>
                </c:pt>
                <c:pt idx="46">
                  <c:v>1.2316</c:v>
                </c:pt>
                <c:pt idx="47">
                  <c:v>1.2538</c:v>
                </c:pt>
                <c:pt idx="48">
                  <c:v>1.2833000000000001</c:v>
                </c:pt>
                <c:pt idx="49">
                  <c:v>1.3071999999999999</c:v>
                </c:pt>
                <c:pt idx="50">
                  <c:v>1.3329</c:v>
                </c:pt>
                <c:pt idx="51">
                  <c:v>1.3560000000000001</c:v>
                </c:pt>
                <c:pt idx="52">
                  <c:v>1.3855999999999999</c:v>
                </c:pt>
                <c:pt idx="53">
                  <c:v>1.4060999999999999</c:v>
                </c:pt>
                <c:pt idx="54">
                  <c:v>1.4379999999999999</c:v>
                </c:pt>
                <c:pt idx="55">
                  <c:v>1.4608000000000001</c:v>
                </c:pt>
                <c:pt idx="56">
                  <c:v>1.4817</c:v>
                </c:pt>
                <c:pt idx="57">
                  <c:v>1.5127999999999999</c:v>
                </c:pt>
                <c:pt idx="58">
                  <c:v>1.5386</c:v>
                </c:pt>
                <c:pt idx="59">
                  <c:v>1.5588</c:v>
                </c:pt>
                <c:pt idx="60">
                  <c:v>1.5804</c:v>
                </c:pt>
                <c:pt idx="61">
                  <c:v>1.6009</c:v>
                </c:pt>
                <c:pt idx="62">
                  <c:v>1.6224000000000001</c:v>
                </c:pt>
                <c:pt idx="63">
                  <c:v>1.6545000000000001</c:v>
                </c:pt>
                <c:pt idx="64">
                  <c:v>1.6793</c:v>
                </c:pt>
                <c:pt idx="65">
                  <c:v>1.7021999999999999</c:v>
                </c:pt>
                <c:pt idx="66">
                  <c:v>1.7258</c:v>
                </c:pt>
                <c:pt idx="67">
                  <c:v>1.7462</c:v>
                </c:pt>
                <c:pt idx="68">
                  <c:v>1.7692000000000001</c:v>
                </c:pt>
                <c:pt idx="69">
                  <c:v>1.7915000000000001</c:v>
                </c:pt>
                <c:pt idx="70">
                  <c:v>1.8153999999999999</c:v>
                </c:pt>
                <c:pt idx="71">
                  <c:v>1.8389</c:v>
                </c:pt>
                <c:pt idx="72">
                  <c:v>1.8623000000000001</c:v>
                </c:pt>
                <c:pt idx="73">
                  <c:v>1.8925000000000001</c:v>
                </c:pt>
                <c:pt idx="74">
                  <c:v>1.9134</c:v>
                </c:pt>
                <c:pt idx="75">
                  <c:v>1.9430000000000001</c:v>
                </c:pt>
                <c:pt idx="76">
                  <c:v>1.9631000000000001</c:v>
                </c:pt>
                <c:pt idx="77">
                  <c:v>1.9926999999999999</c:v>
                </c:pt>
                <c:pt idx="78">
                  <c:v>2.0219</c:v>
                </c:pt>
                <c:pt idx="79">
                  <c:v>2.0478999999999998</c:v>
                </c:pt>
                <c:pt idx="80">
                  <c:v>2.0737999999999999</c:v>
                </c:pt>
                <c:pt idx="81">
                  <c:v>2.1017000000000001</c:v>
                </c:pt>
                <c:pt idx="82">
                  <c:v>2.1276000000000002</c:v>
                </c:pt>
                <c:pt idx="83">
                  <c:v>2.157</c:v>
                </c:pt>
                <c:pt idx="84">
                  <c:v>2.1812999999999998</c:v>
                </c:pt>
                <c:pt idx="85">
                  <c:v>2.2130999999999998</c:v>
                </c:pt>
                <c:pt idx="86">
                  <c:v>2.2389999999999999</c:v>
                </c:pt>
                <c:pt idx="87">
                  <c:v>2.2631999999999999</c:v>
                </c:pt>
                <c:pt idx="88">
                  <c:v>2.2886000000000002</c:v>
                </c:pt>
                <c:pt idx="89">
                  <c:v>2.3161999999999998</c:v>
                </c:pt>
                <c:pt idx="90">
                  <c:v>2.3408000000000002</c:v>
                </c:pt>
                <c:pt idx="91">
                  <c:v>2.3654999999999999</c:v>
                </c:pt>
                <c:pt idx="92">
                  <c:v>2.3893</c:v>
                </c:pt>
                <c:pt idx="93">
                  <c:v>2.4136000000000002</c:v>
                </c:pt>
                <c:pt idx="94">
                  <c:v>2.4367000000000001</c:v>
                </c:pt>
                <c:pt idx="95">
                  <c:v>2.4582000000000002</c:v>
                </c:pt>
                <c:pt idx="96">
                  <c:v>2.4809999999999999</c:v>
                </c:pt>
                <c:pt idx="97">
                  <c:v>2.5047999999999999</c:v>
                </c:pt>
                <c:pt idx="98">
                  <c:v>2.5255000000000001</c:v>
                </c:pt>
                <c:pt idx="99">
                  <c:v>2.5516000000000001</c:v>
                </c:pt>
                <c:pt idx="100">
                  <c:v>2.5802</c:v>
                </c:pt>
                <c:pt idx="101">
                  <c:v>2.6044999999999998</c:v>
                </c:pt>
                <c:pt idx="102">
                  <c:v>2.6311</c:v>
                </c:pt>
                <c:pt idx="103">
                  <c:v>2.6537999999999999</c:v>
                </c:pt>
                <c:pt idx="104">
                  <c:v>2.6757</c:v>
                </c:pt>
                <c:pt idx="105">
                  <c:v>2.6981999999999999</c:v>
                </c:pt>
                <c:pt idx="106">
                  <c:v>2.7187999999999999</c:v>
                </c:pt>
                <c:pt idx="107">
                  <c:v>2.7423999999999999</c:v>
                </c:pt>
                <c:pt idx="108">
                  <c:v>2.7669999999999999</c:v>
                </c:pt>
                <c:pt idx="109">
                  <c:v>2.7883</c:v>
                </c:pt>
                <c:pt idx="110">
                  <c:v>2.8123999999999998</c:v>
                </c:pt>
                <c:pt idx="111">
                  <c:v>2.8353000000000002</c:v>
                </c:pt>
                <c:pt idx="112">
                  <c:v>2.8570000000000002</c:v>
                </c:pt>
                <c:pt idx="113">
                  <c:v>2.8784000000000001</c:v>
                </c:pt>
                <c:pt idx="114">
                  <c:v>2.9026000000000001</c:v>
                </c:pt>
                <c:pt idx="115">
                  <c:v>2.9264999999999999</c:v>
                </c:pt>
                <c:pt idx="116">
                  <c:v>2.9474999999999998</c:v>
                </c:pt>
                <c:pt idx="117">
                  <c:v>2.9710000000000001</c:v>
                </c:pt>
                <c:pt idx="118">
                  <c:v>2.9929999999999999</c:v>
                </c:pt>
                <c:pt idx="119">
                  <c:v>3.0137</c:v>
                </c:pt>
                <c:pt idx="120">
                  <c:v>3.0438000000000001</c:v>
                </c:pt>
                <c:pt idx="121">
                  <c:v>3.0649999999999999</c:v>
                </c:pt>
                <c:pt idx="122">
                  <c:v>3.0871</c:v>
                </c:pt>
                <c:pt idx="123">
                  <c:v>3.1107999999999998</c:v>
                </c:pt>
                <c:pt idx="124">
                  <c:v>3.1316999999999999</c:v>
                </c:pt>
                <c:pt idx="125">
                  <c:v>3.1524999999999999</c:v>
                </c:pt>
                <c:pt idx="126">
                  <c:v>3.1749999999999998</c:v>
                </c:pt>
                <c:pt idx="127">
                  <c:v>3.2052999999999998</c:v>
                </c:pt>
                <c:pt idx="128">
                  <c:v>3.2292000000000001</c:v>
                </c:pt>
                <c:pt idx="129">
                  <c:v>3.2492000000000001</c:v>
                </c:pt>
                <c:pt idx="130">
                  <c:v>3.2728999999999999</c:v>
                </c:pt>
                <c:pt idx="131">
                  <c:v>3.2963</c:v>
                </c:pt>
                <c:pt idx="132">
                  <c:v>3.3165</c:v>
                </c:pt>
                <c:pt idx="133">
                  <c:v>3.3367</c:v>
                </c:pt>
                <c:pt idx="134">
                  <c:v>3.3660999999999999</c:v>
                </c:pt>
                <c:pt idx="135">
                  <c:v>3.3883999999999999</c:v>
                </c:pt>
                <c:pt idx="136">
                  <c:v>3.4098999999999999</c:v>
                </c:pt>
                <c:pt idx="137">
                  <c:v>3.4306999999999999</c:v>
                </c:pt>
                <c:pt idx="138">
                  <c:v>3.4521999999999999</c:v>
                </c:pt>
                <c:pt idx="139">
                  <c:v>3.4733000000000001</c:v>
                </c:pt>
                <c:pt idx="140">
                  <c:v>3.4962</c:v>
                </c:pt>
                <c:pt idx="141">
                  <c:v>3.5202</c:v>
                </c:pt>
                <c:pt idx="142">
                  <c:v>3.5451999999999999</c:v>
                </c:pt>
                <c:pt idx="143">
                  <c:v>3.5657999999999999</c:v>
                </c:pt>
                <c:pt idx="144">
                  <c:v>3.5905</c:v>
                </c:pt>
                <c:pt idx="145">
                  <c:v>3.6110000000000002</c:v>
                </c:pt>
                <c:pt idx="146">
                  <c:v>3.6377000000000002</c:v>
                </c:pt>
                <c:pt idx="147">
                  <c:v>3.6593</c:v>
                </c:pt>
                <c:pt idx="148">
                  <c:v>3.6798000000000002</c:v>
                </c:pt>
                <c:pt idx="149">
                  <c:v>3.7044000000000001</c:v>
                </c:pt>
                <c:pt idx="150">
                  <c:v>3.7281</c:v>
                </c:pt>
                <c:pt idx="151">
                  <c:v>3.7538999999999998</c:v>
                </c:pt>
                <c:pt idx="152">
                  <c:v>3.7782</c:v>
                </c:pt>
                <c:pt idx="153">
                  <c:v>3.8014999999999999</c:v>
                </c:pt>
                <c:pt idx="154">
                  <c:v>3.8228</c:v>
                </c:pt>
                <c:pt idx="155">
                  <c:v>3.8443999999999998</c:v>
                </c:pt>
                <c:pt idx="156">
                  <c:v>3.8702000000000001</c:v>
                </c:pt>
                <c:pt idx="157">
                  <c:v>3.8929</c:v>
                </c:pt>
                <c:pt idx="158">
                  <c:v>3.9207000000000001</c:v>
                </c:pt>
                <c:pt idx="159">
                  <c:v>3.9428999999999998</c:v>
                </c:pt>
                <c:pt idx="160">
                  <c:v>3.9632999999999998</c:v>
                </c:pt>
                <c:pt idx="161">
                  <c:v>3.9836999999999998</c:v>
                </c:pt>
                <c:pt idx="162">
                  <c:v>4.0042999999999997</c:v>
                </c:pt>
                <c:pt idx="163">
                  <c:v>4.0267999999999997</c:v>
                </c:pt>
                <c:pt idx="164">
                  <c:v>4.0513000000000003</c:v>
                </c:pt>
                <c:pt idx="165">
                  <c:v>4.0724</c:v>
                </c:pt>
                <c:pt idx="166">
                  <c:v>4.0968</c:v>
                </c:pt>
                <c:pt idx="167">
                  <c:v>4.1180000000000003</c:v>
                </c:pt>
                <c:pt idx="168">
                  <c:v>4.1435000000000004</c:v>
                </c:pt>
                <c:pt idx="169">
                  <c:v>4.1661999999999999</c:v>
                </c:pt>
                <c:pt idx="170">
                  <c:v>4.1898</c:v>
                </c:pt>
                <c:pt idx="171">
                  <c:v>4.2122000000000002</c:v>
                </c:pt>
                <c:pt idx="172">
                  <c:v>4.2351999999999999</c:v>
                </c:pt>
                <c:pt idx="173">
                  <c:v>4.2582000000000004</c:v>
                </c:pt>
                <c:pt idx="174">
                  <c:v>4.2788000000000004</c:v>
                </c:pt>
                <c:pt idx="175">
                  <c:v>4.2990000000000004</c:v>
                </c:pt>
                <c:pt idx="176">
                  <c:v>4.3303000000000003</c:v>
                </c:pt>
                <c:pt idx="177">
                  <c:v>4.3521000000000001</c:v>
                </c:pt>
                <c:pt idx="178">
                  <c:v>4.3726000000000003</c:v>
                </c:pt>
                <c:pt idx="179">
                  <c:v>4.3945999999999996</c:v>
                </c:pt>
                <c:pt idx="180">
                  <c:v>4.4183000000000003</c:v>
                </c:pt>
                <c:pt idx="181">
                  <c:v>4.4409999999999998</c:v>
                </c:pt>
                <c:pt idx="182">
                  <c:v>4.4638</c:v>
                </c:pt>
                <c:pt idx="183">
                  <c:v>4.4843000000000002</c:v>
                </c:pt>
                <c:pt idx="184">
                  <c:v>4.5067000000000004</c:v>
                </c:pt>
                <c:pt idx="185">
                  <c:v>4.5275999999999996</c:v>
                </c:pt>
                <c:pt idx="186">
                  <c:v>4.5503999999999998</c:v>
                </c:pt>
                <c:pt idx="187">
                  <c:v>4.5709</c:v>
                </c:pt>
                <c:pt idx="188">
                  <c:v>4.5967000000000002</c:v>
                </c:pt>
                <c:pt idx="189">
                  <c:v>4.6193</c:v>
                </c:pt>
                <c:pt idx="190">
                  <c:v>4.6448999999999998</c:v>
                </c:pt>
                <c:pt idx="191">
                  <c:v>4.6670999999999996</c:v>
                </c:pt>
                <c:pt idx="192">
                  <c:v>4.6910999999999996</c:v>
                </c:pt>
                <c:pt idx="193">
                  <c:v>4.7129000000000003</c:v>
                </c:pt>
                <c:pt idx="194">
                  <c:v>4.7352999999999996</c:v>
                </c:pt>
                <c:pt idx="195">
                  <c:v>4.7634999999999996</c:v>
                </c:pt>
                <c:pt idx="196">
                  <c:v>4.7896999999999998</c:v>
                </c:pt>
                <c:pt idx="197">
                  <c:v>4.8124000000000002</c:v>
                </c:pt>
                <c:pt idx="198">
                  <c:v>4.8329000000000004</c:v>
                </c:pt>
                <c:pt idx="199">
                  <c:v>4.8532999999999999</c:v>
                </c:pt>
                <c:pt idx="200">
                  <c:v>4.8745000000000003</c:v>
                </c:pt>
                <c:pt idx="201">
                  <c:v>4.8967000000000001</c:v>
                </c:pt>
                <c:pt idx="202">
                  <c:v>4.9166999999999996</c:v>
                </c:pt>
                <c:pt idx="203">
                  <c:v>4.9406999999999996</c:v>
                </c:pt>
                <c:pt idx="204">
                  <c:v>4.9617000000000004</c:v>
                </c:pt>
                <c:pt idx="205">
                  <c:v>4.9832000000000001</c:v>
                </c:pt>
                <c:pt idx="206">
                  <c:v>5.0034999999999998</c:v>
                </c:pt>
                <c:pt idx="207">
                  <c:v>5.0285000000000002</c:v>
                </c:pt>
                <c:pt idx="208">
                  <c:v>5.0486000000000004</c:v>
                </c:pt>
                <c:pt idx="209">
                  <c:v>5.0716000000000001</c:v>
                </c:pt>
                <c:pt idx="210">
                  <c:v>5.0938999999999997</c:v>
                </c:pt>
                <c:pt idx="211">
                  <c:v>5.1143000000000001</c:v>
                </c:pt>
                <c:pt idx="212">
                  <c:v>5.1406999999999998</c:v>
                </c:pt>
                <c:pt idx="213">
                  <c:v>5.1612999999999998</c:v>
                </c:pt>
                <c:pt idx="214">
                  <c:v>5.1879</c:v>
                </c:pt>
                <c:pt idx="215">
                  <c:v>5.2099000000000002</c:v>
                </c:pt>
                <c:pt idx="216">
                  <c:v>5.2313999999999998</c:v>
                </c:pt>
                <c:pt idx="217">
                  <c:v>5.2592999999999996</c:v>
                </c:pt>
                <c:pt idx="218">
                  <c:v>5.2801</c:v>
                </c:pt>
                <c:pt idx="219">
                  <c:v>5.3011999999999997</c:v>
                </c:pt>
                <c:pt idx="220">
                  <c:v>5.3226000000000004</c:v>
                </c:pt>
                <c:pt idx="221">
                  <c:v>5.3514999999999997</c:v>
                </c:pt>
                <c:pt idx="222">
                  <c:v>5.3716999999999997</c:v>
                </c:pt>
                <c:pt idx="223">
                  <c:v>5.3936000000000002</c:v>
                </c:pt>
                <c:pt idx="224">
                  <c:v>5.4208999999999996</c:v>
                </c:pt>
                <c:pt idx="225">
                  <c:v>5.4428999999999998</c:v>
                </c:pt>
                <c:pt idx="226">
                  <c:v>5.4641000000000002</c:v>
                </c:pt>
                <c:pt idx="227">
                  <c:v>5.4842000000000004</c:v>
                </c:pt>
                <c:pt idx="228">
                  <c:v>5.5115999999999996</c:v>
                </c:pt>
                <c:pt idx="229">
                  <c:v>5.5324</c:v>
                </c:pt>
                <c:pt idx="230">
                  <c:v>5.5541999999999998</c:v>
                </c:pt>
                <c:pt idx="231">
                  <c:v>5.5815999999999999</c:v>
                </c:pt>
                <c:pt idx="232">
                  <c:v>5.6035000000000004</c:v>
                </c:pt>
                <c:pt idx="233">
                  <c:v>5.6308999999999996</c:v>
                </c:pt>
                <c:pt idx="234">
                  <c:v>5.6581000000000001</c:v>
                </c:pt>
                <c:pt idx="235">
                  <c:v>5.6787000000000001</c:v>
                </c:pt>
                <c:pt idx="236">
                  <c:v>5.6990999999999996</c:v>
                </c:pt>
                <c:pt idx="237">
                  <c:v>5.7256</c:v>
                </c:pt>
                <c:pt idx="238">
                  <c:v>5.7481</c:v>
                </c:pt>
                <c:pt idx="239">
                  <c:v>5.7759</c:v>
                </c:pt>
                <c:pt idx="240">
                  <c:v>5.7965</c:v>
                </c:pt>
                <c:pt idx="241">
                  <c:v>5.8178000000000001</c:v>
                </c:pt>
                <c:pt idx="242">
                  <c:v>5.8444000000000003</c:v>
                </c:pt>
                <c:pt idx="243">
                  <c:v>5.8680000000000003</c:v>
                </c:pt>
                <c:pt idx="244">
                  <c:v>5.8893000000000004</c:v>
                </c:pt>
                <c:pt idx="245">
                  <c:v>5.9164000000000003</c:v>
                </c:pt>
                <c:pt idx="246">
                  <c:v>5.9420999999999999</c:v>
                </c:pt>
                <c:pt idx="247">
                  <c:v>5.9642999999999997</c:v>
                </c:pt>
                <c:pt idx="248">
                  <c:v>5.9907000000000004</c:v>
                </c:pt>
                <c:pt idx="249">
                  <c:v>6.0122</c:v>
                </c:pt>
                <c:pt idx="250">
                  <c:v>6.0324</c:v>
                </c:pt>
                <c:pt idx="251">
                  <c:v>6.0610999999999997</c:v>
                </c:pt>
                <c:pt idx="252">
                  <c:v>6.0831999999999997</c:v>
                </c:pt>
                <c:pt idx="253">
                  <c:v>6.1047000000000002</c:v>
                </c:pt>
                <c:pt idx="254">
                  <c:v>6.1317000000000004</c:v>
                </c:pt>
                <c:pt idx="255">
                  <c:v>6.1535000000000002</c:v>
                </c:pt>
                <c:pt idx="256">
                  <c:v>6.1832000000000003</c:v>
                </c:pt>
                <c:pt idx="257">
                  <c:v>6.2057000000000002</c:v>
                </c:pt>
                <c:pt idx="258">
                  <c:v>6.2282000000000002</c:v>
                </c:pt>
                <c:pt idx="259">
                  <c:v>6.2502000000000004</c:v>
                </c:pt>
                <c:pt idx="260">
                  <c:v>6.2801</c:v>
                </c:pt>
                <c:pt idx="261">
                  <c:v>6.3026999999999997</c:v>
                </c:pt>
                <c:pt idx="262">
                  <c:v>6.3247</c:v>
                </c:pt>
                <c:pt idx="263">
                  <c:v>6.3491</c:v>
                </c:pt>
                <c:pt idx="264">
                  <c:v>6.3704000000000001</c:v>
                </c:pt>
                <c:pt idx="265">
                  <c:v>6.3933</c:v>
                </c:pt>
                <c:pt idx="266">
                  <c:v>6.4146000000000001</c:v>
                </c:pt>
                <c:pt idx="267">
                  <c:v>6.4370000000000003</c:v>
                </c:pt>
                <c:pt idx="268">
                  <c:v>6.4588999999999999</c:v>
                </c:pt>
                <c:pt idx="269">
                  <c:v>6.4790000000000001</c:v>
                </c:pt>
                <c:pt idx="270">
                  <c:v>6.5052000000000003</c:v>
                </c:pt>
                <c:pt idx="271">
                  <c:v>6.5282999999999998</c:v>
                </c:pt>
                <c:pt idx="272">
                  <c:v>6.5500999999999996</c:v>
                </c:pt>
                <c:pt idx="273">
                  <c:v>6.5728</c:v>
                </c:pt>
                <c:pt idx="274">
                  <c:v>6.6013999999999999</c:v>
                </c:pt>
                <c:pt idx="275">
                  <c:v>6.6261000000000001</c:v>
                </c:pt>
                <c:pt idx="276">
                  <c:v>6.6492000000000004</c:v>
                </c:pt>
                <c:pt idx="277">
                  <c:v>6.6714000000000002</c:v>
                </c:pt>
                <c:pt idx="278">
                  <c:v>6.6923000000000004</c:v>
                </c:pt>
                <c:pt idx="279">
                  <c:v>6.7134</c:v>
                </c:pt>
                <c:pt idx="280">
                  <c:v>6.7381000000000002</c:v>
                </c:pt>
                <c:pt idx="281">
                  <c:v>6.7605000000000004</c:v>
                </c:pt>
                <c:pt idx="282">
                  <c:v>6.7842000000000002</c:v>
                </c:pt>
                <c:pt idx="283">
                  <c:v>6.8045</c:v>
                </c:pt>
                <c:pt idx="284">
                  <c:v>6.8291000000000004</c:v>
                </c:pt>
                <c:pt idx="285">
                  <c:v>6.8555000000000001</c:v>
                </c:pt>
                <c:pt idx="286">
                  <c:v>6.8765000000000001</c:v>
                </c:pt>
                <c:pt idx="287">
                  <c:v>6.9115000000000002</c:v>
                </c:pt>
                <c:pt idx="288">
                  <c:v>6.9366000000000003</c:v>
                </c:pt>
                <c:pt idx="289">
                  <c:v>6.9569000000000001</c:v>
                </c:pt>
                <c:pt idx="290">
                  <c:v>6.9825999999999997</c:v>
                </c:pt>
                <c:pt idx="291">
                  <c:v>7.0076999999999998</c:v>
                </c:pt>
                <c:pt idx="292">
                  <c:v>7.0309999999999997</c:v>
                </c:pt>
                <c:pt idx="293">
                  <c:v>7.0545999999999998</c:v>
                </c:pt>
                <c:pt idx="294">
                  <c:v>7.0792999999999999</c:v>
                </c:pt>
                <c:pt idx="295">
                  <c:v>7.1032000000000002</c:v>
                </c:pt>
                <c:pt idx="296">
                  <c:v>7.1303999999999998</c:v>
                </c:pt>
                <c:pt idx="297">
                  <c:v>7.1540999999999997</c:v>
                </c:pt>
                <c:pt idx="298">
                  <c:v>7.1752000000000002</c:v>
                </c:pt>
                <c:pt idx="299">
                  <c:v>7.2004999999999999</c:v>
                </c:pt>
                <c:pt idx="300">
                  <c:v>7.2221000000000002</c:v>
                </c:pt>
                <c:pt idx="301">
                  <c:v>7.2469000000000001</c:v>
                </c:pt>
                <c:pt idx="302">
                  <c:v>7.2675999999999998</c:v>
                </c:pt>
                <c:pt idx="303">
                  <c:v>7.2930000000000001</c:v>
                </c:pt>
                <c:pt idx="304">
                  <c:v>7.32</c:v>
                </c:pt>
                <c:pt idx="305">
                  <c:v>7.3434999999999997</c:v>
                </c:pt>
                <c:pt idx="306">
                  <c:v>7.3714000000000004</c:v>
                </c:pt>
                <c:pt idx="307">
                  <c:v>7.3933999999999997</c:v>
                </c:pt>
                <c:pt idx="308">
                  <c:v>7.4160000000000004</c:v>
                </c:pt>
                <c:pt idx="309">
                  <c:v>7.4394</c:v>
                </c:pt>
                <c:pt idx="310">
                  <c:v>7.4640000000000004</c:v>
                </c:pt>
                <c:pt idx="311">
                  <c:v>7.4858000000000002</c:v>
                </c:pt>
                <c:pt idx="312">
                  <c:v>7.5086000000000004</c:v>
                </c:pt>
                <c:pt idx="313">
                  <c:v>7.5369000000000002</c:v>
                </c:pt>
                <c:pt idx="314">
                  <c:v>7.5621999999999998</c:v>
                </c:pt>
                <c:pt idx="315">
                  <c:v>7.5838999999999999</c:v>
                </c:pt>
                <c:pt idx="316">
                  <c:v>7.6073000000000004</c:v>
                </c:pt>
                <c:pt idx="317">
                  <c:v>7.6345000000000001</c:v>
                </c:pt>
                <c:pt idx="318">
                  <c:v>7.6577999999999999</c:v>
                </c:pt>
                <c:pt idx="319">
                  <c:v>7.6795</c:v>
                </c:pt>
                <c:pt idx="320">
                  <c:v>7.7008000000000001</c:v>
                </c:pt>
                <c:pt idx="321">
                  <c:v>7.7286999999999999</c:v>
                </c:pt>
                <c:pt idx="322">
                  <c:v>7.7489999999999997</c:v>
                </c:pt>
                <c:pt idx="323">
                  <c:v>7.7717999999999998</c:v>
                </c:pt>
                <c:pt idx="324">
                  <c:v>7.7962999999999996</c:v>
                </c:pt>
                <c:pt idx="325">
                  <c:v>7.8174000000000001</c:v>
                </c:pt>
                <c:pt idx="326">
                  <c:v>7.8414999999999999</c:v>
                </c:pt>
                <c:pt idx="327">
                  <c:v>7.8619000000000003</c:v>
                </c:pt>
                <c:pt idx="328">
                  <c:v>7.8864000000000001</c:v>
                </c:pt>
                <c:pt idx="329">
                  <c:v>7.9077999999999999</c:v>
                </c:pt>
                <c:pt idx="330">
                  <c:v>7.9333</c:v>
                </c:pt>
                <c:pt idx="331">
                  <c:v>7.9614000000000003</c:v>
                </c:pt>
                <c:pt idx="332">
                  <c:v>7.9835000000000003</c:v>
                </c:pt>
                <c:pt idx="333">
                  <c:v>8.0088000000000008</c:v>
                </c:pt>
                <c:pt idx="334">
                  <c:v>8.0330999999999992</c:v>
                </c:pt>
                <c:pt idx="335">
                  <c:v>8.0564999999999998</c:v>
                </c:pt>
                <c:pt idx="336">
                  <c:v>8.077</c:v>
                </c:pt>
                <c:pt idx="337">
                  <c:v>8.1</c:v>
                </c:pt>
                <c:pt idx="338">
                  <c:v>8.1218000000000004</c:v>
                </c:pt>
                <c:pt idx="339">
                  <c:v>8.1515000000000004</c:v>
                </c:pt>
                <c:pt idx="340">
                  <c:v>8.1781000000000006</c:v>
                </c:pt>
                <c:pt idx="341">
                  <c:v>8.1988000000000003</c:v>
                </c:pt>
                <c:pt idx="342">
                  <c:v>8.2207000000000008</c:v>
                </c:pt>
                <c:pt idx="343">
                  <c:v>8.2408999999999999</c:v>
                </c:pt>
                <c:pt idx="344">
                  <c:v>8.2622</c:v>
                </c:pt>
                <c:pt idx="345">
                  <c:v>8.2844999999999995</c:v>
                </c:pt>
                <c:pt idx="346">
                  <c:v>8.3054000000000006</c:v>
                </c:pt>
                <c:pt idx="347">
                  <c:v>8.3292999999999999</c:v>
                </c:pt>
                <c:pt idx="348">
                  <c:v>8.3496000000000006</c:v>
                </c:pt>
                <c:pt idx="349">
                  <c:v>8.3702000000000005</c:v>
                </c:pt>
                <c:pt idx="350">
                  <c:v>8.3964999999999996</c:v>
                </c:pt>
                <c:pt idx="351">
                  <c:v>8.4202999999999992</c:v>
                </c:pt>
                <c:pt idx="352">
                  <c:v>8.4413999999999998</c:v>
                </c:pt>
                <c:pt idx="353">
                  <c:v>8.4624000000000006</c:v>
                </c:pt>
                <c:pt idx="354">
                  <c:v>8.4856999999999996</c:v>
                </c:pt>
                <c:pt idx="355">
                  <c:v>8.5122999999999998</c:v>
                </c:pt>
                <c:pt idx="356">
                  <c:v>8.5418000000000003</c:v>
                </c:pt>
                <c:pt idx="357">
                  <c:v>8.5658999999999992</c:v>
                </c:pt>
                <c:pt idx="358">
                  <c:v>8.5873000000000008</c:v>
                </c:pt>
                <c:pt idx="359">
                  <c:v>8.6140000000000008</c:v>
                </c:pt>
                <c:pt idx="360">
                  <c:v>8.6371000000000002</c:v>
                </c:pt>
                <c:pt idx="361">
                  <c:v>8.6603999999999992</c:v>
                </c:pt>
                <c:pt idx="362">
                  <c:v>8.6812000000000005</c:v>
                </c:pt>
                <c:pt idx="363">
                  <c:v>8.7025000000000006</c:v>
                </c:pt>
                <c:pt idx="364">
                  <c:v>8.7227999999999994</c:v>
                </c:pt>
                <c:pt idx="365">
                  <c:v>8.7495999999999992</c:v>
                </c:pt>
                <c:pt idx="366">
                  <c:v>8.7744</c:v>
                </c:pt>
                <c:pt idx="367">
                  <c:v>8.7980999999999998</c:v>
                </c:pt>
                <c:pt idx="368">
                  <c:v>8.8199000000000005</c:v>
                </c:pt>
                <c:pt idx="369">
                  <c:v>8.8438999999999997</c:v>
                </c:pt>
                <c:pt idx="370">
                  <c:v>8.8658999999999999</c:v>
                </c:pt>
                <c:pt idx="371">
                  <c:v>8.8933999999999997</c:v>
                </c:pt>
                <c:pt idx="372">
                  <c:v>8.9220000000000006</c:v>
                </c:pt>
                <c:pt idx="373">
                  <c:v>8.9515999999999991</c:v>
                </c:pt>
                <c:pt idx="374">
                  <c:v>8.9754000000000005</c:v>
                </c:pt>
                <c:pt idx="375">
                  <c:v>9.0007999999999999</c:v>
                </c:pt>
                <c:pt idx="376">
                  <c:v>9.0219000000000005</c:v>
                </c:pt>
                <c:pt idx="377">
                  <c:v>9.0465999999999998</c:v>
                </c:pt>
                <c:pt idx="378">
                  <c:v>9.0723000000000003</c:v>
                </c:pt>
                <c:pt idx="379">
                  <c:v>9.0958000000000006</c:v>
                </c:pt>
                <c:pt idx="380">
                  <c:v>9.1196999999999999</c:v>
                </c:pt>
                <c:pt idx="381">
                  <c:v>9.1440000000000001</c:v>
                </c:pt>
                <c:pt idx="382">
                  <c:v>9.1655999999999995</c:v>
                </c:pt>
                <c:pt idx="383">
                  <c:v>9.1865000000000006</c:v>
                </c:pt>
                <c:pt idx="384">
                  <c:v>9.2134</c:v>
                </c:pt>
                <c:pt idx="385">
                  <c:v>9.2363</c:v>
                </c:pt>
                <c:pt idx="386">
                  <c:v>9.2615999999999996</c:v>
                </c:pt>
                <c:pt idx="387">
                  <c:v>9.2843999999999998</c:v>
                </c:pt>
                <c:pt idx="388">
                  <c:v>9.3132000000000001</c:v>
                </c:pt>
                <c:pt idx="389">
                  <c:v>9.3427000000000007</c:v>
                </c:pt>
                <c:pt idx="390">
                  <c:v>9.3724000000000007</c:v>
                </c:pt>
                <c:pt idx="391">
                  <c:v>9.3998000000000008</c:v>
                </c:pt>
                <c:pt idx="392">
                  <c:v>9.4212000000000007</c:v>
                </c:pt>
                <c:pt idx="393">
                  <c:v>9.4501000000000008</c:v>
                </c:pt>
                <c:pt idx="394">
                  <c:v>9.4739000000000004</c:v>
                </c:pt>
                <c:pt idx="395">
                  <c:v>9.4992000000000001</c:v>
                </c:pt>
                <c:pt idx="396">
                  <c:v>9.5228000000000002</c:v>
                </c:pt>
                <c:pt idx="397">
                  <c:v>9.5432000000000006</c:v>
                </c:pt>
                <c:pt idx="398">
                  <c:v>9.5706000000000007</c:v>
                </c:pt>
                <c:pt idx="399">
                  <c:v>9.5985999999999994</c:v>
                </c:pt>
                <c:pt idx="400">
                  <c:v>9.6204000000000001</c:v>
                </c:pt>
                <c:pt idx="401">
                  <c:v>9.6411999999999995</c:v>
                </c:pt>
                <c:pt idx="402">
                  <c:v>9.6613000000000007</c:v>
                </c:pt>
                <c:pt idx="403">
                  <c:v>9.6836000000000002</c:v>
                </c:pt>
                <c:pt idx="404">
                  <c:v>9.7067999999999994</c:v>
                </c:pt>
                <c:pt idx="405">
                  <c:v>9.7311999999999994</c:v>
                </c:pt>
                <c:pt idx="406">
                  <c:v>9.7529000000000003</c:v>
                </c:pt>
                <c:pt idx="407">
                  <c:v>9.7772000000000006</c:v>
                </c:pt>
                <c:pt idx="408">
                  <c:v>9.7985000000000007</c:v>
                </c:pt>
                <c:pt idx="409">
                  <c:v>9.8196999999999992</c:v>
                </c:pt>
                <c:pt idx="410">
                  <c:v>9.8420000000000005</c:v>
                </c:pt>
                <c:pt idx="411">
                  <c:v>9.8656000000000006</c:v>
                </c:pt>
                <c:pt idx="412">
                  <c:v>9.8864999999999998</c:v>
                </c:pt>
                <c:pt idx="413">
                  <c:v>9.9115000000000002</c:v>
                </c:pt>
                <c:pt idx="414">
                  <c:v>9.9329000000000001</c:v>
                </c:pt>
                <c:pt idx="415">
                  <c:v>9.9540000000000006</c:v>
                </c:pt>
                <c:pt idx="416">
                  <c:v>9.9741999999999997</c:v>
                </c:pt>
                <c:pt idx="417">
                  <c:v>9.9994999999999994</c:v>
                </c:pt>
                <c:pt idx="418">
                  <c:v>10.022500000000001</c:v>
                </c:pt>
                <c:pt idx="419">
                  <c:v>10.053100000000001</c:v>
                </c:pt>
                <c:pt idx="420">
                  <c:v>10.075100000000001</c:v>
                </c:pt>
                <c:pt idx="421">
                  <c:v>10.095800000000001</c:v>
                </c:pt>
                <c:pt idx="422">
                  <c:v>10.1206</c:v>
                </c:pt>
                <c:pt idx="423">
                  <c:v>10.150700000000001</c:v>
                </c:pt>
                <c:pt idx="424">
                  <c:v>10.173400000000001</c:v>
                </c:pt>
                <c:pt idx="425">
                  <c:v>10.2042</c:v>
                </c:pt>
                <c:pt idx="426">
                  <c:v>10.225199999999999</c:v>
                </c:pt>
                <c:pt idx="427">
                  <c:v>10.248200000000001</c:v>
                </c:pt>
                <c:pt idx="428">
                  <c:v>10.2699</c:v>
                </c:pt>
                <c:pt idx="429">
                  <c:v>10.292400000000001</c:v>
                </c:pt>
                <c:pt idx="430">
                  <c:v>10.3132</c:v>
                </c:pt>
                <c:pt idx="431">
                  <c:v>10.335800000000001</c:v>
                </c:pt>
                <c:pt idx="432">
                  <c:v>10.356</c:v>
                </c:pt>
                <c:pt idx="433">
                  <c:v>10.3786</c:v>
                </c:pt>
                <c:pt idx="434">
                  <c:v>10.4031</c:v>
                </c:pt>
                <c:pt idx="435">
                  <c:v>10.4262</c:v>
                </c:pt>
                <c:pt idx="436">
                  <c:v>10.4497</c:v>
                </c:pt>
                <c:pt idx="437">
                  <c:v>10.472</c:v>
                </c:pt>
                <c:pt idx="438">
                  <c:v>10.497</c:v>
                </c:pt>
                <c:pt idx="439">
                  <c:v>10.5198</c:v>
                </c:pt>
                <c:pt idx="440">
                  <c:v>10.541600000000001</c:v>
                </c:pt>
                <c:pt idx="441">
                  <c:v>10.5639</c:v>
                </c:pt>
                <c:pt idx="442">
                  <c:v>10.5884</c:v>
                </c:pt>
                <c:pt idx="443">
                  <c:v>10.616400000000001</c:v>
                </c:pt>
                <c:pt idx="444">
                  <c:v>10.640700000000001</c:v>
                </c:pt>
                <c:pt idx="445">
                  <c:v>10.6637</c:v>
                </c:pt>
                <c:pt idx="446">
                  <c:v>10.6851</c:v>
                </c:pt>
                <c:pt idx="447">
                  <c:v>10.7151</c:v>
                </c:pt>
                <c:pt idx="448">
                  <c:v>10.738899999999999</c:v>
                </c:pt>
                <c:pt idx="449">
                  <c:v>10.761100000000001</c:v>
                </c:pt>
                <c:pt idx="450">
                  <c:v>10.786799999999999</c:v>
                </c:pt>
                <c:pt idx="451">
                  <c:v>10.8133</c:v>
                </c:pt>
                <c:pt idx="452">
                  <c:v>10.8398</c:v>
                </c:pt>
                <c:pt idx="453">
                  <c:v>10.864000000000001</c:v>
                </c:pt>
                <c:pt idx="454">
                  <c:v>10.8902</c:v>
                </c:pt>
                <c:pt idx="455">
                  <c:v>10.9161</c:v>
                </c:pt>
                <c:pt idx="456">
                  <c:v>10.9373</c:v>
                </c:pt>
                <c:pt idx="457">
                  <c:v>10.963900000000001</c:v>
                </c:pt>
                <c:pt idx="458">
                  <c:v>10.988200000000001</c:v>
                </c:pt>
                <c:pt idx="459">
                  <c:v>11.015599999999999</c:v>
                </c:pt>
                <c:pt idx="460">
                  <c:v>11.0496</c:v>
                </c:pt>
                <c:pt idx="461">
                  <c:v>11.0822</c:v>
                </c:pt>
                <c:pt idx="462">
                  <c:v>11.1149</c:v>
                </c:pt>
                <c:pt idx="463">
                  <c:v>11.141400000000001</c:v>
                </c:pt>
                <c:pt idx="464">
                  <c:v>11.175599999999999</c:v>
                </c:pt>
                <c:pt idx="465">
                  <c:v>11.2409</c:v>
                </c:pt>
                <c:pt idx="466">
                  <c:v>11.2637</c:v>
                </c:pt>
                <c:pt idx="467">
                  <c:v>11.3012</c:v>
                </c:pt>
                <c:pt idx="468">
                  <c:v>11.3368</c:v>
                </c:pt>
                <c:pt idx="469">
                  <c:v>11.358700000000001</c:v>
                </c:pt>
                <c:pt idx="470">
                  <c:v>11.391</c:v>
                </c:pt>
                <c:pt idx="471">
                  <c:v>11.418200000000001</c:v>
                </c:pt>
                <c:pt idx="472">
                  <c:v>11.449199999999999</c:v>
                </c:pt>
                <c:pt idx="473">
                  <c:v>11.476000000000001</c:v>
                </c:pt>
                <c:pt idx="474">
                  <c:v>11.5032</c:v>
                </c:pt>
                <c:pt idx="475">
                  <c:v>11.5274</c:v>
                </c:pt>
                <c:pt idx="476">
                  <c:v>11.5525</c:v>
                </c:pt>
                <c:pt idx="477">
                  <c:v>11.576700000000001</c:v>
                </c:pt>
                <c:pt idx="478">
                  <c:v>11.5984</c:v>
                </c:pt>
                <c:pt idx="479">
                  <c:v>11.620200000000001</c:v>
                </c:pt>
                <c:pt idx="480">
                  <c:v>11.6418</c:v>
                </c:pt>
                <c:pt idx="481">
                  <c:v>11.6647</c:v>
                </c:pt>
                <c:pt idx="482">
                  <c:v>11.6861</c:v>
                </c:pt>
                <c:pt idx="483">
                  <c:v>11.714700000000001</c:v>
                </c:pt>
                <c:pt idx="484">
                  <c:v>11.7431</c:v>
                </c:pt>
                <c:pt idx="485">
                  <c:v>11.771599999999999</c:v>
                </c:pt>
                <c:pt idx="486">
                  <c:v>11.7918</c:v>
                </c:pt>
                <c:pt idx="487">
                  <c:v>11.813800000000001</c:v>
                </c:pt>
                <c:pt idx="488">
                  <c:v>11.8367</c:v>
                </c:pt>
                <c:pt idx="489">
                  <c:v>11.8653</c:v>
                </c:pt>
                <c:pt idx="490">
                  <c:v>11.885300000000001</c:v>
                </c:pt>
                <c:pt idx="491">
                  <c:v>11.913500000000001</c:v>
                </c:pt>
                <c:pt idx="492">
                  <c:v>11.9414</c:v>
                </c:pt>
                <c:pt idx="493">
                  <c:v>11.9633</c:v>
                </c:pt>
                <c:pt idx="494">
                  <c:v>11.992100000000001</c:v>
                </c:pt>
                <c:pt idx="495">
                  <c:v>12.018599999999999</c:v>
                </c:pt>
                <c:pt idx="496">
                  <c:v>12.0436</c:v>
                </c:pt>
                <c:pt idx="497">
                  <c:v>12.063700000000001</c:v>
                </c:pt>
                <c:pt idx="498">
                  <c:v>12.085800000000001</c:v>
                </c:pt>
                <c:pt idx="499">
                  <c:v>12.1061</c:v>
                </c:pt>
                <c:pt idx="500">
                  <c:v>12.1281</c:v>
                </c:pt>
                <c:pt idx="501">
                  <c:v>12.150700000000001</c:v>
                </c:pt>
                <c:pt idx="502">
                  <c:v>12.179</c:v>
                </c:pt>
                <c:pt idx="503">
                  <c:v>12.202</c:v>
                </c:pt>
                <c:pt idx="504">
                  <c:v>12.2235</c:v>
                </c:pt>
                <c:pt idx="505">
                  <c:v>12.249499999999999</c:v>
                </c:pt>
                <c:pt idx="506">
                  <c:v>12.272600000000001</c:v>
                </c:pt>
                <c:pt idx="507">
                  <c:v>12.302</c:v>
                </c:pt>
                <c:pt idx="508">
                  <c:v>12.3239</c:v>
                </c:pt>
                <c:pt idx="509">
                  <c:v>12.347099999999999</c:v>
                </c:pt>
                <c:pt idx="510">
                  <c:v>12.3713</c:v>
                </c:pt>
                <c:pt idx="511">
                  <c:v>12.393700000000001</c:v>
                </c:pt>
                <c:pt idx="512">
                  <c:v>12.416499999999999</c:v>
                </c:pt>
                <c:pt idx="513">
                  <c:v>12.4389</c:v>
                </c:pt>
                <c:pt idx="514">
                  <c:v>12.460100000000001</c:v>
                </c:pt>
                <c:pt idx="515">
                  <c:v>12.4847</c:v>
                </c:pt>
                <c:pt idx="516">
                  <c:v>12.5083</c:v>
                </c:pt>
                <c:pt idx="517">
                  <c:v>12.5312</c:v>
                </c:pt>
                <c:pt idx="518">
                  <c:v>12.559900000000001</c:v>
                </c:pt>
                <c:pt idx="519">
                  <c:v>12.582000000000001</c:v>
                </c:pt>
                <c:pt idx="520">
                  <c:v>12.604699999999999</c:v>
                </c:pt>
                <c:pt idx="521">
                  <c:v>12.6271</c:v>
                </c:pt>
                <c:pt idx="522">
                  <c:v>12.653</c:v>
                </c:pt>
                <c:pt idx="523">
                  <c:v>12.678100000000001</c:v>
                </c:pt>
                <c:pt idx="524">
                  <c:v>12.6995</c:v>
                </c:pt>
                <c:pt idx="525">
                  <c:v>12.721299999999999</c:v>
                </c:pt>
                <c:pt idx="526">
                  <c:v>12.742699999999999</c:v>
                </c:pt>
                <c:pt idx="527">
                  <c:v>12.765000000000001</c:v>
                </c:pt>
                <c:pt idx="528">
                  <c:v>12.7879</c:v>
                </c:pt>
                <c:pt idx="529">
                  <c:v>12.810499999999999</c:v>
                </c:pt>
                <c:pt idx="530">
                  <c:v>12.831</c:v>
                </c:pt>
                <c:pt idx="531">
                  <c:v>12.853400000000001</c:v>
                </c:pt>
                <c:pt idx="532">
                  <c:v>12.873900000000001</c:v>
                </c:pt>
                <c:pt idx="533">
                  <c:v>12.8988</c:v>
                </c:pt>
                <c:pt idx="534">
                  <c:v>12.921099999999999</c:v>
                </c:pt>
                <c:pt idx="535">
                  <c:v>12.942</c:v>
                </c:pt>
                <c:pt idx="536">
                  <c:v>12.9725</c:v>
                </c:pt>
                <c:pt idx="537">
                  <c:v>13.0009</c:v>
                </c:pt>
                <c:pt idx="538">
                  <c:v>13.024699999999999</c:v>
                </c:pt>
                <c:pt idx="539">
                  <c:v>13.0481</c:v>
                </c:pt>
                <c:pt idx="540">
                  <c:v>13.0738</c:v>
                </c:pt>
                <c:pt idx="541">
                  <c:v>13.0953</c:v>
                </c:pt>
                <c:pt idx="542">
                  <c:v>13.118399999999999</c:v>
                </c:pt>
                <c:pt idx="543">
                  <c:v>13.139099999999999</c:v>
                </c:pt>
                <c:pt idx="544">
                  <c:v>13.1624</c:v>
                </c:pt>
                <c:pt idx="545">
                  <c:v>13.1839</c:v>
                </c:pt>
                <c:pt idx="546">
                  <c:v>13.207000000000001</c:v>
                </c:pt>
                <c:pt idx="547">
                  <c:v>13.2272</c:v>
                </c:pt>
                <c:pt idx="548">
                  <c:v>13.248900000000001</c:v>
                </c:pt>
                <c:pt idx="549">
                  <c:v>13.276199999999999</c:v>
                </c:pt>
                <c:pt idx="550">
                  <c:v>13.298299999999999</c:v>
                </c:pt>
                <c:pt idx="551">
                  <c:v>13.3193</c:v>
                </c:pt>
                <c:pt idx="552">
                  <c:v>13.3413</c:v>
                </c:pt>
                <c:pt idx="553">
                  <c:v>13.3622</c:v>
                </c:pt>
                <c:pt idx="554">
                  <c:v>13.383900000000001</c:v>
                </c:pt>
                <c:pt idx="555">
                  <c:v>13.404299999999999</c:v>
                </c:pt>
                <c:pt idx="556">
                  <c:v>13.4252</c:v>
                </c:pt>
                <c:pt idx="557">
                  <c:v>13.4467</c:v>
                </c:pt>
                <c:pt idx="558">
                  <c:v>13.471399999999999</c:v>
                </c:pt>
                <c:pt idx="559">
                  <c:v>13.5007</c:v>
                </c:pt>
                <c:pt idx="560">
                  <c:v>13.5227</c:v>
                </c:pt>
                <c:pt idx="561">
                  <c:v>13.5448</c:v>
                </c:pt>
                <c:pt idx="562">
                  <c:v>13.573600000000001</c:v>
                </c:pt>
                <c:pt idx="563">
                  <c:v>13.595499999999999</c:v>
                </c:pt>
                <c:pt idx="564">
                  <c:v>13.616400000000001</c:v>
                </c:pt>
                <c:pt idx="565">
                  <c:v>13.6366</c:v>
                </c:pt>
                <c:pt idx="566">
                  <c:v>13.660399999999999</c:v>
                </c:pt>
                <c:pt idx="567">
                  <c:v>13.682600000000001</c:v>
                </c:pt>
                <c:pt idx="568">
                  <c:v>13.7051</c:v>
                </c:pt>
                <c:pt idx="569">
                  <c:v>13.7347</c:v>
                </c:pt>
                <c:pt idx="570">
                  <c:v>13.757199999999999</c:v>
                </c:pt>
                <c:pt idx="571">
                  <c:v>13.7789</c:v>
                </c:pt>
                <c:pt idx="572">
                  <c:v>13.801600000000001</c:v>
                </c:pt>
                <c:pt idx="573">
                  <c:v>13.8216</c:v>
                </c:pt>
                <c:pt idx="574">
                  <c:v>13.844200000000001</c:v>
                </c:pt>
                <c:pt idx="575">
                  <c:v>13.864699999999999</c:v>
                </c:pt>
                <c:pt idx="576">
                  <c:v>13.886100000000001</c:v>
                </c:pt>
                <c:pt idx="577">
                  <c:v>13.908300000000001</c:v>
                </c:pt>
                <c:pt idx="578">
                  <c:v>13.931800000000001</c:v>
                </c:pt>
                <c:pt idx="579">
                  <c:v>13.953099999999999</c:v>
                </c:pt>
                <c:pt idx="580">
                  <c:v>13.9742</c:v>
                </c:pt>
                <c:pt idx="581">
                  <c:v>13.9947</c:v>
                </c:pt>
                <c:pt idx="582">
                  <c:v>14.0169</c:v>
                </c:pt>
                <c:pt idx="583">
                  <c:v>14.0381</c:v>
                </c:pt>
                <c:pt idx="584">
                  <c:v>14.06</c:v>
                </c:pt>
                <c:pt idx="585">
                  <c:v>14.0891</c:v>
                </c:pt>
                <c:pt idx="586">
                  <c:v>14.109500000000001</c:v>
                </c:pt>
                <c:pt idx="587">
                  <c:v>14.1334</c:v>
                </c:pt>
                <c:pt idx="588">
                  <c:v>14.1584</c:v>
                </c:pt>
                <c:pt idx="589">
                  <c:v>14.1785</c:v>
                </c:pt>
                <c:pt idx="590">
                  <c:v>14.2003</c:v>
                </c:pt>
                <c:pt idx="591">
                  <c:v>14.2212</c:v>
                </c:pt>
                <c:pt idx="592">
                  <c:v>14.2416</c:v>
                </c:pt>
                <c:pt idx="593">
                  <c:v>14.261699999999999</c:v>
                </c:pt>
                <c:pt idx="594">
                  <c:v>14.2879</c:v>
                </c:pt>
                <c:pt idx="595">
                  <c:v>14.309100000000001</c:v>
                </c:pt>
                <c:pt idx="596">
                  <c:v>14.3308</c:v>
                </c:pt>
                <c:pt idx="597">
                  <c:v>14.3551</c:v>
                </c:pt>
                <c:pt idx="598">
                  <c:v>14.380100000000001</c:v>
                </c:pt>
                <c:pt idx="599">
                  <c:v>14.4017</c:v>
                </c:pt>
                <c:pt idx="600">
                  <c:v>14.422499999999999</c:v>
                </c:pt>
                <c:pt idx="601">
                  <c:v>14.4434</c:v>
                </c:pt>
                <c:pt idx="602">
                  <c:v>14.4648</c:v>
                </c:pt>
                <c:pt idx="603">
                  <c:v>14.4939</c:v>
                </c:pt>
                <c:pt idx="604">
                  <c:v>14.5161</c:v>
                </c:pt>
                <c:pt idx="605">
                  <c:v>14.5365</c:v>
                </c:pt>
                <c:pt idx="606">
                  <c:v>14.5619</c:v>
                </c:pt>
                <c:pt idx="607">
                  <c:v>14.5855</c:v>
                </c:pt>
                <c:pt idx="608">
                  <c:v>14.6074</c:v>
                </c:pt>
                <c:pt idx="609">
                  <c:v>14.629</c:v>
                </c:pt>
                <c:pt idx="610">
                  <c:v>14.650399999999999</c:v>
                </c:pt>
                <c:pt idx="611">
                  <c:v>14.671799999999999</c:v>
                </c:pt>
                <c:pt idx="612">
                  <c:v>14.6929</c:v>
                </c:pt>
                <c:pt idx="613">
                  <c:v>14.722</c:v>
                </c:pt>
                <c:pt idx="614">
                  <c:v>14.7447</c:v>
                </c:pt>
                <c:pt idx="615">
                  <c:v>14.7659</c:v>
                </c:pt>
                <c:pt idx="616">
                  <c:v>14.7865</c:v>
                </c:pt>
                <c:pt idx="617">
                  <c:v>14.8078</c:v>
                </c:pt>
                <c:pt idx="618">
                  <c:v>14.8306</c:v>
                </c:pt>
                <c:pt idx="619">
                  <c:v>14.8536</c:v>
                </c:pt>
                <c:pt idx="620">
                  <c:v>14.876099999999999</c:v>
                </c:pt>
                <c:pt idx="621">
                  <c:v>14.898999999999999</c:v>
                </c:pt>
                <c:pt idx="622">
                  <c:v>14.9193</c:v>
                </c:pt>
                <c:pt idx="623">
                  <c:v>14.942600000000001</c:v>
                </c:pt>
                <c:pt idx="624">
                  <c:v>14.9636</c:v>
                </c:pt>
                <c:pt idx="625">
                  <c:v>14.990600000000001</c:v>
                </c:pt>
                <c:pt idx="626">
                  <c:v>15.0183</c:v>
                </c:pt>
                <c:pt idx="627">
                  <c:v>15.0427</c:v>
                </c:pt>
                <c:pt idx="628">
                  <c:v>15.062900000000001</c:v>
                </c:pt>
                <c:pt idx="629">
                  <c:v>15.083600000000001</c:v>
                </c:pt>
                <c:pt idx="630">
                  <c:v>15.106199999999999</c:v>
                </c:pt>
                <c:pt idx="631">
                  <c:v>15.1286</c:v>
                </c:pt>
                <c:pt idx="632">
                  <c:v>15.149699999999999</c:v>
                </c:pt>
                <c:pt idx="633">
                  <c:v>15.1706</c:v>
                </c:pt>
                <c:pt idx="634">
                  <c:v>15.1915</c:v>
                </c:pt>
                <c:pt idx="635">
                  <c:v>15.2171</c:v>
                </c:pt>
                <c:pt idx="636">
                  <c:v>15.2399</c:v>
                </c:pt>
                <c:pt idx="637">
                  <c:v>15.260899999999999</c:v>
                </c:pt>
                <c:pt idx="638">
                  <c:v>15.2897</c:v>
                </c:pt>
                <c:pt idx="639">
                  <c:v>15.3101</c:v>
                </c:pt>
                <c:pt idx="640">
                  <c:v>15.332800000000001</c:v>
                </c:pt>
                <c:pt idx="641">
                  <c:v>15.3538</c:v>
                </c:pt>
                <c:pt idx="642">
                  <c:v>15.3772</c:v>
                </c:pt>
                <c:pt idx="643">
                  <c:v>15.3988</c:v>
                </c:pt>
                <c:pt idx="644">
                  <c:v>15.420500000000001</c:v>
                </c:pt>
                <c:pt idx="645">
                  <c:v>15.448600000000001</c:v>
                </c:pt>
                <c:pt idx="646">
                  <c:v>15.4689</c:v>
                </c:pt>
                <c:pt idx="647">
                  <c:v>15.4947</c:v>
                </c:pt>
                <c:pt idx="648">
                  <c:v>15.5159</c:v>
                </c:pt>
                <c:pt idx="649">
                  <c:v>15.538399999999999</c:v>
                </c:pt>
                <c:pt idx="650">
                  <c:v>15.56</c:v>
                </c:pt>
                <c:pt idx="651">
                  <c:v>15.582100000000001</c:v>
                </c:pt>
                <c:pt idx="652">
                  <c:v>15.605700000000001</c:v>
                </c:pt>
                <c:pt idx="653">
                  <c:v>15.625999999999999</c:v>
                </c:pt>
                <c:pt idx="654">
                  <c:v>15.6509</c:v>
                </c:pt>
                <c:pt idx="655">
                  <c:v>15.6713</c:v>
                </c:pt>
                <c:pt idx="656">
                  <c:v>15.6944</c:v>
                </c:pt>
                <c:pt idx="657">
                  <c:v>15.7196</c:v>
                </c:pt>
                <c:pt idx="658">
                  <c:v>15.7422</c:v>
                </c:pt>
                <c:pt idx="659">
                  <c:v>15.7676</c:v>
                </c:pt>
                <c:pt idx="660">
                  <c:v>15.788</c:v>
                </c:pt>
                <c:pt idx="661">
                  <c:v>15.810600000000001</c:v>
                </c:pt>
                <c:pt idx="662">
                  <c:v>15.8322</c:v>
                </c:pt>
                <c:pt idx="663">
                  <c:v>15.8552</c:v>
                </c:pt>
                <c:pt idx="664">
                  <c:v>15.876099999999999</c:v>
                </c:pt>
                <c:pt idx="665">
                  <c:v>15.8973</c:v>
                </c:pt>
                <c:pt idx="666">
                  <c:v>15.9222</c:v>
                </c:pt>
                <c:pt idx="667">
                  <c:v>15.943899999999999</c:v>
                </c:pt>
                <c:pt idx="668">
                  <c:v>15.964499999999999</c:v>
                </c:pt>
                <c:pt idx="669">
                  <c:v>15.9902</c:v>
                </c:pt>
                <c:pt idx="670">
                  <c:v>16.0121</c:v>
                </c:pt>
                <c:pt idx="671">
                  <c:v>16.034700000000001</c:v>
                </c:pt>
                <c:pt idx="672">
                  <c:v>16.0563</c:v>
                </c:pt>
                <c:pt idx="673">
                  <c:v>16.083300000000001</c:v>
                </c:pt>
                <c:pt idx="674">
                  <c:v>16.1066</c:v>
                </c:pt>
                <c:pt idx="675">
                  <c:v>16.128900000000002</c:v>
                </c:pt>
                <c:pt idx="676">
                  <c:v>16.155000000000001</c:v>
                </c:pt>
                <c:pt idx="677">
                  <c:v>16.183700000000002</c:v>
                </c:pt>
                <c:pt idx="678">
                  <c:v>16.206299999999999</c:v>
                </c:pt>
                <c:pt idx="679">
                  <c:v>16.233699999999999</c:v>
                </c:pt>
                <c:pt idx="680">
                  <c:v>16.256399999999999</c:v>
                </c:pt>
                <c:pt idx="681">
                  <c:v>16.278600000000001</c:v>
                </c:pt>
                <c:pt idx="682">
                  <c:v>16.299800000000001</c:v>
                </c:pt>
                <c:pt idx="683">
                  <c:v>16.327000000000002</c:v>
                </c:pt>
                <c:pt idx="684">
                  <c:v>16.3489</c:v>
                </c:pt>
                <c:pt idx="685">
                  <c:v>16.374600000000001</c:v>
                </c:pt>
                <c:pt idx="686">
                  <c:v>16.397099999999998</c:v>
                </c:pt>
                <c:pt idx="687">
                  <c:v>16.417200000000001</c:v>
                </c:pt>
                <c:pt idx="688">
                  <c:v>16.439499999999999</c:v>
                </c:pt>
                <c:pt idx="689">
                  <c:v>16.4602</c:v>
                </c:pt>
                <c:pt idx="690">
                  <c:v>16.482199999999999</c:v>
                </c:pt>
                <c:pt idx="691">
                  <c:v>16.508700000000001</c:v>
                </c:pt>
                <c:pt idx="692">
                  <c:v>16.5304</c:v>
                </c:pt>
                <c:pt idx="693">
                  <c:v>16.553699999999999</c:v>
                </c:pt>
                <c:pt idx="694">
                  <c:v>16.575800000000001</c:v>
                </c:pt>
                <c:pt idx="695">
                  <c:v>16.596900000000002</c:v>
                </c:pt>
                <c:pt idx="696">
                  <c:v>16.617000000000001</c:v>
                </c:pt>
                <c:pt idx="697">
                  <c:v>16.6389</c:v>
                </c:pt>
                <c:pt idx="698">
                  <c:v>16.660399999999999</c:v>
                </c:pt>
                <c:pt idx="699">
                  <c:v>16.681100000000001</c:v>
                </c:pt>
                <c:pt idx="700">
                  <c:v>16.710699999999999</c:v>
                </c:pt>
                <c:pt idx="701">
                  <c:v>16.731300000000001</c:v>
                </c:pt>
                <c:pt idx="702">
                  <c:v>16.754100000000001</c:v>
                </c:pt>
                <c:pt idx="703">
                  <c:v>16.775300000000001</c:v>
                </c:pt>
                <c:pt idx="704">
                  <c:v>16.7958</c:v>
                </c:pt>
                <c:pt idx="705">
                  <c:v>16.8188</c:v>
                </c:pt>
                <c:pt idx="706">
                  <c:v>16.838999999999999</c:v>
                </c:pt>
                <c:pt idx="707">
                  <c:v>16.860399999999998</c:v>
                </c:pt>
                <c:pt idx="708">
                  <c:v>16.8827</c:v>
                </c:pt>
                <c:pt idx="709">
                  <c:v>16.903700000000001</c:v>
                </c:pt>
                <c:pt idx="710">
                  <c:v>16.9315</c:v>
                </c:pt>
                <c:pt idx="711">
                  <c:v>16.9529</c:v>
                </c:pt>
                <c:pt idx="712">
                  <c:v>16.980599999999999</c:v>
                </c:pt>
                <c:pt idx="713">
                  <c:v>17.0014</c:v>
                </c:pt>
                <c:pt idx="714">
                  <c:v>17.025400000000001</c:v>
                </c:pt>
                <c:pt idx="715">
                  <c:v>17.047499999999999</c:v>
                </c:pt>
                <c:pt idx="716">
                  <c:v>17.075399999999998</c:v>
                </c:pt>
                <c:pt idx="717">
                  <c:v>17.098500000000001</c:v>
                </c:pt>
                <c:pt idx="718">
                  <c:v>17.1188</c:v>
                </c:pt>
                <c:pt idx="719">
                  <c:v>17.1417</c:v>
                </c:pt>
                <c:pt idx="720">
                  <c:v>17.1678</c:v>
                </c:pt>
                <c:pt idx="721">
                  <c:v>17.191099999999999</c:v>
                </c:pt>
                <c:pt idx="722">
                  <c:v>17.212399999999999</c:v>
                </c:pt>
                <c:pt idx="723">
                  <c:v>17.2348</c:v>
                </c:pt>
                <c:pt idx="724">
                  <c:v>17.255299999999998</c:v>
                </c:pt>
                <c:pt idx="725">
                  <c:v>17.277799999999999</c:v>
                </c:pt>
                <c:pt idx="726">
                  <c:v>17.298500000000001</c:v>
                </c:pt>
                <c:pt idx="727">
                  <c:v>17.3217</c:v>
                </c:pt>
                <c:pt idx="728">
                  <c:v>17.342099999999999</c:v>
                </c:pt>
                <c:pt idx="729">
                  <c:v>17.3658</c:v>
                </c:pt>
                <c:pt idx="730">
                  <c:v>17.387799999999999</c:v>
                </c:pt>
                <c:pt idx="731">
                  <c:v>17.411899999999999</c:v>
                </c:pt>
                <c:pt idx="732">
                  <c:v>17.432099999999998</c:v>
                </c:pt>
                <c:pt idx="733">
                  <c:v>17.454499999999999</c:v>
                </c:pt>
                <c:pt idx="734">
                  <c:v>17.476600000000001</c:v>
                </c:pt>
                <c:pt idx="735">
                  <c:v>17.4985</c:v>
                </c:pt>
                <c:pt idx="736">
                  <c:v>17.519500000000001</c:v>
                </c:pt>
                <c:pt idx="737">
                  <c:v>17.542400000000001</c:v>
                </c:pt>
                <c:pt idx="738">
                  <c:v>17.5657</c:v>
                </c:pt>
                <c:pt idx="739">
                  <c:v>17.596</c:v>
                </c:pt>
                <c:pt idx="740">
                  <c:v>17.619299999999999</c:v>
                </c:pt>
                <c:pt idx="741">
                  <c:v>17.641999999999999</c:v>
                </c:pt>
                <c:pt idx="742">
                  <c:v>17.665299999999998</c:v>
                </c:pt>
                <c:pt idx="743">
                  <c:v>17.687999999999999</c:v>
                </c:pt>
                <c:pt idx="744">
                  <c:v>17.7102</c:v>
                </c:pt>
                <c:pt idx="745">
                  <c:v>17.730899999999998</c:v>
                </c:pt>
                <c:pt idx="746">
                  <c:v>17.752700000000001</c:v>
                </c:pt>
                <c:pt idx="747">
                  <c:v>17.776499999999999</c:v>
                </c:pt>
                <c:pt idx="748">
                  <c:v>17.799800000000001</c:v>
                </c:pt>
                <c:pt idx="749">
                  <c:v>17.821999999999999</c:v>
                </c:pt>
                <c:pt idx="750">
                  <c:v>17.842500000000001</c:v>
                </c:pt>
                <c:pt idx="751">
                  <c:v>17.864000000000001</c:v>
                </c:pt>
                <c:pt idx="752">
                  <c:v>17.8842</c:v>
                </c:pt>
                <c:pt idx="753">
                  <c:v>17.9068</c:v>
                </c:pt>
                <c:pt idx="754">
                  <c:v>17.931100000000001</c:v>
                </c:pt>
                <c:pt idx="755">
                  <c:v>17.954999999999998</c:v>
                </c:pt>
                <c:pt idx="756">
                  <c:v>17.975999999999999</c:v>
                </c:pt>
                <c:pt idx="757">
                  <c:v>17.999600000000001</c:v>
                </c:pt>
                <c:pt idx="758">
                  <c:v>18.0214</c:v>
                </c:pt>
                <c:pt idx="759">
                  <c:v>18.043900000000001</c:v>
                </c:pt>
                <c:pt idx="760">
                  <c:v>18.0748</c:v>
                </c:pt>
                <c:pt idx="761">
                  <c:v>18.095400000000001</c:v>
                </c:pt>
                <c:pt idx="762">
                  <c:v>18.118200000000002</c:v>
                </c:pt>
                <c:pt idx="763">
                  <c:v>18.140799999999999</c:v>
                </c:pt>
                <c:pt idx="764">
                  <c:v>18.167200000000001</c:v>
                </c:pt>
                <c:pt idx="765">
                  <c:v>18.190100000000001</c:v>
                </c:pt>
                <c:pt idx="766">
                  <c:v>18.211300000000001</c:v>
                </c:pt>
                <c:pt idx="767">
                  <c:v>18.233699999999999</c:v>
                </c:pt>
                <c:pt idx="768">
                  <c:v>18.255800000000001</c:v>
                </c:pt>
                <c:pt idx="769">
                  <c:v>18.278099999999998</c:v>
                </c:pt>
                <c:pt idx="770">
                  <c:v>18.3</c:v>
                </c:pt>
                <c:pt idx="771">
                  <c:v>18.321400000000001</c:v>
                </c:pt>
                <c:pt idx="772">
                  <c:v>18.3432</c:v>
                </c:pt>
                <c:pt idx="773">
                  <c:v>18.365200000000002</c:v>
                </c:pt>
                <c:pt idx="774">
                  <c:v>18.390599999999999</c:v>
                </c:pt>
                <c:pt idx="775">
                  <c:v>18.4133</c:v>
                </c:pt>
                <c:pt idx="776">
                  <c:v>18.435400000000001</c:v>
                </c:pt>
                <c:pt idx="777">
                  <c:v>18.456099999999999</c:v>
                </c:pt>
                <c:pt idx="778">
                  <c:v>18.478000000000002</c:v>
                </c:pt>
                <c:pt idx="779">
                  <c:v>18.500499999999999</c:v>
                </c:pt>
                <c:pt idx="780">
                  <c:v>18.5306</c:v>
                </c:pt>
                <c:pt idx="781">
                  <c:v>18.552499999999998</c:v>
                </c:pt>
                <c:pt idx="782">
                  <c:v>18.575500000000002</c:v>
                </c:pt>
                <c:pt idx="783">
                  <c:v>18.5992</c:v>
                </c:pt>
                <c:pt idx="784">
                  <c:v>18.619299999999999</c:v>
                </c:pt>
                <c:pt idx="785">
                  <c:v>18.6416</c:v>
                </c:pt>
                <c:pt idx="786">
                  <c:v>18.661999999999999</c:v>
                </c:pt>
                <c:pt idx="787">
                  <c:v>18.684899999999999</c:v>
                </c:pt>
                <c:pt idx="788">
                  <c:v>18.705200000000001</c:v>
                </c:pt>
                <c:pt idx="789">
                  <c:v>18.727799999999998</c:v>
                </c:pt>
                <c:pt idx="790">
                  <c:v>18.7517</c:v>
                </c:pt>
                <c:pt idx="791">
                  <c:v>18.775200000000002</c:v>
                </c:pt>
                <c:pt idx="792">
                  <c:v>18.802299999999999</c:v>
                </c:pt>
                <c:pt idx="793">
                  <c:v>18.823799999999999</c:v>
                </c:pt>
                <c:pt idx="794">
                  <c:v>18.846399999999999</c:v>
                </c:pt>
                <c:pt idx="795">
                  <c:v>18.8673</c:v>
                </c:pt>
                <c:pt idx="796">
                  <c:v>18.887599999999999</c:v>
                </c:pt>
                <c:pt idx="797">
                  <c:v>18.911799999999999</c:v>
                </c:pt>
                <c:pt idx="798">
                  <c:v>18.935400000000001</c:v>
                </c:pt>
                <c:pt idx="799">
                  <c:v>18.955400000000001</c:v>
                </c:pt>
                <c:pt idx="800">
                  <c:v>18.980899999999998</c:v>
                </c:pt>
                <c:pt idx="801">
                  <c:v>19.006499999999999</c:v>
                </c:pt>
                <c:pt idx="802">
                  <c:v>19.0304</c:v>
                </c:pt>
                <c:pt idx="803">
                  <c:v>19.054400000000001</c:v>
                </c:pt>
                <c:pt idx="804">
                  <c:v>19.0749</c:v>
                </c:pt>
                <c:pt idx="805">
                  <c:v>19.101800000000001</c:v>
                </c:pt>
                <c:pt idx="806">
                  <c:v>19.1234</c:v>
                </c:pt>
                <c:pt idx="807">
                  <c:v>19.148</c:v>
                </c:pt>
                <c:pt idx="808">
                  <c:v>19.175000000000001</c:v>
                </c:pt>
                <c:pt idx="809">
                  <c:v>19.200800000000001</c:v>
                </c:pt>
                <c:pt idx="810">
                  <c:v>19.2286</c:v>
                </c:pt>
                <c:pt idx="811">
                  <c:v>19.2562</c:v>
                </c:pt>
                <c:pt idx="812">
                  <c:v>19.276700000000002</c:v>
                </c:pt>
                <c:pt idx="813">
                  <c:v>19.308499999999999</c:v>
                </c:pt>
                <c:pt idx="814">
                  <c:v>19.337399999999999</c:v>
                </c:pt>
                <c:pt idx="815">
                  <c:v>19.358000000000001</c:v>
                </c:pt>
                <c:pt idx="816">
                  <c:v>19.3813</c:v>
                </c:pt>
                <c:pt idx="817">
                  <c:v>19.404199999999999</c:v>
                </c:pt>
                <c:pt idx="818">
                  <c:v>19.433299999999999</c:v>
                </c:pt>
                <c:pt idx="819">
                  <c:v>19.454799999999999</c:v>
                </c:pt>
                <c:pt idx="820">
                  <c:v>19.477499999999999</c:v>
                </c:pt>
                <c:pt idx="821">
                  <c:v>19.5014</c:v>
                </c:pt>
                <c:pt idx="822">
                  <c:v>19.5246</c:v>
                </c:pt>
                <c:pt idx="823">
                  <c:v>19.547699999999999</c:v>
                </c:pt>
                <c:pt idx="824">
                  <c:v>19.570599999999999</c:v>
                </c:pt>
                <c:pt idx="825">
                  <c:v>19.592199999999998</c:v>
                </c:pt>
                <c:pt idx="826">
                  <c:v>19.624199999999998</c:v>
                </c:pt>
                <c:pt idx="827">
                  <c:v>19.646799999999999</c:v>
                </c:pt>
                <c:pt idx="828">
                  <c:v>19.668299999999999</c:v>
                </c:pt>
                <c:pt idx="829">
                  <c:v>19.6905</c:v>
                </c:pt>
                <c:pt idx="830">
                  <c:v>19.7117</c:v>
                </c:pt>
                <c:pt idx="831">
                  <c:v>19.732299999999999</c:v>
                </c:pt>
                <c:pt idx="832">
                  <c:v>19.7545</c:v>
                </c:pt>
                <c:pt idx="833">
                  <c:v>19.777100000000001</c:v>
                </c:pt>
                <c:pt idx="834">
                  <c:v>19.799499999999998</c:v>
                </c:pt>
                <c:pt idx="835">
                  <c:v>19.820799999999998</c:v>
                </c:pt>
                <c:pt idx="836">
                  <c:v>19.846800000000002</c:v>
                </c:pt>
                <c:pt idx="837">
                  <c:v>19.871600000000001</c:v>
                </c:pt>
                <c:pt idx="838">
                  <c:v>19.892499999999998</c:v>
                </c:pt>
                <c:pt idx="839">
                  <c:v>19.914999999999999</c:v>
                </c:pt>
                <c:pt idx="840">
                  <c:v>19.939800000000002</c:v>
                </c:pt>
                <c:pt idx="841">
                  <c:v>19.962</c:v>
                </c:pt>
                <c:pt idx="842">
                  <c:v>19.982099999999999</c:v>
                </c:pt>
                <c:pt idx="843">
                  <c:v>20.005299999999998</c:v>
                </c:pt>
                <c:pt idx="844">
                  <c:v>20.029499999999999</c:v>
                </c:pt>
                <c:pt idx="845">
                  <c:v>20.055199999999999</c:v>
                </c:pt>
                <c:pt idx="846">
                  <c:v>20.078600000000002</c:v>
                </c:pt>
                <c:pt idx="847">
                  <c:v>20.101600000000001</c:v>
                </c:pt>
                <c:pt idx="848">
                  <c:v>20.123899999999999</c:v>
                </c:pt>
                <c:pt idx="849">
                  <c:v>20.145299999999999</c:v>
                </c:pt>
                <c:pt idx="850">
                  <c:v>20.1661</c:v>
                </c:pt>
                <c:pt idx="851">
                  <c:v>20.189699999999998</c:v>
                </c:pt>
                <c:pt idx="852">
                  <c:v>20.212</c:v>
                </c:pt>
                <c:pt idx="853">
                  <c:v>20.2348</c:v>
                </c:pt>
                <c:pt idx="854">
                  <c:v>20.258400000000002</c:v>
                </c:pt>
                <c:pt idx="855">
                  <c:v>20.278600000000001</c:v>
                </c:pt>
                <c:pt idx="856">
                  <c:v>20.301400000000001</c:v>
                </c:pt>
                <c:pt idx="857">
                  <c:v>20.3233</c:v>
                </c:pt>
                <c:pt idx="858">
                  <c:v>20.345600000000001</c:v>
                </c:pt>
                <c:pt idx="859">
                  <c:v>20.3767</c:v>
                </c:pt>
                <c:pt idx="860">
                  <c:v>20.4008</c:v>
                </c:pt>
                <c:pt idx="861">
                  <c:v>20.421099999999999</c:v>
                </c:pt>
                <c:pt idx="862">
                  <c:v>20.441400000000002</c:v>
                </c:pt>
                <c:pt idx="863">
                  <c:v>20.467400000000001</c:v>
                </c:pt>
                <c:pt idx="864">
                  <c:v>20.488299999999999</c:v>
                </c:pt>
                <c:pt idx="865">
                  <c:v>20.5105</c:v>
                </c:pt>
                <c:pt idx="866">
                  <c:v>20.5307</c:v>
                </c:pt>
                <c:pt idx="867">
                  <c:v>20.550899999999999</c:v>
                </c:pt>
                <c:pt idx="868">
                  <c:v>20.5716</c:v>
                </c:pt>
                <c:pt idx="869">
                  <c:v>20.597200000000001</c:v>
                </c:pt>
                <c:pt idx="870">
                  <c:v>20.6188</c:v>
                </c:pt>
                <c:pt idx="871">
                  <c:v>20.6418</c:v>
                </c:pt>
                <c:pt idx="872">
                  <c:v>20.665500000000002</c:v>
                </c:pt>
                <c:pt idx="873">
                  <c:v>20.689499999999999</c:v>
                </c:pt>
                <c:pt idx="874">
                  <c:v>20.712399999999999</c:v>
                </c:pt>
                <c:pt idx="875">
                  <c:v>20.734100000000002</c:v>
                </c:pt>
                <c:pt idx="876">
                  <c:v>20.7544</c:v>
                </c:pt>
                <c:pt idx="877">
                  <c:v>20.775099999999998</c:v>
                </c:pt>
                <c:pt idx="878">
                  <c:v>20.7973</c:v>
                </c:pt>
                <c:pt idx="879">
                  <c:v>20.820799999999998</c:v>
                </c:pt>
                <c:pt idx="880">
                  <c:v>20.8432</c:v>
                </c:pt>
                <c:pt idx="881">
                  <c:v>20.8672</c:v>
                </c:pt>
                <c:pt idx="882">
                  <c:v>20.8874</c:v>
                </c:pt>
                <c:pt idx="883">
                  <c:v>20.910799999999998</c:v>
                </c:pt>
                <c:pt idx="884">
                  <c:v>20.932200000000002</c:v>
                </c:pt>
                <c:pt idx="885">
                  <c:v>20.954999999999998</c:v>
                </c:pt>
                <c:pt idx="886">
                  <c:v>20.976700000000001</c:v>
                </c:pt>
                <c:pt idx="887">
                  <c:v>21.004899999999999</c:v>
                </c:pt>
                <c:pt idx="888">
                  <c:v>21.028600000000001</c:v>
                </c:pt>
                <c:pt idx="889">
                  <c:v>21.053699999999999</c:v>
                </c:pt>
                <c:pt idx="890">
                  <c:v>21.0762</c:v>
                </c:pt>
                <c:pt idx="891">
                  <c:v>21.096299999999999</c:v>
                </c:pt>
                <c:pt idx="892">
                  <c:v>21.118200000000002</c:v>
                </c:pt>
                <c:pt idx="893">
                  <c:v>21.140699999999999</c:v>
                </c:pt>
                <c:pt idx="894">
                  <c:v>21.163399999999999</c:v>
                </c:pt>
                <c:pt idx="895">
                  <c:v>21.186299999999999</c:v>
                </c:pt>
                <c:pt idx="896">
                  <c:v>21.209099999999999</c:v>
                </c:pt>
                <c:pt idx="897">
                  <c:v>21.229700000000001</c:v>
                </c:pt>
                <c:pt idx="898">
                  <c:v>21.251000000000001</c:v>
                </c:pt>
                <c:pt idx="899">
                  <c:v>21.275099999999998</c:v>
                </c:pt>
                <c:pt idx="900">
                  <c:v>21.2987</c:v>
                </c:pt>
                <c:pt idx="901">
                  <c:v>21.322800000000001</c:v>
                </c:pt>
                <c:pt idx="902">
                  <c:v>21.345500000000001</c:v>
                </c:pt>
                <c:pt idx="903">
                  <c:v>21.365600000000001</c:v>
                </c:pt>
                <c:pt idx="904">
                  <c:v>21.388300000000001</c:v>
                </c:pt>
                <c:pt idx="905">
                  <c:v>21.412099999999999</c:v>
                </c:pt>
                <c:pt idx="906">
                  <c:v>21.433199999999999</c:v>
                </c:pt>
                <c:pt idx="907">
                  <c:v>21.488600000000002</c:v>
                </c:pt>
                <c:pt idx="908">
                  <c:v>21.518599999999999</c:v>
                </c:pt>
                <c:pt idx="909">
                  <c:v>21.540099999999999</c:v>
                </c:pt>
                <c:pt idx="910">
                  <c:v>21.560600000000001</c:v>
                </c:pt>
                <c:pt idx="911">
                  <c:v>21.582000000000001</c:v>
                </c:pt>
                <c:pt idx="912">
                  <c:v>21.6126</c:v>
                </c:pt>
                <c:pt idx="913">
                  <c:v>21.6355</c:v>
                </c:pt>
                <c:pt idx="914">
                  <c:v>21.657599999999999</c:v>
                </c:pt>
                <c:pt idx="915">
                  <c:v>21.680299999999999</c:v>
                </c:pt>
                <c:pt idx="916">
                  <c:v>21.7011</c:v>
                </c:pt>
                <c:pt idx="917">
                  <c:v>21.7254</c:v>
                </c:pt>
                <c:pt idx="918">
                  <c:v>21.746600000000001</c:v>
                </c:pt>
                <c:pt idx="919">
                  <c:v>21.768899999999999</c:v>
                </c:pt>
                <c:pt idx="920">
                  <c:v>21.790900000000001</c:v>
                </c:pt>
                <c:pt idx="921">
                  <c:v>21.8123</c:v>
                </c:pt>
                <c:pt idx="922">
                  <c:v>21.8353</c:v>
                </c:pt>
                <c:pt idx="923">
                  <c:v>21.8569</c:v>
                </c:pt>
                <c:pt idx="924">
                  <c:v>21.882400000000001</c:v>
                </c:pt>
                <c:pt idx="925">
                  <c:v>21.9025</c:v>
                </c:pt>
                <c:pt idx="926">
                  <c:v>21.9252</c:v>
                </c:pt>
                <c:pt idx="927">
                  <c:v>21.947800000000001</c:v>
                </c:pt>
                <c:pt idx="928">
                  <c:v>21.971599999999999</c:v>
                </c:pt>
                <c:pt idx="929">
                  <c:v>21.9941</c:v>
                </c:pt>
                <c:pt idx="930">
                  <c:v>22.017099999999999</c:v>
                </c:pt>
                <c:pt idx="931">
                  <c:v>22.039000000000001</c:v>
                </c:pt>
                <c:pt idx="932">
                  <c:v>22.060300000000002</c:v>
                </c:pt>
                <c:pt idx="933">
                  <c:v>22.083600000000001</c:v>
                </c:pt>
                <c:pt idx="934">
                  <c:v>22.107600000000001</c:v>
                </c:pt>
                <c:pt idx="935">
                  <c:v>22.133600000000001</c:v>
                </c:pt>
                <c:pt idx="936">
                  <c:v>22.153700000000001</c:v>
                </c:pt>
                <c:pt idx="937">
                  <c:v>22.1751</c:v>
                </c:pt>
                <c:pt idx="938">
                  <c:v>22.206099999999999</c:v>
                </c:pt>
                <c:pt idx="939">
                  <c:v>22.2364</c:v>
                </c:pt>
                <c:pt idx="940">
                  <c:v>22.261800000000001</c:v>
                </c:pt>
                <c:pt idx="941">
                  <c:v>22.288399999999999</c:v>
                </c:pt>
                <c:pt idx="942">
                  <c:v>22.311900000000001</c:v>
                </c:pt>
                <c:pt idx="943">
                  <c:v>22.337299999999999</c:v>
                </c:pt>
                <c:pt idx="944">
                  <c:v>22.363600000000002</c:v>
                </c:pt>
                <c:pt idx="945">
                  <c:v>22.388500000000001</c:v>
                </c:pt>
                <c:pt idx="946">
                  <c:v>22.412800000000001</c:v>
                </c:pt>
                <c:pt idx="947">
                  <c:v>22.438700000000001</c:v>
                </c:pt>
                <c:pt idx="948">
                  <c:v>22.4621</c:v>
                </c:pt>
                <c:pt idx="949">
                  <c:v>22.488900000000001</c:v>
                </c:pt>
                <c:pt idx="950">
                  <c:v>22.510899999999999</c:v>
                </c:pt>
                <c:pt idx="951">
                  <c:v>22.534199999999998</c:v>
                </c:pt>
                <c:pt idx="952">
                  <c:v>22.558</c:v>
                </c:pt>
                <c:pt idx="953">
                  <c:v>22.588200000000001</c:v>
                </c:pt>
                <c:pt idx="954">
                  <c:v>22.6174</c:v>
                </c:pt>
                <c:pt idx="955">
                  <c:v>22.648199999999999</c:v>
                </c:pt>
                <c:pt idx="956">
                  <c:v>22.677499999999998</c:v>
                </c:pt>
                <c:pt idx="957">
                  <c:v>22.7</c:v>
                </c:pt>
                <c:pt idx="958">
                  <c:v>22.726199999999999</c:v>
                </c:pt>
                <c:pt idx="959">
                  <c:v>22.748999999999999</c:v>
                </c:pt>
                <c:pt idx="960">
                  <c:v>22.773900000000001</c:v>
                </c:pt>
                <c:pt idx="961">
                  <c:v>22.8004</c:v>
                </c:pt>
                <c:pt idx="962">
                  <c:v>22.824100000000001</c:v>
                </c:pt>
                <c:pt idx="963">
                  <c:v>22.848299999999998</c:v>
                </c:pt>
                <c:pt idx="964">
                  <c:v>22.872299999999999</c:v>
                </c:pt>
                <c:pt idx="965">
                  <c:v>22.894500000000001</c:v>
                </c:pt>
                <c:pt idx="966">
                  <c:v>22.918500000000002</c:v>
                </c:pt>
                <c:pt idx="967">
                  <c:v>22.944800000000001</c:v>
                </c:pt>
                <c:pt idx="968">
                  <c:v>22.969200000000001</c:v>
                </c:pt>
                <c:pt idx="969">
                  <c:v>22.994199999999999</c:v>
                </c:pt>
                <c:pt idx="970">
                  <c:v>23.023199999999999</c:v>
                </c:pt>
                <c:pt idx="971">
                  <c:v>23.0472</c:v>
                </c:pt>
                <c:pt idx="972">
                  <c:v>23.0718</c:v>
                </c:pt>
                <c:pt idx="973">
                  <c:v>23.100100000000001</c:v>
                </c:pt>
                <c:pt idx="974">
                  <c:v>23.125800000000002</c:v>
                </c:pt>
                <c:pt idx="975">
                  <c:v>23.151599999999998</c:v>
                </c:pt>
                <c:pt idx="976">
                  <c:v>23.177</c:v>
                </c:pt>
                <c:pt idx="977">
                  <c:v>23.203800000000001</c:v>
                </c:pt>
                <c:pt idx="978">
                  <c:v>23.230599999999999</c:v>
                </c:pt>
                <c:pt idx="979">
                  <c:v>23.2544</c:v>
                </c:pt>
                <c:pt idx="980">
                  <c:v>23.287299999999998</c:v>
                </c:pt>
                <c:pt idx="981">
                  <c:v>23.319500000000001</c:v>
                </c:pt>
                <c:pt idx="982">
                  <c:v>23.349699999999999</c:v>
                </c:pt>
                <c:pt idx="983">
                  <c:v>23.379799999999999</c:v>
                </c:pt>
                <c:pt idx="984">
                  <c:v>23.4038</c:v>
                </c:pt>
                <c:pt idx="985">
                  <c:v>23.426200000000001</c:v>
                </c:pt>
                <c:pt idx="986">
                  <c:v>23.456399999999999</c:v>
                </c:pt>
                <c:pt idx="987">
                  <c:v>23.481200000000001</c:v>
                </c:pt>
                <c:pt idx="988">
                  <c:v>23.506900000000002</c:v>
                </c:pt>
                <c:pt idx="989">
                  <c:v>23.5307</c:v>
                </c:pt>
                <c:pt idx="990">
                  <c:v>23.553799999999999</c:v>
                </c:pt>
                <c:pt idx="991">
                  <c:v>23.575900000000001</c:v>
                </c:pt>
                <c:pt idx="992">
                  <c:v>23.5992</c:v>
                </c:pt>
                <c:pt idx="993">
                  <c:v>23.619499999999999</c:v>
                </c:pt>
                <c:pt idx="994">
                  <c:v>23.648800000000001</c:v>
                </c:pt>
                <c:pt idx="995">
                  <c:v>23.671299999999999</c:v>
                </c:pt>
                <c:pt idx="996">
                  <c:v>23.6951</c:v>
                </c:pt>
                <c:pt idx="997">
                  <c:v>23.7151</c:v>
                </c:pt>
                <c:pt idx="998">
                  <c:v>23.740600000000001</c:v>
                </c:pt>
                <c:pt idx="999">
                  <c:v>23.763400000000001</c:v>
                </c:pt>
                <c:pt idx="1000">
                  <c:v>23.786300000000001</c:v>
                </c:pt>
                <c:pt idx="1001">
                  <c:v>23.8079</c:v>
                </c:pt>
                <c:pt idx="1002">
                  <c:v>23.831199999999999</c:v>
                </c:pt>
                <c:pt idx="1003">
                  <c:v>23.857600000000001</c:v>
                </c:pt>
                <c:pt idx="1004">
                  <c:v>23.880500000000001</c:v>
                </c:pt>
                <c:pt idx="1005">
                  <c:v>23.909199999999998</c:v>
                </c:pt>
                <c:pt idx="1006">
                  <c:v>23.9343</c:v>
                </c:pt>
                <c:pt idx="1007">
                  <c:v>23.9589</c:v>
                </c:pt>
                <c:pt idx="1008">
                  <c:v>23.984200000000001</c:v>
                </c:pt>
                <c:pt idx="1009">
                  <c:v>24.008700000000001</c:v>
                </c:pt>
                <c:pt idx="1010">
                  <c:v>24.0336</c:v>
                </c:pt>
                <c:pt idx="1011">
                  <c:v>24.060700000000001</c:v>
                </c:pt>
                <c:pt idx="1012">
                  <c:v>24.088999999999999</c:v>
                </c:pt>
                <c:pt idx="1013">
                  <c:v>24.116599999999998</c:v>
                </c:pt>
                <c:pt idx="1014">
                  <c:v>24.142900000000001</c:v>
                </c:pt>
                <c:pt idx="1015">
                  <c:v>24.164400000000001</c:v>
                </c:pt>
                <c:pt idx="1016">
                  <c:v>24.186599999999999</c:v>
                </c:pt>
                <c:pt idx="1017">
                  <c:v>24.210999999999999</c:v>
                </c:pt>
                <c:pt idx="1018">
                  <c:v>24.232299999999999</c:v>
                </c:pt>
                <c:pt idx="1019">
                  <c:v>24.26</c:v>
                </c:pt>
                <c:pt idx="1020">
                  <c:v>24.281400000000001</c:v>
                </c:pt>
                <c:pt idx="1021">
                  <c:v>24.305599999999998</c:v>
                </c:pt>
                <c:pt idx="1022">
                  <c:v>24.326899999999998</c:v>
                </c:pt>
                <c:pt idx="1023">
                  <c:v>24.348400000000002</c:v>
                </c:pt>
                <c:pt idx="1024">
                  <c:v>24.3706</c:v>
                </c:pt>
                <c:pt idx="1025">
                  <c:v>24.3977</c:v>
                </c:pt>
                <c:pt idx="1026">
                  <c:v>24.425599999999999</c:v>
                </c:pt>
                <c:pt idx="1027">
                  <c:v>24.447500000000002</c:v>
                </c:pt>
                <c:pt idx="1028">
                  <c:v>24.468</c:v>
                </c:pt>
                <c:pt idx="1029">
                  <c:v>24.489799999999999</c:v>
                </c:pt>
                <c:pt idx="1030">
                  <c:v>24.518899999999999</c:v>
                </c:pt>
                <c:pt idx="1031">
                  <c:v>24.546600000000002</c:v>
                </c:pt>
                <c:pt idx="1032">
                  <c:v>24.568999999999999</c:v>
                </c:pt>
                <c:pt idx="1033">
                  <c:v>24.590800000000002</c:v>
                </c:pt>
                <c:pt idx="1034">
                  <c:v>24.6127</c:v>
                </c:pt>
                <c:pt idx="1035">
                  <c:v>24.6388</c:v>
                </c:pt>
                <c:pt idx="1036">
                  <c:v>24.668199999999999</c:v>
                </c:pt>
                <c:pt idx="1037">
                  <c:v>24.688600000000001</c:v>
                </c:pt>
                <c:pt idx="1038">
                  <c:v>24.720099999999999</c:v>
                </c:pt>
                <c:pt idx="1039">
                  <c:v>24.741199999999999</c:v>
                </c:pt>
                <c:pt idx="1040">
                  <c:v>24.765499999999999</c:v>
                </c:pt>
                <c:pt idx="1041">
                  <c:v>24.795100000000001</c:v>
                </c:pt>
                <c:pt idx="1042">
                  <c:v>24.822099999999999</c:v>
                </c:pt>
                <c:pt idx="1043">
                  <c:v>24.849799999999998</c:v>
                </c:pt>
                <c:pt idx="1044">
                  <c:v>24.875399999999999</c:v>
                </c:pt>
                <c:pt idx="1045">
                  <c:v>24.8992</c:v>
                </c:pt>
                <c:pt idx="1046">
                  <c:v>24.9268</c:v>
                </c:pt>
                <c:pt idx="1047">
                  <c:v>24.954499999999999</c:v>
                </c:pt>
                <c:pt idx="1048">
                  <c:v>24.979900000000001</c:v>
                </c:pt>
                <c:pt idx="1049">
                  <c:v>24.9999</c:v>
                </c:pt>
                <c:pt idx="1050">
                  <c:v>25.024999999999999</c:v>
                </c:pt>
                <c:pt idx="1051">
                  <c:v>25.053000000000001</c:v>
                </c:pt>
                <c:pt idx="1052">
                  <c:v>25.0745</c:v>
                </c:pt>
                <c:pt idx="1053">
                  <c:v>25.099</c:v>
                </c:pt>
                <c:pt idx="1054">
                  <c:v>25.126799999999999</c:v>
                </c:pt>
                <c:pt idx="1055">
                  <c:v>25.1554</c:v>
                </c:pt>
                <c:pt idx="1056">
                  <c:v>25.178999999999998</c:v>
                </c:pt>
                <c:pt idx="1057">
                  <c:v>25.205400000000001</c:v>
                </c:pt>
                <c:pt idx="1058">
                  <c:v>25.230399999999999</c:v>
                </c:pt>
                <c:pt idx="1059">
                  <c:v>25.252700000000001</c:v>
                </c:pt>
                <c:pt idx="1060">
                  <c:v>25.2774</c:v>
                </c:pt>
                <c:pt idx="1061">
                  <c:v>25.299600000000002</c:v>
                </c:pt>
                <c:pt idx="1062">
                  <c:v>25.327100000000002</c:v>
                </c:pt>
                <c:pt idx="1063">
                  <c:v>25.347799999999999</c:v>
                </c:pt>
                <c:pt idx="1064">
                  <c:v>25.372900000000001</c:v>
                </c:pt>
                <c:pt idx="1065">
                  <c:v>25.394600000000001</c:v>
                </c:pt>
                <c:pt idx="1066">
                  <c:v>25.417400000000001</c:v>
                </c:pt>
                <c:pt idx="1067">
                  <c:v>25.4434</c:v>
                </c:pt>
                <c:pt idx="1068">
                  <c:v>25.4712</c:v>
                </c:pt>
                <c:pt idx="1069">
                  <c:v>25.4971</c:v>
                </c:pt>
                <c:pt idx="1070">
                  <c:v>25.5246</c:v>
                </c:pt>
                <c:pt idx="1071">
                  <c:v>25.547000000000001</c:v>
                </c:pt>
                <c:pt idx="1072">
                  <c:v>25.569199999999999</c:v>
                </c:pt>
                <c:pt idx="1073">
                  <c:v>25.592600000000001</c:v>
                </c:pt>
                <c:pt idx="1074">
                  <c:v>25.618500000000001</c:v>
                </c:pt>
                <c:pt idx="1075">
                  <c:v>25.643899999999999</c:v>
                </c:pt>
                <c:pt idx="1076">
                  <c:v>25.668099999999999</c:v>
                </c:pt>
                <c:pt idx="1077">
                  <c:v>25.693999999999999</c:v>
                </c:pt>
                <c:pt idx="1078">
                  <c:v>25.720400000000001</c:v>
                </c:pt>
                <c:pt idx="1079">
                  <c:v>25.7425</c:v>
                </c:pt>
                <c:pt idx="1080">
                  <c:v>25.7637</c:v>
                </c:pt>
                <c:pt idx="1081">
                  <c:v>25.790299999999998</c:v>
                </c:pt>
                <c:pt idx="1082">
                  <c:v>25.811699999999998</c:v>
                </c:pt>
                <c:pt idx="1083">
                  <c:v>25.837</c:v>
                </c:pt>
                <c:pt idx="1084">
                  <c:v>25.863900000000001</c:v>
                </c:pt>
                <c:pt idx="1085">
                  <c:v>25.884499999999999</c:v>
                </c:pt>
                <c:pt idx="1086">
                  <c:v>25.904699999999998</c:v>
                </c:pt>
                <c:pt idx="1087">
                  <c:v>25.9299</c:v>
                </c:pt>
                <c:pt idx="1088">
                  <c:v>25.9499</c:v>
                </c:pt>
                <c:pt idx="1089">
                  <c:v>25.974900000000002</c:v>
                </c:pt>
                <c:pt idx="1090">
                  <c:v>25.9956</c:v>
                </c:pt>
                <c:pt idx="1091">
                  <c:v>26.0214</c:v>
                </c:pt>
                <c:pt idx="1092">
                  <c:v>26.044799999999999</c:v>
                </c:pt>
                <c:pt idx="1093">
                  <c:v>26.069400000000002</c:v>
                </c:pt>
                <c:pt idx="1094">
                  <c:v>26.0932</c:v>
                </c:pt>
                <c:pt idx="1095">
                  <c:v>26.116599999999998</c:v>
                </c:pt>
                <c:pt idx="1096">
                  <c:v>26.1389</c:v>
                </c:pt>
                <c:pt idx="1097">
                  <c:v>26.166899999999998</c:v>
                </c:pt>
                <c:pt idx="1098">
                  <c:v>26.1906</c:v>
                </c:pt>
                <c:pt idx="1099">
                  <c:v>26.215900000000001</c:v>
                </c:pt>
                <c:pt idx="1100">
                  <c:v>26.241399999999999</c:v>
                </c:pt>
                <c:pt idx="1101">
                  <c:v>26.2973</c:v>
                </c:pt>
                <c:pt idx="1102">
                  <c:v>26.3371</c:v>
                </c:pt>
                <c:pt idx="1103">
                  <c:v>26.360900000000001</c:v>
                </c:pt>
                <c:pt idx="1104">
                  <c:v>26.389299999999999</c:v>
                </c:pt>
                <c:pt idx="1105">
                  <c:v>26.418199999999999</c:v>
                </c:pt>
                <c:pt idx="1106">
                  <c:v>26.4452</c:v>
                </c:pt>
                <c:pt idx="1107">
                  <c:v>26.470099999999999</c:v>
                </c:pt>
                <c:pt idx="1108">
                  <c:v>26.491800000000001</c:v>
                </c:pt>
                <c:pt idx="1109">
                  <c:v>26.517600000000002</c:v>
                </c:pt>
                <c:pt idx="1110">
                  <c:v>26.5382</c:v>
                </c:pt>
                <c:pt idx="1111">
                  <c:v>26.566700000000001</c:v>
                </c:pt>
                <c:pt idx="1112">
                  <c:v>26.593399999999999</c:v>
                </c:pt>
                <c:pt idx="1113">
                  <c:v>26.615500000000001</c:v>
                </c:pt>
                <c:pt idx="1114">
                  <c:v>26.635999999999999</c:v>
                </c:pt>
                <c:pt idx="1115">
                  <c:v>26.657</c:v>
                </c:pt>
                <c:pt idx="1116">
                  <c:v>26.682300000000001</c:v>
                </c:pt>
                <c:pt idx="1117">
                  <c:v>26.7028</c:v>
                </c:pt>
                <c:pt idx="1118">
                  <c:v>26.725899999999999</c:v>
                </c:pt>
                <c:pt idx="1119">
                  <c:v>26.747800000000002</c:v>
                </c:pt>
                <c:pt idx="1120">
                  <c:v>26.769100000000002</c:v>
                </c:pt>
                <c:pt idx="1121">
                  <c:v>26.790400000000002</c:v>
                </c:pt>
                <c:pt idx="1122">
                  <c:v>26.812100000000001</c:v>
                </c:pt>
                <c:pt idx="1123">
                  <c:v>26.832699999999999</c:v>
                </c:pt>
                <c:pt idx="1124">
                  <c:v>26.857399999999998</c:v>
                </c:pt>
                <c:pt idx="1125">
                  <c:v>26.886500000000002</c:v>
                </c:pt>
                <c:pt idx="1126">
                  <c:v>26.9068</c:v>
                </c:pt>
                <c:pt idx="1127">
                  <c:v>26.929600000000001</c:v>
                </c:pt>
                <c:pt idx="1128">
                  <c:v>26.952200000000001</c:v>
                </c:pt>
                <c:pt idx="1129">
                  <c:v>26.975000000000001</c:v>
                </c:pt>
                <c:pt idx="1130">
                  <c:v>26.998799999999999</c:v>
                </c:pt>
                <c:pt idx="1131">
                  <c:v>27.024999999999999</c:v>
                </c:pt>
                <c:pt idx="1132">
                  <c:v>27.0518</c:v>
                </c:pt>
                <c:pt idx="1133">
                  <c:v>27.0747</c:v>
                </c:pt>
                <c:pt idx="1134">
                  <c:v>27.094899999999999</c:v>
                </c:pt>
                <c:pt idx="1135">
                  <c:v>27.119599999999998</c:v>
                </c:pt>
                <c:pt idx="1136">
                  <c:v>27.145900000000001</c:v>
                </c:pt>
                <c:pt idx="1137">
                  <c:v>27.171299999999999</c:v>
                </c:pt>
                <c:pt idx="1138">
                  <c:v>27.195399999999999</c:v>
                </c:pt>
                <c:pt idx="1139">
                  <c:v>27.218800000000002</c:v>
                </c:pt>
                <c:pt idx="1140">
                  <c:v>27.239799999999999</c:v>
                </c:pt>
                <c:pt idx="1141">
                  <c:v>27.261600000000001</c:v>
                </c:pt>
                <c:pt idx="1142">
                  <c:v>27.2836</c:v>
                </c:pt>
                <c:pt idx="1143">
                  <c:v>27.305399999999999</c:v>
                </c:pt>
                <c:pt idx="1144">
                  <c:v>27.328199999999999</c:v>
                </c:pt>
                <c:pt idx="1145">
                  <c:v>27.3506</c:v>
                </c:pt>
                <c:pt idx="1146">
                  <c:v>27.377099999999999</c:v>
                </c:pt>
                <c:pt idx="1147">
                  <c:v>27.403300000000002</c:v>
                </c:pt>
                <c:pt idx="1148">
                  <c:v>27.4315</c:v>
                </c:pt>
                <c:pt idx="1149">
                  <c:v>27.4541</c:v>
                </c:pt>
                <c:pt idx="1150">
                  <c:v>27.476900000000001</c:v>
                </c:pt>
                <c:pt idx="1151">
                  <c:v>27.500399999999999</c:v>
                </c:pt>
                <c:pt idx="1152">
                  <c:v>27.523800000000001</c:v>
                </c:pt>
                <c:pt idx="1153">
                  <c:v>27.545000000000002</c:v>
                </c:pt>
                <c:pt idx="1154">
                  <c:v>27.566800000000001</c:v>
                </c:pt>
                <c:pt idx="1155">
                  <c:v>27.587199999999999</c:v>
                </c:pt>
                <c:pt idx="1156">
                  <c:v>27.6084</c:v>
                </c:pt>
                <c:pt idx="1157">
                  <c:v>27.632100000000001</c:v>
                </c:pt>
                <c:pt idx="1158">
                  <c:v>27.6584</c:v>
                </c:pt>
                <c:pt idx="1159">
                  <c:v>27.682200000000002</c:v>
                </c:pt>
                <c:pt idx="1160">
                  <c:v>27.702400000000001</c:v>
                </c:pt>
                <c:pt idx="1161">
                  <c:v>27.723600000000001</c:v>
                </c:pt>
                <c:pt idx="1162">
                  <c:v>27.7437</c:v>
                </c:pt>
                <c:pt idx="1163">
                  <c:v>27.766300000000001</c:v>
                </c:pt>
                <c:pt idx="1164">
                  <c:v>27.792200000000001</c:v>
                </c:pt>
                <c:pt idx="1165">
                  <c:v>27.8142</c:v>
                </c:pt>
                <c:pt idx="1166">
                  <c:v>27.841999999999999</c:v>
                </c:pt>
                <c:pt idx="1167">
                  <c:v>27.863399999999999</c:v>
                </c:pt>
                <c:pt idx="1168">
                  <c:v>27.8843</c:v>
                </c:pt>
                <c:pt idx="1169">
                  <c:v>27.905999999999999</c:v>
                </c:pt>
                <c:pt idx="1170">
                  <c:v>27.9268</c:v>
                </c:pt>
                <c:pt idx="1171">
                  <c:v>27.9529</c:v>
                </c:pt>
                <c:pt idx="1172">
                  <c:v>27.983799999999999</c:v>
                </c:pt>
                <c:pt idx="1173">
                  <c:v>28.0045</c:v>
                </c:pt>
                <c:pt idx="1174">
                  <c:v>28.027000000000001</c:v>
                </c:pt>
                <c:pt idx="1175">
                  <c:v>28.047699999999999</c:v>
                </c:pt>
                <c:pt idx="1176">
                  <c:v>28.0702</c:v>
                </c:pt>
                <c:pt idx="1177">
                  <c:v>28.095099999999999</c:v>
                </c:pt>
                <c:pt idx="1178">
                  <c:v>28.119499999999999</c:v>
                </c:pt>
                <c:pt idx="1179">
                  <c:v>28.1418</c:v>
                </c:pt>
                <c:pt idx="1180">
                  <c:v>28.162299999999998</c:v>
                </c:pt>
                <c:pt idx="1181">
                  <c:v>28.184000000000001</c:v>
                </c:pt>
                <c:pt idx="1182">
                  <c:v>28.210799999999999</c:v>
                </c:pt>
                <c:pt idx="1183">
                  <c:v>28.231100000000001</c:v>
                </c:pt>
                <c:pt idx="1184">
                  <c:v>28.253399999999999</c:v>
                </c:pt>
                <c:pt idx="1185">
                  <c:v>28.273900000000001</c:v>
                </c:pt>
                <c:pt idx="1186">
                  <c:v>28.2959</c:v>
                </c:pt>
                <c:pt idx="1187">
                  <c:v>28.317299999999999</c:v>
                </c:pt>
                <c:pt idx="1188">
                  <c:v>28.340299999999999</c:v>
                </c:pt>
                <c:pt idx="1189">
                  <c:v>28.362100000000002</c:v>
                </c:pt>
                <c:pt idx="1190">
                  <c:v>28.384599999999999</c:v>
                </c:pt>
                <c:pt idx="1191">
                  <c:v>28.405100000000001</c:v>
                </c:pt>
                <c:pt idx="1192">
                  <c:v>28.427</c:v>
                </c:pt>
                <c:pt idx="1193">
                  <c:v>28.447399999999998</c:v>
                </c:pt>
                <c:pt idx="1194">
                  <c:v>28.468499999999999</c:v>
                </c:pt>
                <c:pt idx="1195">
                  <c:v>28.491499999999998</c:v>
                </c:pt>
                <c:pt idx="1196">
                  <c:v>28.514099999999999</c:v>
                </c:pt>
                <c:pt idx="1197">
                  <c:v>28.534600000000001</c:v>
                </c:pt>
                <c:pt idx="1198">
                  <c:v>28.555599999999998</c:v>
                </c:pt>
                <c:pt idx="1199">
                  <c:v>28.578700000000001</c:v>
                </c:pt>
                <c:pt idx="1200">
                  <c:v>28.6005</c:v>
                </c:pt>
                <c:pt idx="1201">
                  <c:v>28.622199999999999</c:v>
                </c:pt>
                <c:pt idx="1202">
                  <c:v>28.642299999999999</c:v>
                </c:pt>
                <c:pt idx="1203">
                  <c:v>28.663</c:v>
                </c:pt>
                <c:pt idx="1204">
                  <c:v>28.683700000000002</c:v>
                </c:pt>
                <c:pt idx="1205">
                  <c:v>28.704799999999999</c:v>
                </c:pt>
                <c:pt idx="1206">
                  <c:v>28.727</c:v>
                </c:pt>
                <c:pt idx="1207">
                  <c:v>28.749300000000002</c:v>
                </c:pt>
                <c:pt idx="1208">
                  <c:v>28.770600000000002</c:v>
                </c:pt>
                <c:pt idx="1209">
                  <c:v>28.7913</c:v>
                </c:pt>
                <c:pt idx="1210">
                  <c:v>28.814399999999999</c:v>
                </c:pt>
                <c:pt idx="1211">
                  <c:v>28.835699999999999</c:v>
                </c:pt>
                <c:pt idx="1212">
                  <c:v>28.861499999999999</c:v>
                </c:pt>
                <c:pt idx="1213">
                  <c:v>28.8888</c:v>
                </c:pt>
                <c:pt idx="1214">
                  <c:v>28.910499999999999</c:v>
                </c:pt>
                <c:pt idx="1215">
                  <c:v>28.930700000000002</c:v>
                </c:pt>
                <c:pt idx="1216">
                  <c:v>28.9527</c:v>
                </c:pt>
                <c:pt idx="1217">
                  <c:v>28.973800000000001</c:v>
                </c:pt>
                <c:pt idx="1218">
                  <c:v>29.002500000000001</c:v>
                </c:pt>
                <c:pt idx="1219">
                  <c:v>29.0243</c:v>
                </c:pt>
                <c:pt idx="1220">
                  <c:v>29.045200000000001</c:v>
                </c:pt>
                <c:pt idx="1221">
                  <c:v>29.067499999999999</c:v>
                </c:pt>
                <c:pt idx="1222">
                  <c:v>29.0886</c:v>
                </c:pt>
                <c:pt idx="1223">
                  <c:v>29.116</c:v>
                </c:pt>
                <c:pt idx="1224">
                  <c:v>29.143999999999998</c:v>
                </c:pt>
                <c:pt idx="1225">
                  <c:v>29.169899999999998</c:v>
                </c:pt>
                <c:pt idx="1226">
                  <c:v>29.194800000000001</c:v>
                </c:pt>
                <c:pt idx="1227">
                  <c:v>29.220199999999998</c:v>
                </c:pt>
                <c:pt idx="1228">
                  <c:v>29.241599999999998</c:v>
                </c:pt>
                <c:pt idx="1229">
                  <c:v>29.27</c:v>
                </c:pt>
                <c:pt idx="1230">
                  <c:v>29.290700000000001</c:v>
                </c:pt>
                <c:pt idx="1231">
                  <c:v>29.311</c:v>
                </c:pt>
                <c:pt idx="1232">
                  <c:v>29.340800000000002</c:v>
                </c:pt>
                <c:pt idx="1233">
                  <c:v>29.3611</c:v>
                </c:pt>
                <c:pt idx="1234">
                  <c:v>29.382000000000001</c:v>
                </c:pt>
                <c:pt idx="1235">
                  <c:v>29.402899999999999</c:v>
                </c:pt>
                <c:pt idx="1236">
                  <c:v>29.427</c:v>
                </c:pt>
                <c:pt idx="1237">
                  <c:v>29.446999999999999</c:v>
                </c:pt>
                <c:pt idx="1238">
                  <c:v>29.4739</c:v>
                </c:pt>
                <c:pt idx="1239">
                  <c:v>29.495100000000001</c:v>
                </c:pt>
                <c:pt idx="1240">
                  <c:v>29.5182</c:v>
                </c:pt>
                <c:pt idx="1241">
                  <c:v>29.5382</c:v>
                </c:pt>
                <c:pt idx="1242">
                  <c:v>29.560300000000002</c:v>
                </c:pt>
                <c:pt idx="1243">
                  <c:v>29.581499999999998</c:v>
                </c:pt>
                <c:pt idx="1244">
                  <c:v>29.603899999999999</c:v>
                </c:pt>
                <c:pt idx="1245">
                  <c:v>29.624099999999999</c:v>
                </c:pt>
                <c:pt idx="1246">
                  <c:v>29.6464</c:v>
                </c:pt>
                <c:pt idx="1247">
                  <c:v>29.6693</c:v>
                </c:pt>
                <c:pt idx="1248">
                  <c:v>29.690100000000001</c:v>
                </c:pt>
                <c:pt idx="1249">
                  <c:v>29.712199999999999</c:v>
                </c:pt>
                <c:pt idx="1250">
                  <c:v>29.7346</c:v>
                </c:pt>
                <c:pt idx="1251">
                  <c:v>29.7561</c:v>
                </c:pt>
                <c:pt idx="1252">
                  <c:v>29.778199999999998</c:v>
                </c:pt>
                <c:pt idx="1253">
                  <c:v>29.7987</c:v>
                </c:pt>
                <c:pt idx="1254">
                  <c:v>29.820900000000002</c:v>
                </c:pt>
                <c:pt idx="1255">
                  <c:v>29.8428</c:v>
                </c:pt>
                <c:pt idx="1256">
                  <c:v>29.863800000000001</c:v>
                </c:pt>
                <c:pt idx="1257">
                  <c:v>29.889299999999999</c:v>
                </c:pt>
                <c:pt idx="1258">
                  <c:v>29.91</c:v>
                </c:pt>
                <c:pt idx="1259">
                  <c:v>29.930700000000002</c:v>
                </c:pt>
                <c:pt idx="1260">
                  <c:v>29.953099999999999</c:v>
                </c:pt>
                <c:pt idx="1261">
                  <c:v>29.974599999999999</c:v>
                </c:pt>
                <c:pt idx="1262">
                  <c:v>29.9998</c:v>
                </c:pt>
                <c:pt idx="1263">
                  <c:v>30.0229</c:v>
                </c:pt>
                <c:pt idx="1264">
                  <c:v>30.0441</c:v>
                </c:pt>
                <c:pt idx="1265">
                  <c:v>30.066700000000001</c:v>
                </c:pt>
                <c:pt idx="1266">
                  <c:v>30.090900000000001</c:v>
                </c:pt>
                <c:pt idx="1267">
                  <c:v>30.111999999999998</c:v>
                </c:pt>
                <c:pt idx="1268">
                  <c:v>30.134699999999999</c:v>
                </c:pt>
                <c:pt idx="1269">
                  <c:v>30.1572</c:v>
                </c:pt>
                <c:pt idx="1270">
                  <c:v>30.179600000000001</c:v>
                </c:pt>
                <c:pt idx="1271">
                  <c:v>30.2011</c:v>
                </c:pt>
                <c:pt idx="1272">
                  <c:v>30.223400000000002</c:v>
                </c:pt>
                <c:pt idx="1273">
                  <c:v>30.2454</c:v>
                </c:pt>
                <c:pt idx="1274">
                  <c:v>30.272400000000001</c:v>
                </c:pt>
                <c:pt idx="1275">
                  <c:v>30.293600000000001</c:v>
                </c:pt>
                <c:pt idx="1276">
                  <c:v>30.315100000000001</c:v>
                </c:pt>
                <c:pt idx="1277">
                  <c:v>30.338100000000001</c:v>
                </c:pt>
                <c:pt idx="1278">
                  <c:v>30.3582</c:v>
                </c:pt>
                <c:pt idx="1279">
                  <c:v>30.38</c:v>
                </c:pt>
                <c:pt idx="1280">
                  <c:v>30.400300000000001</c:v>
                </c:pt>
                <c:pt idx="1281">
                  <c:v>30.4224</c:v>
                </c:pt>
                <c:pt idx="1282">
                  <c:v>30.444900000000001</c:v>
                </c:pt>
                <c:pt idx="1283">
                  <c:v>30.465299999999999</c:v>
                </c:pt>
                <c:pt idx="1284">
                  <c:v>30.486899999999999</c:v>
                </c:pt>
                <c:pt idx="1285">
                  <c:v>30.507200000000001</c:v>
                </c:pt>
                <c:pt idx="1286">
                  <c:v>30.5288</c:v>
                </c:pt>
                <c:pt idx="1287">
                  <c:v>30.551400000000001</c:v>
                </c:pt>
                <c:pt idx="1288">
                  <c:v>30.572600000000001</c:v>
                </c:pt>
                <c:pt idx="1289">
                  <c:v>30.593</c:v>
                </c:pt>
                <c:pt idx="1290">
                  <c:v>30.616399999999999</c:v>
                </c:pt>
                <c:pt idx="1291">
                  <c:v>30.636800000000001</c:v>
                </c:pt>
                <c:pt idx="1292">
                  <c:v>30.661300000000001</c:v>
                </c:pt>
                <c:pt idx="1293">
                  <c:v>30.688300000000002</c:v>
                </c:pt>
                <c:pt idx="1294">
                  <c:v>30.7118</c:v>
                </c:pt>
                <c:pt idx="1295">
                  <c:v>30.7348</c:v>
                </c:pt>
                <c:pt idx="1296">
                  <c:v>30.761299999999999</c:v>
                </c:pt>
                <c:pt idx="1297">
                  <c:v>30.788799999999998</c:v>
                </c:pt>
                <c:pt idx="1298">
                  <c:v>30.810400000000001</c:v>
                </c:pt>
                <c:pt idx="1299">
                  <c:v>30.831199999999999</c:v>
                </c:pt>
                <c:pt idx="1300">
                  <c:v>30.852699999999999</c:v>
                </c:pt>
                <c:pt idx="1301">
                  <c:v>30.878599999999999</c:v>
                </c:pt>
                <c:pt idx="1302">
                  <c:v>30.9053</c:v>
                </c:pt>
                <c:pt idx="1303">
                  <c:v>30.9298</c:v>
                </c:pt>
                <c:pt idx="1304">
                  <c:v>30.953900000000001</c:v>
                </c:pt>
                <c:pt idx="1305">
                  <c:v>30.9758</c:v>
                </c:pt>
                <c:pt idx="1306">
                  <c:v>31.001200000000001</c:v>
                </c:pt>
                <c:pt idx="1307">
                  <c:v>31.029199999999999</c:v>
                </c:pt>
                <c:pt idx="1308">
                  <c:v>31.052199999999999</c:v>
                </c:pt>
                <c:pt idx="1309">
                  <c:v>31.0746</c:v>
                </c:pt>
                <c:pt idx="1310">
                  <c:v>31.101600000000001</c:v>
                </c:pt>
                <c:pt idx="1311">
                  <c:v>31.1218</c:v>
                </c:pt>
                <c:pt idx="1312">
                  <c:v>31.1435</c:v>
                </c:pt>
                <c:pt idx="1313">
                  <c:v>31.163699999999999</c:v>
                </c:pt>
                <c:pt idx="1314">
                  <c:v>31.1858</c:v>
                </c:pt>
                <c:pt idx="1315">
                  <c:v>31.211400000000001</c:v>
                </c:pt>
                <c:pt idx="1316">
                  <c:v>31.233599999999999</c:v>
                </c:pt>
                <c:pt idx="1317">
                  <c:v>31.2563</c:v>
                </c:pt>
                <c:pt idx="1318">
                  <c:v>31.2789</c:v>
                </c:pt>
                <c:pt idx="1319">
                  <c:v>31.299199999999999</c:v>
                </c:pt>
                <c:pt idx="1320">
                  <c:v>31.3202</c:v>
                </c:pt>
                <c:pt idx="1321">
                  <c:v>31.3413</c:v>
                </c:pt>
                <c:pt idx="1322">
                  <c:v>31.362300000000001</c:v>
                </c:pt>
                <c:pt idx="1323">
                  <c:v>31.383199999999999</c:v>
                </c:pt>
                <c:pt idx="1324">
                  <c:v>31.403700000000001</c:v>
                </c:pt>
                <c:pt idx="1325">
                  <c:v>31.4255</c:v>
                </c:pt>
                <c:pt idx="1326">
                  <c:v>31.4481</c:v>
                </c:pt>
                <c:pt idx="1327">
                  <c:v>31.469000000000001</c:v>
                </c:pt>
                <c:pt idx="1328">
                  <c:v>31.491700000000002</c:v>
                </c:pt>
                <c:pt idx="1329">
                  <c:v>31.513500000000001</c:v>
                </c:pt>
                <c:pt idx="1330">
                  <c:v>31.536300000000001</c:v>
                </c:pt>
                <c:pt idx="1331">
                  <c:v>31.556999999999999</c:v>
                </c:pt>
                <c:pt idx="1332">
                  <c:v>31.5779</c:v>
                </c:pt>
                <c:pt idx="1333">
                  <c:v>31.604500000000002</c:v>
                </c:pt>
                <c:pt idx="1334">
                  <c:v>31.625499999999999</c:v>
                </c:pt>
                <c:pt idx="1335">
                  <c:v>31.648299999999999</c:v>
                </c:pt>
                <c:pt idx="1336">
                  <c:v>31.670500000000001</c:v>
                </c:pt>
                <c:pt idx="1337">
                  <c:v>31.691800000000001</c:v>
                </c:pt>
                <c:pt idx="1338">
                  <c:v>31.712900000000001</c:v>
                </c:pt>
                <c:pt idx="1339">
                  <c:v>31.734300000000001</c:v>
                </c:pt>
                <c:pt idx="1340">
                  <c:v>31.7546</c:v>
                </c:pt>
                <c:pt idx="1341">
                  <c:v>31.778099999999998</c:v>
                </c:pt>
                <c:pt idx="1342">
                  <c:v>31.800899999999999</c:v>
                </c:pt>
                <c:pt idx="1343">
                  <c:v>31.821999999999999</c:v>
                </c:pt>
                <c:pt idx="1344">
                  <c:v>31.844100000000001</c:v>
                </c:pt>
                <c:pt idx="1345">
                  <c:v>31.864799999999999</c:v>
                </c:pt>
                <c:pt idx="1346">
                  <c:v>31.888300000000001</c:v>
                </c:pt>
                <c:pt idx="1347">
                  <c:v>31.9085</c:v>
                </c:pt>
                <c:pt idx="1348">
                  <c:v>31.935199999999998</c:v>
                </c:pt>
                <c:pt idx="1349">
                  <c:v>31.956499999999998</c:v>
                </c:pt>
                <c:pt idx="1350">
                  <c:v>31.976800000000001</c:v>
                </c:pt>
                <c:pt idx="1351">
                  <c:v>32.005600000000001</c:v>
                </c:pt>
                <c:pt idx="1352">
                  <c:v>32.031500000000001</c:v>
                </c:pt>
                <c:pt idx="1353">
                  <c:v>32.053100000000001</c:v>
                </c:pt>
                <c:pt idx="1354">
                  <c:v>32.079700000000003</c:v>
                </c:pt>
                <c:pt idx="1355">
                  <c:v>32.102200000000003</c:v>
                </c:pt>
                <c:pt idx="1356">
                  <c:v>32.123100000000001</c:v>
                </c:pt>
                <c:pt idx="1357">
                  <c:v>32.146099999999997</c:v>
                </c:pt>
                <c:pt idx="1358">
                  <c:v>32.168599999999998</c:v>
                </c:pt>
                <c:pt idx="1359">
                  <c:v>32.189500000000002</c:v>
                </c:pt>
                <c:pt idx="1360">
                  <c:v>32.215699999999998</c:v>
                </c:pt>
                <c:pt idx="1361">
                  <c:v>32.237099999999998</c:v>
                </c:pt>
                <c:pt idx="1362">
                  <c:v>32.258899999999997</c:v>
                </c:pt>
                <c:pt idx="1363">
                  <c:v>32.281599999999997</c:v>
                </c:pt>
                <c:pt idx="1364">
                  <c:v>32.309199999999997</c:v>
                </c:pt>
                <c:pt idx="1365">
                  <c:v>32.331800000000001</c:v>
                </c:pt>
                <c:pt idx="1366">
                  <c:v>32.3521</c:v>
                </c:pt>
                <c:pt idx="1367">
                  <c:v>32.372199999999999</c:v>
                </c:pt>
                <c:pt idx="1368">
                  <c:v>32.393799999999999</c:v>
                </c:pt>
                <c:pt idx="1369">
                  <c:v>32.414000000000001</c:v>
                </c:pt>
                <c:pt idx="1370">
                  <c:v>32.437600000000003</c:v>
                </c:pt>
                <c:pt idx="1371">
                  <c:v>32.458399999999997</c:v>
                </c:pt>
                <c:pt idx="1372">
                  <c:v>32.4788</c:v>
                </c:pt>
                <c:pt idx="1373">
                  <c:v>32.499600000000001</c:v>
                </c:pt>
                <c:pt idx="1374">
                  <c:v>32.521500000000003</c:v>
                </c:pt>
                <c:pt idx="1375">
                  <c:v>32.547899999999998</c:v>
                </c:pt>
                <c:pt idx="1376">
                  <c:v>32.570300000000003</c:v>
                </c:pt>
                <c:pt idx="1377">
                  <c:v>32.591200000000001</c:v>
                </c:pt>
                <c:pt idx="1378">
                  <c:v>32.614100000000001</c:v>
                </c:pt>
                <c:pt idx="1379">
                  <c:v>32.642200000000003</c:v>
                </c:pt>
                <c:pt idx="1380">
                  <c:v>32.666800000000002</c:v>
                </c:pt>
                <c:pt idx="1381">
                  <c:v>32.689700000000002</c:v>
                </c:pt>
                <c:pt idx="1382">
                  <c:v>32.717100000000002</c:v>
                </c:pt>
                <c:pt idx="1383">
                  <c:v>32.739699999999999</c:v>
                </c:pt>
                <c:pt idx="1384">
                  <c:v>32.7654</c:v>
                </c:pt>
                <c:pt idx="1385">
                  <c:v>32.791600000000003</c:v>
                </c:pt>
                <c:pt idx="1386">
                  <c:v>32.815600000000003</c:v>
                </c:pt>
                <c:pt idx="1387">
                  <c:v>32.840899999999998</c:v>
                </c:pt>
                <c:pt idx="1388">
                  <c:v>32.867199999999997</c:v>
                </c:pt>
                <c:pt idx="1389">
                  <c:v>32.8932</c:v>
                </c:pt>
                <c:pt idx="1390">
                  <c:v>32.9163</c:v>
                </c:pt>
                <c:pt idx="1391">
                  <c:v>32.939300000000003</c:v>
                </c:pt>
                <c:pt idx="1392">
                  <c:v>32.963200000000001</c:v>
                </c:pt>
                <c:pt idx="1393">
                  <c:v>32.985900000000001</c:v>
                </c:pt>
                <c:pt idx="1394">
                  <c:v>33.006500000000003</c:v>
                </c:pt>
                <c:pt idx="1395">
                  <c:v>33.033299999999997</c:v>
                </c:pt>
                <c:pt idx="1396">
                  <c:v>33.0593</c:v>
                </c:pt>
                <c:pt idx="1397">
                  <c:v>33.081899999999997</c:v>
                </c:pt>
                <c:pt idx="1398">
                  <c:v>33.105800000000002</c:v>
                </c:pt>
                <c:pt idx="1399">
                  <c:v>33.128</c:v>
                </c:pt>
                <c:pt idx="1400">
                  <c:v>33.1524</c:v>
                </c:pt>
                <c:pt idx="1401">
                  <c:v>33.176400000000001</c:v>
                </c:pt>
                <c:pt idx="1402">
                  <c:v>33.200600000000001</c:v>
                </c:pt>
                <c:pt idx="1403">
                  <c:v>33.225999999999999</c:v>
                </c:pt>
                <c:pt idx="1404">
                  <c:v>33.247399999999999</c:v>
                </c:pt>
                <c:pt idx="1405">
                  <c:v>33.267699999999998</c:v>
                </c:pt>
                <c:pt idx="1406">
                  <c:v>33.290300000000002</c:v>
                </c:pt>
                <c:pt idx="1407">
                  <c:v>33.310499999999998</c:v>
                </c:pt>
                <c:pt idx="1408">
                  <c:v>33.335700000000003</c:v>
                </c:pt>
                <c:pt idx="1409">
                  <c:v>33.356900000000003</c:v>
                </c:pt>
                <c:pt idx="1410">
                  <c:v>33.379300000000001</c:v>
                </c:pt>
                <c:pt idx="1411">
                  <c:v>33.399299999999997</c:v>
                </c:pt>
                <c:pt idx="1412">
                  <c:v>33.421900000000001</c:v>
                </c:pt>
                <c:pt idx="1413">
                  <c:v>33.444600000000001</c:v>
                </c:pt>
                <c:pt idx="1414">
                  <c:v>33.473399999999998</c:v>
                </c:pt>
                <c:pt idx="1415">
                  <c:v>33.499299999999998</c:v>
                </c:pt>
                <c:pt idx="1416">
                  <c:v>33.5214</c:v>
                </c:pt>
                <c:pt idx="1417">
                  <c:v>33.542499999999997</c:v>
                </c:pt>
                <c:pt idx="1418">
                  <c:v>33.569000000000003</c:v>
                </c:pt>
                <c:pt idx="1419">
                  <c:v>33.595199999999998</c:v>
                </c:pt>
                <c:pt idx="1420">
                  <c:v>33.6218</c:v>
                </c:pt>
                <c:pt idx="1421">
                  <c:v>33.6419</c:v>
                </c:pt>
                <c:pt idx="1422">
                  <c:v>33.662700000000001</c:v>
                </c:pt>
                <c:pt idx="1423">
                  <c:v>33.6845</c:v>
                </c:pt>
                <c:pt idx="1424">
                  <c:v>33.709299999999999</c:v>
                </c:pt>
                <c:pt idx="1425">
                  <c:v>33.729399999999998</c:v>
                </c:pt>
                <c:pt idx="1426">
                  <c:v>33.750999999999998</c:v>
                </c:pt>
                <c:pt idx="1427">
                  <c:v>33.773299999999999</c:v>
                </c:pt>
                <c:pt idx="1428">
                  <c:v>33.802599999999998</c:v>
                </c:pt>
                <c:pt idx="1429">
                  <c:v>33.826999999999998</c:v>
                </c:pt>
                <c:pt idx="1430">
                  <c:v>33.856200000000001</c:v>
                </c:pt>
                <c:pt idx="1431">
                  <c:v>33.876399999999997</c:v>
                </c:pt>
                <c:pt idx="1432">
                  <c:v>33.9024</c:v>
                </c:pt>
                <c:pt idx="1433">
                  <c:v>33.927399999999999</c:v>
                </c:pt>
                <c:pt idx="1434">
                  <c:v>33.954700000000003</c:v>
                </c:pt>
                <c:pt idx="1435">
                  <c:v>33.979300000000002</c:v>
                </c:pt>
                <c:pt idx="1436">
                  <c:v>34.002600000000001</c:v>
                </c:pt>
                <c:pt idx="1437">
                  <c:v>34.029299999999999</c:v>
                </c:pt>
                <c:pt idx="1438">
                  <c:v>34.051299999999998</c:v>
                </c:pt>
                <c:pt idx="1439">
                  <c:v>34.076900000000002</c:v>
                </c:pt>
                <c:pt idx="1440">
                  <c:v>34.103000000000002</c:v>
                </c:pt>
                <c:pt idx="1441">
                  <c:v>34.131100000000004</c:v>
                </c:pt>
                <c:pt idx="1442">
                  <c:v>34.158299999999997</c:v>
                </c:pt>
                <c:pt idx="1443">
                  <c:v>34.179499999999997</c:v>
                </c:pt>
                <c:pt idx="1444">
                  <c:v>34.2029</c:v>
                </c:pt>
                <c:pt idx="1445">
                  <c:v>34.229399999999998</c:v>
                </c:pt>
                <c:pt idx="1446">
                  <c:v>34.251300000000001</c:v>
                </c:pt>
                <c:pt idx="1447">
                  <c:v>34.274099999999997</c:v>
                </c:pt>
                <c:pt idx="1448">
                  <c:v>34.294600000000003</c:v>
                </c:pt>
                <c:pt idx="1449">
                  <c:v>34.318600000000004</c:v>
                </c:pt>
                <c:pt idx="1450">
                  <c:v>34.345300000000002</c:v>
                </c:pt>
                <c:pt idx="1451">
                  <c:v>34.367400000000004</c:v>
                </c:pt>
                <c:pt idx="1452">
                  <c:v>34.394500000000001</c:v>
                </c:pt>
                <c:pt idx="1453">
                  <c:v>34.42</c:v>
                </c:pt>
                <c:pt idx="1454">
                  <c:v>34.446100000000001</c:v>
                </c:pt>
                <c:pt idx="1455">
                  <c:v>34.470399999999998</c:v>
                </c:pt>
                <c:pt idx="1456">
                  <c:v>34.496400000000001</c:v>
                </c:pt>
                <c:pt idx="1457">
                  <c:v>34.523000000000003</c:v>
                </c:pt>
                <c:pt idx="1458">
                  <c:v>34.551900000000003</c:v>
                </c:pt>
                <c:pt idx="1459">
                  <c:v>34.572499999999998</c:v>
                </c:pt>
                <c:pt idx="1460">
                  <c:v>34.597499999999997</c:v>
                </c:pt>
                <c:pt idx="1461">
                  <c:v>34.619500000000002</c:v>
                </c:pt>
                <c:pt idx="1462">
                  <c:v>34.639600000000002</c:v>
                </c:pt>
                <c:pt idx="1463">
                  <c:v>34.667900000000003</c:v>
                </c:pt>
                <c:pt idx="1464">
                  <c:v>34.6952</c:v>
                </c:pt>
                <c:pt idx="1465">
                  <c:v>34.721800000000002</c:v>
                </c:pt>
                <c:pt idx="1466">
                  <c:v>34.742400000000004</c:v>
                </c:pt>
                <c:pt idx="1467">
                  <c:v>34.7624</c:v>
                </c:pt>
                <c:pt idx="1468">
                  <c:v>34.783499999999997</c:v>
                </c:pt>
                <c:pt idx="1469">
                  <c:v>34.806699999999999</c:v>
                </c:pt>
                <c:pt idx="1470">
                  <c:v>34.832000000000001</c:v>
                </c:pt>
                <c:pt idx="1471">
                  <c:v>34.8596</c:v>
                </c:pt>
                <c:pt idx="1472">
                  <c:v>34.885100000000001</c:v>
                </c:pt>
                <c:pt idx="1473">
                  <c:v>34.9071</c:v>
                </c:pt>
                <c:pt idx="1474">
                  <c:v>34.932600000000001</c:v>
                </c:pt>
                <c:pt idx="1475">
                  <c:v>34.954999999999998</c:v>
                </c:pt>
                <c:pt idx="1476">
                  <c:v>34.980699999999999</c:v>
                </c:pt>
                <c:pt idx="1477">
                  <c:v>35.0077</c:v>
                </c:pt>
                <c:pt idx="1478">
                  <c:v>35.0379</c:v>
                </c:pt>
                <c:pt idx="1479">
                  <c:v>35.060299999999998</c:v>
                </c:pt>
                <c:pt idx="1480">
                  <c:v>35.0807</c:v>
                </c:pt>
                <c:pt idx="1481">
                  <c:v>35.110599999999998</c:v>
                </c:pt>
                <c:pt idx="1482">
                  <c:v>35.139099999999999</c:v>
                </c:pt>
                <c:pt idx="1483">
                  <c:v>35.165999999999997</c:v>
                </c:pt>
                <c:pt idx="1484">
                  <c:v>35.187100000000001</c:v>
                </c:pt>
                <c:pt idx="1485">
                  <c:v>35.209099999999999</c:v>
                </c:pt>
                <c:pt idx="1486">
                  <c:v>35.237200000000001</c:v>
                </c:pt>
                <c:pt idx="1487">
                  <c:v>35.268999999999998</c:v>
                </c:pt>
                <c:pt idx="1488">
                  <c:v>35.290799999999997</c:v>
                </c:pt>
                <c:pt idx="1489">
                  <c:v>35.315199999999997</c:v>
                </c:pt>
                <c:pt idx="1490">
                  <c:v>35.343200000000003</c:v>
                </c:pt>
                <c:pt idx="1491">
                  <c:v>35.369700000000002</c:v>
                </c:pt>
                <c:pt idx="1492">
                  <c:v>35.391300000000001</c:v>
                </c:pt>
                <c:pt idx="1493">
                  <c:v>35.413400000000003</c:v>
                </c:pt>
                <c:pt idx="1494">
                  <c:v>35.437899999999999</c:v>
                </c:pt>
                <c:pt idx="1495">
                  <c:v>35.464500000000001</c:v>
                </c:pt>
                <c:pt idx="1496">
                  <c:v>35.490200000000002</c:v>
                </c:pt>
                <c:pt idx="1497">
                  <c:v>35.512599999999999</c:v>
                </c:pt>
                <c:pt idx="1498">
                  <c:v>35.536299999999997</c:v>
                </c:pt>
                <c:pt idx="1499">
                  <c:v>35.562100000000001</c:v>
                </c:pt>
                <c:pt idx="1500">
                  <c:v>35.582799999999999</c:v>
                </c:pt>
                <c:pt idx="1501">
                  <c:v>35.603299999999997</c:v>
                </c:pt>
                <c:pt idx="1502">
                  <c:v>35.632800000000003</c:v>
                </c:pt>
                <c:pt idx="1503">
                  <c:v>35.654499999999999</c:v>
                </c:pt>
                <c:pt idx="1504">
                  <c:v>35.683100000000003</c:v>
                </c:pt>
                <c:pt idx="1505">
                  <c:v>35.703499999999998</c:v>
                </c:pt>
                <c:pt idx="1506">
                  <c:v>35.723500000000001</c:v>
                </c:pt>
                <c:pt idx="1507">
                  <c:v>35.744</c:v>
                </c:pt>
                <c:pt idx="1508">
                  <c:v>35.770200000000003</c:v>
                </c:pt>
                <c:pt idx="1509">
                  <c:v>35.7928</c:v>
                </c:pt>
                <c:pt idx="1510">
                  <c:v>35.815899999999999</c:v>
                </c:pt>
                <c:pt idx="1511">
                  <c:v>35.843400000000003</c:v>
                </c:pt>
                <c:pt idx="1512">
                  <c:v>35.863500000000002</c:v>
                </c:pt>
                <c:pt idx="1513">
                  <c:v>35.884399999999999</c:v>
                </c:pt>
                <c:pt idx="1514">
                  <c:v>35.9056</c:v>
                </c:pt>
                <c:pt idx="1515">
                  <c:v>35.932899999999997</c:v>
                </c:pt>
                <c:pt idx="1516">
                  <c:v>35.963099999999997</c:v>
                </c:pt>
                <c:pt idx="1517">
                  <c:v>35.991700000000002</c:v>
                </c:pt>
                <c:pt idx="1518">
                  <c:v>36.014000000000003</c:v>
                </c:pt>
                <c:pt idx="1519">
                  <c:v>36.040399999999998</c:v>
                </c:pt>
                <c:pt idx="1520">
                  <c:v>36.061300000000003</c:v>
                </c:pt>
                <c:pt idx="1521">
                  <c:v>36.082000000000001</c:v>
                </c:pt>
                <c:pt idx="1522">
                  <c:v>36.103400000000001</c:v>
                </c:pt>
                <c:pt idx="1523">
                  <c:v>36.125799999999998</c:v>
                </c:pt>
                <c:pt idx="1524">
                  <c:v>36.154000000000003</c:v>
                </c:pt>
                <c:pt idx="1525">
                  <c:v>36.183</c:v>
                </c:pt>
                <c:pt idx="1526">
                  <c:v>36.21</c:v>
                </c:pt>
                <c:pt idx="1527">
                  <c:v>36.231099999999998</c:v>
                </c:pt>
                <c:pt idx="1528">
                  <c:v>36.257199999999997</c:v>
                </c:pt>
                <c:pt idx="1529">
                  <c:v>36.284599999999998</c:v>
                </c:pt>
                <c:pt idx="1530">
                  <c:v>36.313299999999998</c:v>
                </c:pt>
                <c:pt idx="1531">
                  <c:v>36.3399</c:v>
                </c:pt>
                <c:pt idx="1532">
                  <c:v>36.36</c:v>
                </c:pt>
                <c:pt idx="1533">
                  <c:v>36.383600000000001</c:v>
                </c:pt>
                <c:pt idx="1534">
                  <c:v>36.4116</c:v>
                </c:pt>
                <c:pt idx="1535">
                  <c:v>36.4328</c:v>
                </c:pt>
                <c:pt idx="1536">
                  <c:v>36.455100000000002</c:v>
                </c:pt>
                <c:pt idx="1537">
                  <c:v>36.479300000000002</c:v>
                </c:pt>
                <c:pt idx="1538">
                  <c:v>36.5015</c:v>
                </c:pt>
                <c:pt idx="1539">
                  <c:v>36.521900000000002</c:v>
                </c:pt>
                <c:pt idx="1540">
                  <c:v>36.542900000000003</c:v>
                </c:pt>
                <c:pt idx="1541">
                  <c:v>36.563400000000001</c:v>
                </c:pt>
                <c:pt idx="1542">
                  <c:v>36.588299999999997</c:v>
                </c:pt>
                <c:pt idx="1543">
                  <c:v>36.6096</c:v>
                </c:pt>
                <c:pt idx="1544">
                  <c:v>36.6327</c:v>
                </c:pt>
                <c:pt idx="1545">
                  <c:v>36.653700000000001</c:v>
                </c:pt>
                <c:pt idx="1546">
                  <c:v>36.6755</c:v>
                </c:pt>
                <c:pt idx="1547">
                  <c:v>36.703000000000003</c:v>
                </c:pt>
                <c:pt idx="1548">
                  <c:v>36.724499999999999</c:v>
                </c:pt>
                <c:pt idx="1549">
                  <c:v>36.749499999999998</c:v>
                </c:pt>
                <c:pt idx="1550">
                  <c:v>36.7761</c:v>
                </c:pt>
                <c:pt idx="1551">
                  <c:v>36.799799999999998</c:v>
                </c:pt>
                <c:pt idx="1552">
                  <c:v>36.820500000000003</c:v>
                </c:pt>
                <c:pt idx="1553">
                  <c:v>36.844499999999996</c:v>
                </c:pt>
                <c:pt idx="1554">
                  <c:v>36.864600000000003</c:v>
                </c:pt>
                <c:pt idx="1555">
                  <c:v>36.885199999999998</c:v>
                </c:pt>
                <c:pt idx="1556">
                  <c:v>36.907400000000003</c:v>
                </c:pt>
                <c:pt idx="1557">
                  <c:v>36.927399999999999</c:v>
                </c:pt>
                <c:pt idx="1558">
                  <c:v>36.954000000000001</c:v>
                </c:pt>
                <c:pt idx="1559">
                  <c:v>36.977699999999999</c:v>
                </c:pt>
                <c:pt idx="1560">
                  <c:v>37.001300000000001</c:v>
                </c:pt>
                <c:pt idx="1561">
                  <c:v>37.025399999999998</c:v>
                </c:pt>
                <c:pt idx="1562">
                  <c:v>37.0535</c:v>
                </c:pt>
                <c:pt idx="1563">
                  <c:v>37.073900000000002</c:v>
                </c:pt>
                <c:pt idx="1564">
                  <c:v>37.100099999999998</c:v>
                </c:pt>
                <c:pt idx="1565">
                  <c:v>37.121000000000002</c:v>
                </c:pt>
                <c:pt idx="1566">
                  <c:v>37.1419</c:v>
                </c:pt>
                <c:pt idx="1567">
                  <c:v>37.164400000000001</c:v>
                </c:pt>
                <c:pt idx="1568">
                  <c:v>37.184600000000003</c:v>
                </c:pt>
                <c:pt idx="1569">
                  <c:v>37.2087</c:v>
                </c:pt>
                <c:pt idx="1570">
                  <c:v>37.231499999999997</c:v>
                </c:pt>
                <c:pt idx="1571">
                  <c:v>37.252000000000002</c:v>
                </c:pt>
                <c:pt idx="1572">
                  <c:v>37.2729</c:v>
                </c:pt>
                <c:pt idx="1573">
                  <c:v>37.299500000000002</c:v>
                </c:pt>
                <c:pt idx="1574">
                  <c:v>37.320300000000003</c:v>
                </c:pt>
                <c:pt idx="1575">
                  <c:v>37.342100000000002</c:v>
                </c:pt>
                <c:pt idx="1576">
                  <c:v>37.365099999999998</c:v>
                </c:pt>
                <c:pt idx="1577">
                  <c:v>37.385100000000001</c:v>
                </c:pt>
                <c:pt idx="1578">
                  <c:v>37.410899999999998</c:v>
                </c:pt>
                <c:pt idx="1579">
                  <c:v>37.431899999999999</c:v>
                </c:pt>
                <c:pt idx="1580">
                  <c:v>37.457900000000002</c:v>
                </c:pt>
                <c:pt idx="1581">
                  <c:v>37.4833</c:v>
                </c:pt>
                <c:pt idx="1582">
                  <c:v>37.512099999999997</c:v>
                </c:pt>
                <c:pt idx="1583">
                  <c:v>37.533000000000001</c:v>
                </c:pt>
                <c:pt idx="1584">
                  <c:v>37.560099999999998</c:v>
                </c:pt>
                <c:pt idx="1585">
                  <c:v>37.580599999999997</c:v>
                </c:pt>
                <c:pt idx="1586">
                  <c:v>37.601399999999998</c:v>
                </c:pt>
                <c:pt idx="1587">
                  <c:v>37.6218</c:v>
                </c:pt>
                <c:pt idx="1588">
                  <c:v>37.651800000000001</c:v>
                </c:pt>
                <c:pt idx="1589">
                  <c:v>37.675199999999997</c:v>
                </c:pt>
                <c:pt idx="1590">
                  <c:v>37.698700000000002</c:v>
                </c:pt>
                <c:pt idx="1591">
                  <c:v>37.719499999999996</c:v>
                </c:pt>
                <c:pt idx="1592">
                  <c:v>37.741100000000003</c:v>
                </c:pt>
                <c:pt idx="1593">
                  <c:v>37.764299999999999</c:v>
                </c:pt>
                <c:pt idx="1594">
                  <c:v>37.7849</c:v>
                </c:pt>
                <c:pt idx="1595">
                  <c:v>37.805100000000003</c:v>
                </c:pt>
                <c:pt idx="1596">
                  <c:v>37.827599999999997</c:v>
                </c:pt>
                <c:pt idx="1597">
                  <c:v>37.847700000000003</c:v>
                </c:pt>
                <c:pt idx="1598">
                  <c:v>37.875599999999999</c:v>
                </c:pt>
                <c:pt idx="1599">
                  <c:v>37.904800000000002</c:v>
                </c:pt>
                <c:pt idx="1600">
                  <c:v>37.9285</c:v>
                </c:pt>
                <c:pt idx="1601">
                  <c:v>37.952399999999997</c:v>
                </c:pt>
                <c:pt idx="1602">
                  <c:v>37.978999999999999</c:v>
                </c:pt>
                <c:pt idx="1603">
                  <c:v>38.002699999999997</c:v>
                </c:pt>
                <c:pt idx="1604">
                  <c:v>38.023899999999998</c:v>
                </c:pt>
                <c:pt idx="1605">
                  <c:v>38.053100000000001</c:v>
                </c:pt>
                <c:pt idx="1606">
                  <c:v>38.073099999999997</c:v>
                </c:pt>
                <c:pt idx="1607">
                  <c:v>38.099200000000003</c:v>
                </c:pt>
                <c:pt idx="1608">
                  <c:v>38.127899999999997</c:v>
                </c:pt>
                <c:pt idx="1609">
                  <c:v>38.151499999999999</c:v>
                </c:pt>
                <c:pt idx="1610">
                  <c:v>38.174100000000003</c:v>
                </c:pt>
                <c:pt idx="1611">
                  <c:v>38.201000000000001</c:v>
                </c:pt>
                <c:pt idx="1612">
                  <c:v>38.230600000000003</c:v>
                </c:pt>
                <c:pt idx="1613">
                  <c:v>38.258699999999997</c:v>
                </c:pt>
                <c:pt idx="1614">
                  <c:v>38.286499999999997</c:v>
                </c:pt>
                <c:pt idx="1615">
                  <c:v>38.306699999999999</c:v>
                </c:pt>
                <c:pt idx="1616">
                  <c:v>38.333100000000002</c:v>
                </c:pt>
                <c:pt idx="1617">
                  <c:v>38.353999999999999</c:v>
                </c:pt>
                <c:pt idx="1618">
                  <c:v>38.381700000000002</c:v>
                </c:pt>
                <c:pt idx="1619">
                  <c:v>38.409599999999998</c:v>
                </c:pt>
                <c:pt idx="1620">
                  <c:v>38.4315</c:v>
                </c:pt>
                <c:pt idx="1621">
                  <c:v>38.459099999999999</c:v>
                </c:pt>
                <c:pt idx="1622">
                  <c:v>38.485900000000001</c:v>
                </c:pt>
                <c:pt idx="1623">
                  <c:v>38.5182</c:v>
                </c:pt>
                <c:pt idx="1624">
                  <c:v>38.538400000000003</c:v>
                </c:pt>
                <c:pt idx="1625">
                  <c:v>38.562800000000003</c:v>
                </c:pt>
                <c:pt idx="1626">
                  <c:v>38.5837</c:v>
                </c:pt>
                <c:pt idx="1627">
                  <c:v>38.604799999999997</c:v>
                </c:pt>
                <c:pt idx="1628">
                  <c:v>38.6282</c:v>
                </c:pt>
                <c:pt idx="1629">
                  <c:v>38.649900000000002</c:v>
                </c:pt>
                <c:pt idx="1630">
                  <c:v>38.671799999999998</c:v>
                </c:pt>
                <c:pt idx="1631">
                  <c:v>38.697699999999998</c:v>
                </c:pt>
                <c:pt idx="1632">
                  <c:v>38.7224</c:v>
                </c:pt>
                <c:pt idx="1633">
                  <c:v>38.744799999999998</c:v>
                </c:pt>
                <c:pt idx="1634">
                  <c:v>38.765000000000001</c:v>
                </c:pt>
                <c:pt idx="1635">
                  <c:v>38.7864</c:v>
                </c:pt>
                <c:pt idx="1636">
                  <c:v>38.806699999999999</c:v>
                </c:pt>
                <c:pt idx="1637">
                  <c:v>38.830800000000004</c:v>
                </c:pt>
                <c:pt idx="1638">
                  <c:v>38.857799999999997</c:v>
                </c:pt>
                <c:pt idx="1639">
                  <c:v>38.914900000000003</c:v>
                </c:pt>
                <c:pt idx="1640">
                  <c:v>38.937199999999997</c:v>
                </c:pt>
                <c:pt idx="1641">
                  <c:v>38.959600000000002</c:v>
                </c:pt>
                <c:pt idx="1642">
                  <c:v>38.986899999999999</c:v>
                </c:pt>
                <c:pt idx="1643">
                  <c:v>39.007199999999997</c:v>
                </c:pt>
                <c:pt idx="1644">
                  <c:v>39.031300000000002</c:v>
                </c:pt>
                <c:pt idx="1645">
                  <c:v>39.057000000000002</c:v>
                </c:pt>
                <c:pt idx="1646">
                  <c:v>39.0839</c:v>
                </c:pt>
                <c:pt idx="1647">
                  <c:v>39.104700000000001</c:v>
                </c:pt>
                <c:pt idx="1648">
                  <c:v>39.125599999999999</c:v>
                </c:pt>
                <c:pt idx="1649">
                  <c:v>39.146299999999997</c:v>
                </c:pt>
                <c:pt idx="1650">
                  <c:v>39.1676</c:v>
                </c:pt>
                <c:pt idx="1651">
                  <c:v>39.195399999999999</c:v>
                </c:pt>
                <c:pt idx="1652">
                  <c:v>39.224200000000003</c:v>
                </c:pt>
                <c:pt idx="1653">
                  <c:v>39.246400000000001</c:v>
                </c:pt>
                <c:pt idx="1654">
                  <c:v>39.268500000000003</c:v>
                </c:pt>
                <c:pt idx="1655">
                  <c:v>39.292400000000001</c:v>
                </c:pt>
                <c:pt idx="1656">
                  <c:v>39.314700000000002</c:v>
                </c:pt>
                <c:pt idx="1657">
                  <c:v>39.341900000000003</c:v>
                </c:pt>
                <c:pt idx="1658">
                  <c:v>39.366999999999997</c:v>
                </c:pt>
                <c:pt idx="1659">
                  <c:v>39.387799999999999</c:v>
                </c:pt>
                <c:pt idx="1660">
                  <c:v>39.415700000000001</c:v>
                </c:pt>
                <c:pt idx="1661">
                  <c:v>39.436700000000002</c:v>
                </c:pt>
                <c:pt idx="1662">
                  <c:v>39.469000000000001</c:v>
                </c:pt>
                <c:pt idx="1663">
                  <c:v>39.495600000000003</c:v>
                </c:pt>
                <c:pt idx="1664">
                  <c:v>39.519599999999997</c:v>
                </c:pt>
                <c:pt idx="1665">
                  <c:v>39.546199999999999</c:v>
                </c:pt>
                <c:pt idx="1666">
                  <c:v>39.604700000000001</c:v>
                </c:pt>
                <c:pt idx="1667">
                  <c:v>39.6248</c:v>
                </c:pt>
                <c:pt idx="1668">
                  <c:v>39.647500000000001</c:v>
                </c:pt>
                <c:pt idx="1669">
                  <c:v>39.673000000000002</c:v>
                </c:pt>
                <c:pt idx="1670">
                  <c:v>39.694499999999998</c:v>
                </c:pt>
                <c:pt idx="1671">
                  <c:v>39.714500000000001</c:v>
                </c:pt>
                <c:pt idx="1672">
                  <c:v>39.740699999999997</c:v>
                </c:pt>
                <c:pt idx="1673">
                  <c:v>39.762999999999998</c:v>
                </c:pt>
                <c:pt idx="1674">
                  <c:v>39.785200000000003</c:v>
                </c:pt>
                <c:pt idx="1675">
                  <c:v>39.808199999999999</c:v>
                </c:pt>
                <c:pt idx="1676">
                  <c:v>39.830500000000001</c:v>
                </c:pt>
                <c:pt idx="1677">
                  <c:v>39.857900000000001</c:v>
                </c:pt>
                <c:pt idx="1678">
                  <c:v>39.880099999999999</c:v>
                </c:pt>
                <c:pt idx="1679">
                  <c:v>39.902700000000003</c:v>
                </c:pt>
                <c:pt idx="1680">
                  <c:v>39.923299999999998</c:v>
                </c:pt>
                <c:pt idx="1681">
                  <c:v>39.950200000000002</c:v>
                </c:pt>
                <c:pt idx="1682">
                  <c:v>39.973599999999998</c:v>
                </c:pt>
                <c:pt idx="1683">
                  <c:v>39.996299999999998</c:v>
                </c:pt>
                <c:pt idx="1684">
                  <c:v>40.024299999999997</c:v>
                </c:pt>
                <c:pt idx="1685">
                  <c:v>40.044400000000003</c:v>
                </c:pt>
                <c:pt idx="1686">
                  <c:v>40.069000000000003</c:v>
                </c:pt>
                <c:pt idx="1687">
                  <c:v>40.096699999999998</c:v>
                </c:pt>
                <c:pt idx="1688">
                  <c:v>40.124400000000001</c:v>
                </c:pt>
                <c:pt idx="1689">
                  <c:v>40.1447</c:v>
                </c:pt>
                <c:pt idx="1690">
                  <c:v>40.169400000000003</c:v>
                </c:pt>
                <c:pt idx="1691">
                  <c:v>40.190199999999997</c:v>
                </c:pt>
                <c:pt idx="1692">
                  <c:v>40.212200000000003</c:v>
                </c:pt>
                <c:pt idx="1693">
                  <c:v>40.239899999999999</c:v>
                </c:pt>
                <c:pt idx="1694">
                  <c:v>40.264499999999998</c:v>
                </c:pt>
                <c:pt idx="1695">
                  <c:v>40.293999999999997</c:v>
                </c:pt>
                <c:pt idx="1696">
                  <c:v>40.315199999999997</c:v>
                </c:pt>
                <c:pt idx="1697">
                  <c:v>40.335900000000002</c:v>
                </c:pt>
                <c:pt idx="1698">
                  <c:v>40.363700000000001</c:v>
                </c:pt>
                <c:pt idx="1699">
                  <c:v>40.396999999999998</c:v>
                </c:pt>
                <c:pt idx="1700">
                  <c:v>40.422699999999999</c:v>
                </c:pt>
                <c:pt idx="1701">
                  <c:v>40.444800000000001</c:v>
                </c:pt>
                <c:pt idx="1702">
                  <c:v>40.466200000000001</c:v>
                </c:pt>
                <c:pt idx="1703">
                  <c:v>40.496499999999997</c:v>
                </c:pt>
                <c:pt idx="1704">
                  <c:v>40.518500000000003</c:v>
                </c:pt>
                <c:pt idx="1705">
                  <c:v>40.544699999999999</c:v>
                </c:pt>
                <c:pt idx="1706">
                  <c:v>40.565399999999997</c:v>
                </c:pt>
                <c:pt idx="1707">
                  <c:v>40.5867</c:v>
                </c:pt>
                <c:pt idx="1708">
                  <c:v>40.607300000000002</c:v>
                </c:pt>
                <c:pt idx="1709">
                  <c:v>40.635399999999997</c:v>
                </c:pt>
                <c:pt idx="1710">
                  <c:v>40.662399999999998</c:v>
                </c:pt>
                <c:pt idx="1711">
                  <c:v>40.683799999999998</c:v>
                </c:pt>
                <c:pt idx="1712">
                  <c:v>40.705199999999998</c:v>
                </c:pt>
                <c:pt idx="1713">
                  <c:v>40.725900000000003</c:v>
                </c:pt>
                <c:pt idx="1714">
                  <c:v>40.746899999999997</c:v>
                </c:pt>
                <c:pt idx="1715">
                  <c:v>40.767499999999998</c:v>
                </c:pt>
                <c:pt idx="1716">
                  <c:v>40.790199999999999</c:v>
                </c:pt>
                <c:pt idx="1717">
                  <c:v>40.817300000000003</c:v>
                </c:pt>
                <c:pt idx="1718">
                  <c:v>40.838500000000003</c:v>
                </c:pt>
                <c:pt idx="1719">
                  <c:v>40.865299999999998</c:v>
                </c:pt>
                <c:pt idx="1720">
                  <c:v>40.888100000000001</c:v>
                </c:pt>
                <c:pt idx="1721">
                  <c:v>40.908099999999997</c:v>
                </c:pt>
                <c:pt idx="1722">
                  <c:v>40.928600000000003</c:v>
                </c:pt>
                <c:pt idx="1723">
                  <c:v>40.949399999999997</c:v>
                </c:pt>
                <c:pt idx="1724">
                  <c:v>40.976199999999999</c:v>
                </c:pt>
                <c:pt idx="1725">
                  <c:v>40.998199999999997</c:v>
                </c:pt>
                <c:pt idx="1726">
                  <c:v>41.026000000000003</c:v>
                </c:pt>
                <c:pt idx="1727">
                  <c:v>41.0486</c:v>
                </c:pt>
                <c:pt idx="1728">
                  <c:v>41.070500000000003</c:v>
                </c:pt>
                <c:pt idx="1729">
                  <c:v>41.090699999999998</c:v>
                </c:pt>
                <c:pt idx="1730">
                  <c:v>41.111600000000003</c:v>
                </c:pt>
                <c:pt idx="1731">
                  <c:v>41.137799999999999</c:v>
                </c:pt>
                <c:pt idx="1732">
                  <c:v>41.165599999999998</c:v>
                </c:pt>
                <c:pt idx="1733">
                  <c:v>41.197400000000002</c:v>
                </c:pt>
                <c:pt idx="1734">
                  <c:v>41.2258</c:v>
                </c:pt>
                <c:pt idx="1735">
                  <c:v>41.246400000000001</c:v>
                </c:pt>
                <c:pt idx="1736">
                  <c:v>41.266599999999997</c:v>
                </c:pt>
                <c:pt idx="1737">
                  <c:v>41.294899999999998</c:v>
                </c:pt>
                <c:pt idx="1738">
                  <c:v>41.315100000000001</c:v>
                </c:pt>
                <c:pt idx="1739">
                  <c:v>41.342799999999997</c:v>
                </c:pt>
                <c:pt idx="1740">
                  <c:v>41.363399999999999</c:v>
                </c:pt>
                <c:pt idx="1741">
                  <c:v>41.389000000000003</c:v>
                </c:pt>
                <c:pt idx="1742">
                  <c:v>41.413600000000002</c:v>
                </c:pt>
                <c:pt idx="1743">
                  <c:v>41.433799999999998</c:v>
                </c:pt>
                <c:pt idx="1744">
                  <c:v>41.462400000000002</c:v>
                </c:pt>
                <c:pt idx="1745">
                  <c:v>41.4848</c:v>
                </c:pt>
                <c:pt idx="1746">
                  <c:v>41.514499999999998</c:v>
                </c:pt>
                <c:pt idx="1747">
                  <c:v>41.540599999999998</c:v>
                </c:pt>
                <c:pt idx="1748">
                  <c:v>41.561300000000003</c:v>
                </c:pt>
                <c:pt idx="1749">
                  <c:v>41.583599999999997</c:v>
                </c:pt>
                <c:pt idx="1750">
                  <c:v>41.611199999999997</c:v>
                </c:pt>
                <c:pt idx="1751">
                  <c:v>41.637700000000002</c:v>
                </c:pt>
                <c:pt idx="1752">
                  <c:v>41.665100000000002</c:v>
                </c:pt>
                <c:pt idx="1753">
                  <c:v>41.692599999999999</c:v>
                </c:pt>
                <c:pt idx="1754">
                  <c:v>41.720199999999998</c:v>
                </c:pt>
                <c:pt idx="1755">
                  <c:v>41.741300000000003</c:v>
                </c:pt>
                <c:pt idx="1756">
                  <c:v>41.764099999999999</c:v>
                </c:pt>
                <c:pt idx="1757">
                  <c:v>41.7913</c:v>
                </c:pt>
                <c:pt idx="1758">
                  <c:v>41.814399999999999</c:v>
                </c:pt>
                <c:pt idx="1759">
                  <c:v>41.841200000000001</c:v>
                </c:pt>
                <c:pt idx="1760">
                  <c:v>41.862900000000003</c:v>
                </c:pt>
                <c:pt idx="1761">
                  <c:v>41.884700000000002</c:v>
                </c:pt>
                <c:pt idx="1762">
                  <c:v>41.904800000000002</c:v>
                </c:pt>
                <c:pt idx="1763">
                  <c:v>41.9313</c:v>
                </c:pt>
                <c:pt idx="1764">
                  <c:v>41.953800000000001</c:v>
                </c:pt>
                <c:pt idx="1765">
                  <c:v>41.981000000000002</c:v>
                </c:pt>
                <c:pt idx="1766">
                  <c:v>42.004399999999997</c:v>
                </c:pt>
                <c:pt idx="1767">
                  <c:v>42.027200000000001</c:v>
                </c:pt>
                <c:pt idx="1768">
                  <c:v>42.052999999999997</c:v>
                </c:pt>
                <c:pt idx="1769">
                  <c:v>42.079300000000003</c:v>
                </c:pt>
                <c:pt idx="1770">
                  <c:v>42.102400000000003</c:v>
                </c:pt>
                <c:pt idx="1771">
                  <c:v>42.130499999999998</c:v>
                </c:pt>
                <c:pt idx="1772">
                  <c:v>42.153399999999998</c:v>
                </c:pt>
                <c:pt idx="1773">
                  <c:v>42.180399999999999</c:v>
                </c:pt>
                <c:pt idx="1774">
                  <c:v>42.204300000000003</c:v>
                </c:pt>
                <c:pt idx="1775">
                  <c:v>42.224600000000002</c:v>
                </c:pt>
                <c:pt idx="1776">
                  <c:v>42.245699999999999</c:v>
                </c:pt>
                <c:pt idx="1777">
                  <c:v>42.267800000000001</c:v>
                </c:pt>
                <c:pt idx="1778">
                  <c:v>42.2926</c:v>
                </c:pt>
                <c:pt idx="1779">
                  <c:v>42.319800000000001</c:v>
                </c:pt>
                <c:pt idx="1780">
                  <c:v>42.348799999999997</c:v>
                </c:pt>
                <c:pt idx="1781">
                  <c:v>42.369</c:v>
                </c:pt>
                <c:pt idx="1782">
                  <c:v>42.395800000000001</c:v>
                </c:pt>
                <c:pt idx="1783">
                  <c:v>42.417299999999997</c:v>
                </c:pt>
                <c:pt idx="1784">
                  <c:v>42.437399999999997</c:v>
                </c:pt>
                <c:pt idx="1785">
                  <c:v>42.465600000000002</c:v>
                </c:pt>
                <c:pt idx="1786">
                  <c:v>42.485599999999998</c:v>
                </c:pt>
                <c:pt idx="1787">
                  <c:v>42.5075</c:v>
                </c:pt>
                <c:pt idx="1788">
                  <c:v>42.533200000000001</c:v>
                </c:pt>
                <c:pt idx="1789">
                  <c:v>42.561399999999999</c:v>
                </c:pt>
                <c:pt idx="1790">
                  <c:v>42.583500000000001</c:v>
                </c:pt>
                <c:pt idx="1791">
                  <c:v>42.605600000000003</c:v>
                </c:pt>
                <c:pt idx="1792">
                  <c:v>42.627600000000001</c:v>
                </c:pt>
                <c:pt idx="1793">
                  <c:v>42.6477</c:v>
                </c:pt>
                <c:pt idx="1794">
                  <c:v>42.670200000000001</c:v>
                </c:pt>
                <c:pt idx="1795">
                  <c:v>42.6965</c:v>
                </c:pt>
                <c:pt idx="1796">
                  <c:v>42.724499999999999</c:v>
                </c:pt>
                <c:pt idx="1797">
                  <c:v>42.744700000000002</c:v>
                </c:pt>
                <c:pt idx="1798">
                  <c:v>42.7669</c:v>
                </c:pt>
                <c:pt idx="1799">
                  <c:v>42.7943</c:v>
                </c:pt>
                <c:pt idx="1800">
                  <c:v>42.8217</c:v>
                </c:pt>
                <c:pt idx="1801">
                  <c:v>42.846899999999998</c:v>
                </c:pt>
                <c:pt idx="1802">
                  <c:v>42.875100000000003</c:v>
                </c:pt>
                <c:pt idx="1803">
                  <c:v>42.900700000000001</c:v>
                </c:pt>
                <c:pt idx="1804">
                  <c:v>42.923400000000001</c:v>
                </c:pt>
                <c:pt idx="1805">
                  <c:v>42.945399999999999</c:v>
                </c:pt>
                <c:pt idx="1806">
                  <c:v>42.966799999999999</c:v>
                </c:pt>
                <c:pt idx="1807">
                  <c:v>42.990099999999998</c:v>
                </c:pt>
                <c:pt idx="1808">
                  <c:v>43.013100000000001</c:v>
                </c:pt>
                <c:pt idx="1809">
                  <c:v>43.035400000000003</c:v>
                </c:pt>
                <c:pt idx="1810">
                  <c:v>43.055799999999998</c:v>
                </c:pt>
                <c:pt idx="1811">
                  <c:v>43.084699999999998</c:v>
                </c:pt>
                <c:pt idx="1812">
                  <c:v>43.107100000000003</c:v>
                </c:pt>
                <c:pt idx="1813">
                  <c:v>43.131300000000003</c:v>
                </c:pt>
                <c:pt idx="1814">
                  <c:v>43.154499999999999</c:v>
                </c:pt>
                <c:pt idx="1815">
                  <c:v>43.178199999999997</c:v>
                </c:pt>
                <c:pt idx="1816">
                  <c:v>43.201900000000002</c:v>
                </c:pt>
                <c:pt idx="1817">
                  <c:v>43.222200000000001</c:v>
                </c:pt>
                <c:pt idx="1818">
                  <c:v>43.251300000000001</c:v>
                </c:pt>
                <c:pt idx="1819">
                  <c:v>43.278599999999997</c:v>
                </c:pt>
                <c:pt idx="1820">
                  <c:v>43.3033</c:v>
                </c:pt>
                <c:pt idx="1821">
                  <c:v>43.3247</c:v>
                </c:pt>
                <c:pt idx="1822">
                  <c:v>43.349899999999998</c:v>
                </c:pt>
                <c:pt idx="1823">
                  <c:v>43.373899999999999</c:v>
                </c:pt>
                <c:pt idx="1824">
                  <c:v>43.396299999999997</c:v>
                </c:pt>
                <c:pt idx="1825">
                  <c:v>43.422600000000003</c:v>
                </c:pt>
                <c:pt idx="1826">
                  <c:v>43.448999999999998</c:v>
                </c:pt>
                <c:pt idx="1827">
                  <c:v>43.476700000000001</c:v>
                </c:pt>
                <c:pt idx="1828">
                  <c:v>43.498100000000001</c:v>
                </c:pt>
                <c:pt idx="1829">
                  <c:v>43.521799999999999</c:v>
                </c:pt>
                <c:pt idx="1830">
                  <c:v>43.542499999999997</c:v>
                </c:pt>
                <c:pt idx="1831">
                  <c:v>43.564</c:v>
                </c:pt>
                <c:pt idx="1832">
                  <c:v>43.584400000000002</c:v>
                </c:pt>
                <c:pt idx="1833">
                  <c:v>43.606299999999997</c:v>
                </c:pt>
                <c:pt idx="1834">
                  <c:v>43.636899999999997</c:v>
                </c:pt>
                <c:pt idx="1835">
                  <c:v>43.663699999999999</c:v>
                </c:pt>
                <c:pt idx="1836">
                  <c:v>43.685000000000002</c:v>
                </c:pt>
                <c:pt idx="1837">
                  <c:v>43.705500000000001</c:v>
                </c:pt>
                <c:pt idx="1838">
                  <c:v>43.734699999999997</c:v>
                </c:pt>
                <c:pt idx="1839">
                  <c:v>43.762500000000003</c:v>
                </c:pt>
                <c:pt idx="1840">
                  <c:v>43.790799999999997</c:v>
                </c:pt>
                <c:pt idx="1841">
                  <c:v>43.812899999999999</c:v>
                </c:pt>
                <c:pt idx="1842">
                  <c:v>43.845599999999997</c:v>
                </c:pt>
                <c:pt idx="1843">
                  <c:v>43.868200000000002</c:v>
                </c:pt>
                <c:pt idx="1844">
                  <c:v>43.892800000000001</c:v>
                </c:pt>
                <c:pt idx="1845">
                  <c:v>43.922699999999999</c:v>
                </c:pt>
                <c:pt idx="1846">
                  <c:v>43.943600000000004</c:v>
                </c:pt>
                <c:pt idx="1847">
                  <c:v>43.966000000000001</c:v>
                </c:pt>
                <c:pt idx="1848">
                  <c:v>43.987900000000003</c:v>
                </c:pt>
                <c:pt idx="1849">
                  <c:v>44.008800000000001</c:v>
                </c:pt>
                <c:pt idx="1850">
                  <c:v>44.029499999999999</c:v>
                </c:pt>
                <c:pt idx="1851">
                  <c:v>44.055</c:v>
                </c:pt>
                <c:pt idx="1852">
                  <c:v>44.08</c:v>
                </c:pt>
                <c:pt idx="1853">
                  <c:v>44.102600000000002</c:v>
                </c:pt>
                <c:pt idx="1854">
                  <c:v>44.1248</c:v>
                </c:pt>
                <c:pt idx="1855">
                  <c:v>44.150399999999998</c:v>
                </c:pt>
                <c:pt idx="1856">
                  <c:v>44.177700000000002</c:v>
                </c:pt>
                <c:pt idx="1857">
                  <c:v>44.204599999999999</c:v>
                </c:pt>
                <c:pt idx="1858">
                  <c:v>44.234200000000001</c:v>
                </c:pt>
                <c:pt idx="1859">
                  <c:v>44.257800000000003</c:v>
                </c:pt>
                <c:pt idx="1860">
                  <c:v>44.278100000000002</c:v>
                </c:pt>
                <c:pt idx="1861">
                  <c:v>44.298499999999997</c:v>
                </c:pt>
                <c:pt idx="1862">
                  <c:v>44.32</c:v>
                </c:pt>
                <c:pt idx="1863">
                  <c:v>44.347900000000003</c:v>
                </c:pt>
                <c:pt idx="1864">
                  <c:v>44.368299999999998</c:v>
                </c:pt>
                <c:pt idx="1865">
                  <c:v>44.398200000000003</c:v>
                </c:pt>
                <c:pt idx="1866">
                  <c:v>44.4191</c:v>
                </c:pt>
                <c:pt idx="1867">
                  <c:v>44.439900000000002</c:v>
                </c:pt>
                <c:pt idx="1868">
                  <c:v>44.461799999999997</c:v>
                </c:pt>
                <c:pt idx="1869">
                  <c:v>44.482199999999999</c:v>
                </c:pt>
                <c:pt idx="1870">
                  <c:v>44.502899999999997</c:v>
                </c:pt>
                <c:pt idx="1871">
                  <c:v>44.5304</c:v>
                </c:pt>
                <c:pt idx="1872">
                  <c:v>44.551099999999998</c:v>
                </c:pt>
                <c:pt idx="1873">
                  <c:v>44.572899999999997</c:v>
                </c:pt>
                <c:pt idx="1874">
                  <c:v>44.597099999999998</c:v>
                </c:pt>
                <c:pt idx="1875">
                  <c:v>44.624699999999997</c:v>
                </c:pt>
                <c:pt idx="1876">
                  <c:v>44.645499999999998</c:v>
                </c:pt>
                <c:pt idx="1877">
                  <c:v>44.668799999999997</c:v>
                </c:pt>
                <c:pt idx="1878">
                  <c:v>44.696399999999997</c:v>
                </c:pt>
                <c:pt idx="1879">
                  <c:v>44.722299999999997</c:v>
                </c:pt>
                <c:pt idx="1880">
                  <c:v>44.749200000000002</c:v>
                </c:pt>
                <c:pt idx="1881">
                  <c:v>44.778799999999997</c:v>
                </c:pt>
                <c:pt idx="1882">
                  <c:v>44.801299999999998</c:v>
                </c:pt>
                <c:pt idx="1883">
                  <c:v>44.830800000000004</c:v>
                </c:pt>
                <c:pt idx="1884">
                  <c:v>44.852200000000003</c:v>
                </c:pt>
                <c:pt idx="1885">
                  <c:v>44.874299999999998</c:v>
                </c:pt>
                <c:pt idx="1886">
                  <c:v>44.904800000000002</c:v>
                </c:pt>
                <c:pt idx="1887">
                  <c:v>44.933900000000001</c:v>
                </c:pt>
                <c:pt idx="1888">
                  <c:v>44.9542</c:v>
                </c:pt>
                <c:pt idx="1889">
                  <c:v>44.982300000000002</c:v>
                </c:pt>
                <c:pt idx="1890">
                  <c:v>45.012</c:v>
                </c:pt>
                <c:pt idx="1891">
                  <c:v>45.038699999999999</c:v>
                </c:pt>
                <c:pt idx="1892">
                  <c:v>45.066299999999998</c:v>
                </c:pt>
                <c:pt idx="1893">
                  <c:v>45.087499999999999</c:v>
                </c:pt>
                <c:pt idx="1894">
                  <c:v>45.115600000000001</c:v>
                </c:pt>
                <c:pt idx="1895">
                  <c:v>45.140700000000002</c:v>
                </c:pt>
                <c:pt idx="1896">
                  <c:v>45.167200000000001</c:v>
                </c:pt>
                <c:pt idx="1897">
                  <c:v>45.196199999999997</c:v>
                </c:pt>
                <c:pt idx="1898">
                  <c:v>45.2224</c:v>
                </c:pt>
                <c:pt idx="1899">
                  <c:v>45.2502</c:v>
                </c:pt>
                <c:pt idx="1900">
                  <c:v>45.280900000000003</c:v>
                </c:pt>
                <c:pt idx="1901">
                  <c:v>45.306100000000001</c:v>
                </c:pt>
                <c:pt idx="1902">
                  <c:v>45.334499999999998</c:v>
                </c:pt>
                <c:pt idx="1903">
                  <c:v>45.361600000000003</c:v>
                </c:pt>
                <c:pt idx="1904">
                  <c:v>45.383899999999997</c:v>
                </c:pt>
                <c:pt idx="1905">
                  <c:v>45.4101</c:v>
                </c:pt>
                <c:pt idx="1906">
                  <c:v>45.437399999999997</c:v>
                </c:pt>
                <c:pt idx="1907">
                  <c:v>45.457799999999999</c:v>
                </c:pt>
                <c:pt idx="1908">
                  <c:v>45.485100000000003</c:v>
                </c:pt>
                <c:pt idx="1909">
                  <c:v>45.513800000000003</c:v>
                </c:pt>
                <c:pt idx="1910">
                  <c:v>45.540399999999998</c:v>
                </c:pt>
                <c:pt idx="1911">
                  <c:v>45.560600000000001</c:v>
                </c:pt>
                <c:pt idx="1912">
                  <c:v>45.582500000000003</c:v>
                </c:pt>
                <c:pt idx="1913">
                  <c:v>45.602800000000002</c:v>
                </c:pt>
                <c:pt idx="1914">
                  <c:v>45.623600000000003</c:v>
                </c:pt>
                <c:pt idx="1915">
                  <c:v>45.644199999999998</c:v>
                </c:pt>
                <c:pt idx="1916">
                  <c:v>45.668300000000002</c:v>
                </c:pt>
                <c:pt idx="1917">
                  <c:v>45.692999999999998</c:v>
                </c:pt>
                <c:pt idx="1918">
                  <c:v>45.713200000000001</c:v>
                </c:pt>
                <c:pt idx="1919">
                  <c:v>45.738500000000002</c:v>
                </c:pt>
                <c:pt idx="1920">
                  <c:v>45.765700000000002</c:v>
                </c:pt>
                <c:pt idx="1921">
                  <c:v>45.785899999999998</c:v>
                </c:pt>
                <c:pt idx="1922">
                  <c:v>45.811999999999998</c:v>
                </c:pt>
                <c:pt idx="1923">
                  <c:v>45.838700000000003</c:v>
                </c:pt>
                <c:pt idx="1924">
                  <c:v>45.865299999999998</c:v>
                </c:pt>
                <c:pt idx="1925">
                  <c:v>45.885399999999997</c:v>
                </c:pt>
                <c:pt idx="1926">
                  <c:v>45.905700000000003</c:v>
                </c:pt>
                <c:pt idx="1927">
                  <c:v>45.925899999999999</c:v>
                </c:pt>
                <c:pt idx="1928">
                  <c:v>45.947000000000003</c:v>
                </c:pt>
                <c:pt idx="1929">
                  <c:v>45.976199999999999</c:v>
                </c:pt>
                <c:pt idx="1930">
                  <c:v>46.001600000000003</c:v>
                </c:pt>
                <c:pt idx="1931">
                  <c:v>46.027900000000002</c:v>
                </c:pt>
                <c:pt idx="1932">
                  <c:v>46.055999999999997</c:v>
                </c:pt>
                <c:pt idx="1933">
                  <c:v>46.082500000000003</c:v>
                </c:pt>
                <c:pt idx="1934">
                  <c:v>46.108899999999998</c:v>
                </c:pt>
                <c:pt idx="1935">
                  <c:v>46.135100000000001</c:v>
                </c:pt>
                <c:pt idx="1936">
                  <c:v>46.157200000000003</c:v>
                </c:pt>
                <c:pt idx="1937">
                  <c:v>46.183100000000003</c:v>
                </c:pt>
                <c:pt idx="1938">
                  <c:v>46.209099999999999</c:v>
                </c:pt>
                <c:pt idx="1939">
                  <c:v>46.231200000000001</c:v>
                </c:pt>
                <c:pt idx="1940">
                  <c:v>46.256999999999998</c:v>
                </c:pt>
                <c:pt idx="1941">
                  <c:v>46.277900000000002</c:v>
                </c:pt>
                <c:pt idx="1942">
                  <c:v>46.304099999999998</c:v>
                </c:pt>
                <c:pt idx="1943">
                  <c:v>46.330300000000001</c:v>
                </c:pt>
                <c:pt idx="1944">
                  <c:v>46.356900000000003</c:v>
                </c:pt>
                <c:pt idx="1945">
                  <c:v>46.381399999999999</c:v>
                </c:pt>
                <c:pt idx="1946">
                  <c:v>46.402000000000001</c:v>
                </c:pt>
                <c:pt idx="1947">
                  <c:v>46.426400000000001</c:v>
                </c:pt>
                <c:pt idx="1948">
                  <c:v>46.453600000000002</c:v>
                </c:pt>
                <c:pt idx="1949">
                  <c:v>46.475499999999997</c:v>
                </c:pt>
                <c:pt idx="1950">
                  <c:v>46.500599999999999</c:v>
                </c:pt>
                <c:pt idx="1951">
                  <c:v>46.522399999999998</c:v>
                </c:pt>
                <c:pt idx="1952">
                  <c:v>46.547800000000002</c:v>
                </c:pt>
                <c:pt idx="1953">
                  <c:v>46.568399999999997</c:v>
                </c:pt>
                <c:pt idx="1954">
                  <c:v>46.589700000000001</c:v>
                </c:pt>
                <c:pt idx="1955">
                  <c:v>46.6111</c:v>
                </c:pt>
                <c:pt idx="1956">
                  <c:v>46.631700000000002</c:v>
                </c:pt>
                <c:pt idx="1957">
                  <c:v>46.6524</c:v>
                </c:pt>
                <c:pt idx="1958">
                  <c:v>46.677900000000001</c:v>
                </c:pt>
                <c:pt idx="1959">
                  <c:v>46.700200000000002</c:v>
                </c:pt>
                <c:pt idx="1960">
                  <c:v>46.7224</c:v>
                </c:pt>
                <c:pt idx="1961">
                  <c:v>46.743200000000002</c:v>
                </c:pt>
                <c:pt idx="1962">
                  <c:v>46.764499999999998</c:v>
                </c:pt>
                <c:pt idx="1963">
                  <c:v>46.785600000000002</c:v>
                </c:pt>
                <c:pt idx="1964">
                  <c:v>46.806899999999999</c:v>
                </c:pt>
                <c:pt idx="1965">
                  <c:v>46.832599999999999</c:v>
                </c:pt>
                <c:pt idx="1966">
                  <c:v>46.857700000000001</c:v>
                </c:pt>
                <c:pt idx="1967">
                  <c:v>46.880800000000001</c:v>
                </c:pt>
                <c:pt idx="1968">
                  <c:v>46.903100000000002</c:v>
                </c:pt>
                <c:pt idx="1969">
                  <c:v>46.924799999999998</c:v>
                </c:pt>
                <c:pt idx="1970">
                  <c:v>46.948599999999999</c:v>
                </c:pt>
                <c:pt idx="1971">
                  <c:v>46.969299999999997</c:v>
                </c:pt>
                <c:pt idx="1972">
                  <c:v>46.991700000000002</c:v>
                </c:pt>
                <c:pt idx="1973">
                  <c:v>47.014400000000002</c:v>
                </c:pt>
                <c:pt idx="1974">
                  <c:v>47.040999999999997</c:v>
                </c:pt>
                <c:pt idx="1975">
                  <c:v>47.062100000000001</c:v>
                </c:pt>
                <c:pt idx="1976">
                  <c:v>47.083199999999998</c:v>
                </c:pt>
                <c:pt idx="1977">
                  <c:v>47.103200000000001</c:v>
                </c:pt>
                <c:pt idx="1978">
                  <c:v>47.1248</c:v>
                </c:pt>
                <c:pt idx="1979">
                  <c:v>47.146700000000003</c:v>
                </c:pt>
                <c:pt idx="1980">
                  <c:v>47.167299999999997</c:v>
                </c:pt>
                <c:pt idx="1981">
                  <c:v>47.190100000000001</c:v>
                </c:pt>
                <c:pt idx="1982">
                  <c:v>47.2119</c:v>
                </c:pt>
                <c:pt idx="1983">
                  <c:v>47.233400000000003</c:v>
                </c:pt>
                <c:pt idx="1984">
                  <c:v>47.256100000000004</c:v>
                </c:pt>
                <c:pt idx="1985">
                  <c:v>47.2774</c:v>
                </c:pt>
                <c:pt idx="1986">
                  <c:v>47.305799999999998</c:v>
                </c:pt>
                <c:pt idx="1987">
                  <c:v>47.328299999999999</c:v>
                </c:pt>
                <c:pt idx="1988">
                  <c:v>47.3506</c:v>
                </c:pt>
                <c:pt idx="1989">
                  <c:v>47.379600000000003</c:v>
                </c:pt>
                <c:pt idx="1990">
                  <c:v>47.3996</c:v>
                </c:pt>
                <c:pt idx="1991">
                  <c:v>47.420499999999997</c:v>
                </c:pt>
                <c:pt idx="1992">
                  <c:v>47.444800000000001</c:v>
                </c:pt>
                <c:pt idx="1993">
                  <c:v>47.465000000000003</c:v>
                </c:pt>
                <c:pt idx="1994">
                  <c:v>47.495899999999999</c:v>
                </c:pt>
                <c:pt idx="1995">
                  <c:v>47.518900000000002</c:v>
                </c:pt>
                <c:pt idx="1996">
                  <c:v>47.547699999999999</c:v>
                </c:pt>
                <c:pt idx="1997">
                  <c:v>47.568600000000004</c:v>
                </c:pt>
                <c:pt idx="1998">
                  <c:v>47.5914</c:v>
                </c:pt>
                <c:pt idx="1999">
                  <c:v>47.619100000000003</c:v>
                </c:pt>
                <c:pt idx="2000">
                  <c:v>47.646599999999999</c:v>
                </c:pt>
                <c:pt idx="2001">
                  <c:v>47.667299999999997</c:v>
                </c:pt>
                <c:pt idx="2002">
                  <c:v>47.6875</c:v>
                </c:pt>
                <c:pt idx="2003">
                  <c:v>47.710299999999997</c:v>
                </c:pt>
                <c:pt idx="2004">
                  <c:v>47.732500000000002</c:v>
                </c:pt>
                <c:pt idx="2005">
                  <c:v>47.755200000000002</c:v>
                </c:pt>
                <c:pt idx="2006">
                  <c:v>47.776600000000002</c:v>
                </c:pt>
                <c:pt idx="2007">
                  <c:v>47.797800000000002</c:v>
                </c:pt>
                <c:pt idx="2008">
                  <c:v>47.820099999999996</c:v>
                </c:pt>
                <c:pt idx="2009">
                  <c:v>47.847000000000001</c:v>
                </c:pt>
                <c:pt idx="2010">
                  <c:v>47.872999999999998</c:v>
                </c:pt>
                <c:pt idx="2011">
                  <c:v>47.897599999999997</c:v>
                </c:pt>
                <c:pt idx="2012">
                  <c:v>47.927999999999997</c:v>
                </c:pt>
                <c:pt idx="2013">
                  <c:v>47.956699999999998</c:v>
                </c:pt>
                <c:pt idx="2014">
                  <c:v>47.982399999999998</c:v>
                </c:pt>
                <c:pt idx="2015">
                  <c:v>48.004899999999999</c:v>
                </c:pt>
                <c:pt idx="2016">
                  <c:v>48.027200000000001</c:v>
                </c:pt>
                <c:pt idx="2017">
                  <c:v>48.049599999999998</c:v>
                </c:pt>
                <c:pt idx="2018">
                  <c:v>48.069699999999997</c:v>
                </c:pt>
                <c:pt idx="2019">
                  <c:v>48.090600000000002</c:v>
                </c:pt>
                <c:pt idx="2020">
                  <c:v>48.121000000000002</c:v>
                </c:pt>
                <c:pt idx="2021">
                  <c:v>48.143099999999997</c:v>
                </c:pt>
                <c:pt idx="2022">
                  <c:v>48.165700000000001</c:v>
                </c:pt>
                <c:pt idx="2023">
                  <c:v>48.194499999999998</c:v>
                </c:pt>
                <c:pt idx="2024">
                  <c:v>48.2149</c:v>
                </c:pt>
                <c:pt idx="2025">
                  <c:v>48.235700000000001</c:v>
                </c:pt>
                <c:pt idx="2026">
                  <c:v>48.264499999999998</c:v>
                </c:pt>
                <c:pt idx="2027">
                  <c:v>48.286999999999999</c:v>
                </c:pt>
                <c:pt idx="2028">
                  <c:v>48.308300000000003</c:v>
                </c:pt>
                <c:pt idx="2029">
                  <c:v>48.331400000000002</c:v>
                </c:pt>
                <c:pt idx="2030">
                  <c:v>48.352899999999998</c:v>
                </c:pt>
                <c:pt idx="2031">
                  <c:v>48.374600000000001</c:v>
                </c:pt>
                <c:pt idx="2032">
                  <c:v>48.397799999999997</c:v>
                </c:pt>
                <c:pt idx="2033">
                  <c:v>48.4255</c:v>
                </c:pt>
                <c:pt idx="2034">
                  <c:v>48.447400000000002</c:v>
                </c:pt>
                <c:pt idx="2035">
                  <c:v>48.471899999999998</c:v>
                </c:pt>
                <c:pt idx="2036">
                  <c:v>48.493299999999998</c:v>
                </c:pt>
                <c:pt idx="2037">
                  <c:v>48.514600000000002</c:v>
                </c:pt>
                <c:pt idx="2038">
                  <c:v>48.535200000000003</c:v>
                </c:pt>
                <c:pt idx="2039">
                  <c:v>48.5578</c:v>
                </c:pt>
                <c:pt idx="2040">
                  <c:v>48.584800000000001</c:v>
                </c:pt>
                <c:pt idx="2041">
                  <c:v>48.6068</c:v>
                </c:pt>
                <c:pt idx="2042">
                  <c:v>48.630899999999997</c:v>
                </c:pt>
                <c:pt idx="2043">
                  <c:v>48.654400000000003</c:v>
                </c:pt>
                <c:pt idx="2044">
                  <c:v>48.674599999999998</c:v>
                </c:pt>
                <c:pt idx="2045">
                  <c:v>48.695</c:v>
                </c:pt>
                <c:pt idx="2046">
                  <c:v>48.718499999999999</c:v>
                </c:pt>
                <c:pt idx="2047">
                  <c:v>48.740600000000001</c:v>
                </c:pt>
                <c:pt idx="2048">
                  <c:v>48.762500000000003</c:v>
                </c:pt>
                <c:pt idx="2049">
                  <c:v>48.784300000000002</c:v>
                </c:pt>
                <c:pt idx="2050">
                  <c:v>48.805199999999999</c:v>
                </c:pt>
                <c:pt idx="2051">
                  <c:v>48.8264</c:v>
                </c:pt>
                <c:pt idx="2052">
                  <c:v>48.847999999999999</c:v>
                </c:pt>
                <c:pt idx="2053">
                  <c:v>48.875900000000001</c:v>
                </c:pt>
                <c:pt idx="2054">
                  <c:v>48.897399999999998</c:v>
                </c:pt>
                <c:pt idx="2055">
                  <c:v>48.927500000000002</c:v>
                </c:pt>
                <c:pt idx="2056">
                  <c:v>48.952100000000002</c:v>
                </c:pt>
                <c:pt idx="2057">
                  <c:v>48.972700000000003</c:v>
                </c:pt>
                <c:pt idx="2058">
                  <c:v>49.002699999999997</c:v>
                </c:pt>
                <c:pt idx="2059">
                  <c:v>49.031599999999997</c:v>
                </c:pt>
                <c:pt idx="2060">
                  <c:v>49.059699999999999</c:v>
                </c:pt>
                <c:pt idx="2061">
                  <c:v>49.080800000000004</c:v>
                </c:pt>
                <c:pt idx="2062">
                  <c:v>49.101399999999998</c:v>
                </c:pt>
                <c:pt idx="2063">
                  <c:v>49.122700000000002</c:v>
                </c:pt>
                <c:pt idx="2064">
                  <c:v>49.146500000000003</c:v>
                </c:pt>
                <c:pt idx="2065">
                  <c:v>49.175600000000003</c:v>
                </c:pt>
                <c:pt idx="2066">
                  <c:v>49.196899999999999</c:v>
                </c:pt>
                <c:pt idx="2067">
                  <c:v>49.217199999999998</c:v>
                </c:pt>
                <c:pt idx="2068">
                  <c:v>49.2438</c:v>
                </c:pt>
                <c:pt idx="2069">
                  <c:v>49.266199999999998</c:v>
                </c:pt>
                <c:pt idx="2070">
                  <c:v>49.2883</c:v>
                </c:pt>
                <c:pt idx="2071">
                  <c:v>49.308999999999997</c:v>
                </c:pt>
                <c:pt idx="2072">
                  <c:v>49.338299999999997</c:v>
                </c:pt>
                <c:pt idx="2073">
                  <c:v>49.361400000000003</c:v>
                </c:pt>
                <c:pt idx="2074">
                  <c:v>49.392099999999999</c:v>
                </c:pt>
                <c:pt idx="2075">
                  <c:v>49.413400000000003</c:v>
                </c:pt>
                <c:pt idx="2076">
                  <c:v>49.441699999999997</c:v>
                </c:pt>
                <c:pt idx="2077">
                  <c:v>49.462800000000001</c:v>
                </c:pt>
                <c:pt idx="2078">
                  <c:v>49.486600000000003</c:v>
                </c:pt>
                <c:pt idx="2079">
                  <c:v>49.509700000000002</c:v>
                </c:pt>
                <c:pt idx="2080">
                  <c:v>49.531399999999998</c:v>
                </c:pt>
                <c:pt idx="2081">
                  <c:v>49.558500000000002</c:v>
                </c:pt>
                <c:pt idx="2082">
                  <c:v>49.578600000000002</c:v>
                </c:pt>
                <c:pt idx="2083">
                  <c:v>49.599499999999999</c:v>
                </c:pt>
                <c:pt idx="2084">
                  <c:v>49.6233</c:v>
                </c:pt>
                <c:pt idx="2085">
                  <c:v>49.646000000000001</c:v>
                </c:pt>
                <c:pt idx="2086">
                  <c:v>49.669800000000002</c:v>
                </c:pt>
                <c:pt idx="2087">
                  <c:v>49.692399999999999</c:v>
                </c:pt>
                <c:pt idx="2088">
                  <c:v>49.715200000000003</c:v>
                </c:pt>
                <c:pt idx="2089">
                  <c:v>49.737900000000003</c:v>
                </c:pt>
                <c:pt idx="2090">
                  <c:v>49.765599999999999</c:v>
                </c:pt>
                <c:pt idx="2091">
                  <c:v>49.786700000000003</c:v>
                </c:pt>
                <c:pt idx="2092">
                  <c:v>49.810200000000002</c:v>
                </c:pt>
                <c:pt idx="2093">
                  <c:v>49.838900000000002</c:v>
                </c:pt>
                <c:pt idx="2094">
                  <c:v>49.864100000000001</c:v>
                </c:pt>
                <c:pt idx="2095">
                  <c:v>49.89</c:v>
                </c:pt>
                <c:pt idx="2096">
                  <c:v>49.915700000000001</c:v>
                </c:pt>
                <c:pt idx="2097">
                  <c:v>49.940600000000003</c:v>
                </c:pt>
                <c:pt idx="2098">
                  <c:v>49.969499999999996</c:v>
                </c:pt>
                <c:pt idx="2099">
                  <c:v>50.002400000000002</c:v>
                </c:pt>
                <c:pt idx="2100">
                  <c:v>50.038800000000002</c:v>
                </c:pt>
                <c:pt idx="2101">
                  <c:v>50.066800000000001</c:v>
                </c:pt>
                <c:pt idx="2102">
                  <c:v>50.093400000000003</c:v>
                </c:pt>
                <c:pt idx="2103">
                  <c:v>50.120800000000003</c:v>
                </c:pt>
                <c:pt idx="2104">
                  <c:v>50.152000000000001</c:v>
                </c:pt>
                <c:pt idx="2105">
                  <c:v>50.186399999999999</c:v>
                </c:pt>
                <c:pt idx="2106">
                  <c:v>50.214199999999998</c:v>
                </c:pt>
                <c:pt idx="2107">
                  <c:v>50.241799999999998</c:v>
                </c:pt>
                <c:pt idx="2108">
                  <c:v>50.2682</c:v>
                </c:pt>
                <c:pt idx="2109">
                  <c:v>50.296799999999998</c:v>
                </c:pt>
                <c:pt idx="2110">
                  <c:v>50.320700000000002</c:v>
                </c:pt>
                <c:pt idx="2111">
                  <c:v>50.351500000000001</c:v>
                </c:pt>
                <c:pt idx="2112">
                  <c:v>50.376199999999997</c:v>
                </c:pt>
                <c:pt idx="2113">
                  <c:v>50.404499999999999</c:v>
                </c:pt>
                <c:pt idx="2114">
                  <c:v>50.4251</c:v>
                </c:pt>
                <c:pt idx="2115">
                  <c:v>50.446899999999999</c:v>
                </c:pt>
                <c:pt idx="2116">
                  <c:v>50.47</c:v>
                </c:pt>
                <c:pt idx="2117">
                  <c:v>50.493400000000001</c:v>
                </c:pt>
                <c:pt idx="2118">
                  <c:v>50.518900000000002</c:v>
                </c:pt>
                <c:pt idx="2119">
                  <c:v>50.5428</c:v>
                </c:pt>
                <c:pt idx="2120">
                  <c:v>50.565399999999997</c:v>
                </c:pt>
                <c:pt idx="2121">
                  <c:v>50.591900000000003</c:v>
                </c:pt>
                <c:pt idx="2122">
                  <c:v>50.614699999999999</c:v>
                </c:pt>
                <c:pt idx="2123">
                  <c:v>50.636800000000001</c:v>
                </c:pt>
                <c:pt idx="2124">
                  <c:v>50.657800000000002</c:v>
                </c:pt>
                <c:pt idx="2125">
                  <c:v>50.680700000000002</c:v>
                </c:pt>
                <c:pt idx="2126">
                  <c:v>50.701500000000003</c:v>
                </c:pt>
                <c:pt idx="2127">
                  <c:v>50.724699999999999</c:v>
                </c:pt>
                <c:pt idx="2128">
                  <c:v>50.748100000000001</c:v>
                </c:pt>
                <c:pt idx="2129">
                  <c:v>50.770499999999998</c:v>
                </c:pt>
                <c:pt idx="2130">
                  <c:v>50.802</c:v>
                </c:pt>
                <c:pt idx="2131">
                  <c:v>50.828499999999998</c:v>
                </c:pt>
                <c:pt idx="2132">
                  <c:v>50.855400000000003</c:v>
                </c:pt>
                <c:pt idx="2133">
                  <c:v>50.880699999999997</c:v>
                </c:pt>
                <c:pt idx="2134">
                  <c:v>50.908700000000003</c:v>
                </c:pt>
                <c:pt idx="2135">
                  <c:v>50.936500000000002</c:v>
                </c:pt>
                <c:pt idx="2136">
                  <c:v>50.957799999999999</c:v>
                </c:pt>
                <c:pt idx="2137">
                  <c:v>50.9863</c:v>
                </c:pt>
                <c:pt idx="2138">
                  <c:v>51.009399999999999</c:v>
                </c:pt>
                <c:pt idx="2139">
                  <c:v>51.037599999999998</c:v>
                </c:pt>
                <c:pt idx="2140">
                  <c:v>51.068300000000001</c:v>
                </c:pt>
                <c:pt idx="2141">
                  <c:v>51.099400000000003</c:v>
                </c:pt>
                <c:pt idx="2142">
                  <c:v>51.119799999999998</c:v>
                </c:pt>
                <c:pt idx="2143">
                  <c:v>51.142499999999998</c:v>
                </c:pt>
                <c:pt idx="2144">
                  <c:v>51.167900000000003</c:v>
                </c:pt>
                <c:pt idx="2145">
                  <c:v>51.194800000000001</c:v>
                </c:pt>
                <c:pt idx="2146">
                  <c:v>51.2241</c:v>
                </c:pt>
                <c:pt idx="2147">
                  <c:v>51.259500000000003</c:v>
                </c:pt>
                <c:pt idx="2148">
                  <c:v>51.281700000000001</c:v>
                </c:pt>
                <c:pt idx="2149">
                  <c:v>51.314799999999998</c:v>
                </c:pt>
                <c:pt idx="2150">
                  <c:v>51.335000000000001</c:v>
                </c:pt>
                <c:pt idx="2151">
                  <c:v>51.355400000000003</c:v>
                </c:pt>
                <c:pt idx="2152">
                  <c:v>51.378599999999999</c:v>
                </c:pt>
                <c:pt idx="2153">
                  <c:v>51.402500000000003</c:v>
                </c:pt>
                <c:pt idx="2154">
                  <c:v>51.424500000000002</c:v>
                </c:pt>
                <c:pt idx="2155">
                  <c:v>51.447299999999998</c:v>
                </c:pt>
                <c:pt idx="2156">
                  <c:v>51.471299999999999</c:v>
                </c:pt>
                <c:pt idx="2157">
                  <c:v>51.493000000000002</c:v>
                </c:pt>
                <c:pt idx="2158">
                  <c:v>51.515799999999999</c:v>
                </c:pt>
                <c:pt idx="2159">
                  <c:v>51.537399999999998</c:v>
                </c:pt>
                <c:pt idx="2160">
                  <c:v>51.560200000000002</c:v>
                </c:pt>
                <c:pt idx="2161">
                  <c:v>51.5807</c:v>
                </c:pt>
                <c:pt idx="2162">
                  <c:v>51.605400000000003</c:v>
                </c:pt>
                <c:pt idx="2163">
                  <c:v>51.628399999999999</c:v>
                </c:pt>
                <c:pt idx="2164">
                  <c:v>51.652000000000001</c:v>
                </c:pt>
                <c:pt idx="2165">
                  <c:v>51.676699999999997</c:v>
                </c:pt>
                <c:pt idx="2166">
                  <c:v>51.697499999999998</c:v>
                </c:pt>
                <c:pt idx="2167">
                  <c:v>51.720300000000002</c:v>
                </c:pt>
                <c:pt idx="2168">
                  <c:v>51.741900000000001</c:v>
                </c:pt>
                <c:pt idx="2169">
                  <c:v>51.765599999999999</c:v>
                </c:pt>
                <c:pt idx="2170">
                  <c:v>51.789400000000001</c:v>
                </c:pt>
                <c:pt idx="2171">
                  <c:v>51.8108</c:v>
                </c:pt>
                <c:pt idx="2172">
                  <c:v>51.835999999999999</c:v>
                </c:pt>
                <c:pt idx="2173">
                  <c:v>51.8566</c:v>
                </c:pt>
                <c:pt idx="2174">
                  <c:v>51.880200000000002</c:v>
                </c:pt>
                <c:pt idx="2175">
                  <c:v>51.9024</c:v>
                </c:pt>
                <c:pt idx="2176">
                  <c:v>51.923999999999999</c:v>
                </c:pt>
                <c:pt idx="2177">
                  <c:v>51.947699999999998</c:v>
                </c:pt>
                <c:pt idx="2178">
                  <c:v>51.969799999999999</c:v>
                </c:pt>
                <c:pt idx="2179">
                  <c:v>51.991300000000003</c:v>
                </c:pt>
                <c:pt idx="2180">
                  <c:v>52.014600000000002</c:v>
                </c:pt>
                <c:pt idx="2181">
                  <c:v>52.035299999999999</c:v>
                </c:pt>
                <c:pt idx="2182">
                  <c:v>52.059800000000003</c:v>
                </c:pt>
                <c:pt idx="2183">
                  <c:v>52.081099999999999</c:v>
                </c:pt>
                <c:pt idx="2184">
                  <c:v>52.103200000000001</c:v>
                </c:pt>
                <c:pt idx="2185">
                  <c:v>52.127499999999998</c:v>
                </c:pt>
                <c:pt idx="2186">
                  <c:v>52.148899999999998</c:v>
                </c:pt>
                <c:pt idx="2187">
                  <c:v>52.171799999999998</c:v>
                </c:pt>
                <c:pt idx="2188">
                  <c:v>52.193199999999997</c:v>
                </c:pt>
                <c:pt idx="2189">
                  <c:v>52.214399999999998</c:v>
                </c:pt>
                <c:pt idx="2190">
                  <c:v>52.237099999999998</c:v>
                </c:pt>
                <c:pt idx="2191">
                  <c:v>52.258800000000001</c:v>
                </c:pt>
                <c:pt idx="2192">
                  <c:v>52.283099999999997</c:v>
                </c:pt>
                <c:pt idx="2193">
                  <c:v>52.304699999999997</c:v>
                </c:pt>
                <c:pt idx="2194">
                  <c:v>52.324800000000003</c:v>
                </c:pt>
                <c:pt idx="2195">
                  <c:v>52.348100000000002</c:v>
                </c:pt>
                <c:pt idx="2196">
                  <c:v>52.369399999999999</c:v>
                </c:pt>
                <c:pt idx="2197">
                  <c:v>52.391399999999997</c:v>
                </c:pt>
                <c:pt idx="2198">
                  <c:v>52.415399999999998</c:v>
                </c:pt>
                <c:pt idx="2199">
                  <c:v>52.439500000000002</c:v>
                </c:pt>
                <c:pt idx="2200">
                  <c:v>52.462800000000001</c:v>
                </c:pt>
                <c:pt idx="2201">
                  <c:v>52.485500000000002</c:v>
                </c:pt>
                <c:pt idx="2202">
                  <c:v>52.508400000000002</c:v>
                </c:pt>
                <c:pt idx="2203">
                  <c:v>52.538899999999998</c:v>
                </c:pt>
                <c:pt idx="2204">
                  <c:v>52.561100000000003</c:v>
                </c:pt>
                <c:pt idx="2205">
                  <c:v>52.582000000000001</c:v>
                </c:pt>
                <c:pt idx="2206">
                  <c:v>52.604700000000001</c:v>
                </c:pt>
                <c:pt idx="2207">
                  <c:v>52.625100000000003</c:v>
                </c:pt>
                <c:pt idx="2208">
                  <c:v>52.649000000000001</c:v>
                </c:pt>
                <c:pt idx="2209">
                  <c:v>52.672199999999997</c:v>
                </c:pt>
                <c:pt idx="2210">
                  <c:v>52.694299999999998</c:v>
                </c:pt>
                <c:pt idx="2211">
                  <c:v>52.7179</c:v>
                </c:pt>
                <c:pt idx="2212">
                  <c:v>52.742600000000003</c:v>
                </c:pt>
                <c:pt idx="2213">
                  <c:v>52.763800000000003</c:v>
                </c:pt>
                <c:pt idx="2214">
                  <c:v>52.788499999999999</c:v>
                </c:pt>
                <c:pt idx="2215">
                  <c:v>52.8142</c:v>
                </c:pt>
                <c:pt idx="2216">
                  <c:v>52.838200000000001</c:v>
                </c:pt>
                <c:pt idx="2217">
                  <c:v>52.860799999999998</c:v>
                </c:pt>
                <c:pt idx="2218">
                  <c:v>52.882300000000001</c:v>
                </c:pt>
                <c:pt idx="2219">
                  <c:v>52.906799999999997</c:v>
                </c:pt>
                <c:pt idx="2220">
                  <c:v>52.937199999999997</c:v>
                </c:pt>
                <c:pt idx="2221">
                  <c:v>52.959000000000003</c:v>
                </c:pt>
                <c:pt idx="2222">
                  <c:v>52.985999999999997</c:v>
                </c:pt>
                <c:pt idx="2223">
                  <c:v>53.008899999999997</c:v>
                </c:pt>
                <c:pt idx="2224">
                  <c:v>53.033700000000003</c:v>
                </c:pt>
                <c:pt idx="2225">
                  <c:v>53.057299999999998</c:v>
                </c:pt>
                <c:pt idx="2226">
                  <c:v>53.080800000000004</c:v>
                </c:pt>
                <c:pt idx="2227">
                  <c:v>53.102899999999998</c:v>
                </c:pt>
                <c:pt idx="2228">
                  <c:v>53.128700000000002</c:v>
                </c:pt>
                <c:pt idx="2229">
                  <c:v>53.154600000000002</c:v>
                </c:pt>
                <c:pt idx="2230">
                  <c:v>53.175800000000002</c:v>
                </c:pt>
                <c:pt idx="2231">
                  <c:v>53.206699999999998</c:v>
                </c:pt>
                <c:pt idx="2232">
                  <c:v>53.2286</c:v>
                </c:pt>
                <c:pt idx="2233">
                  <c:v>53.257599999999996</c:v>
                </c:pt>
                <c:pt idx="2234">
                  <c:v>53.278100000000002</c:v>
                </c:pt>
                <c:pt idx="2235">
                  <c:v>53.308599999999998</c:v>
                </c:pt>
                <c:pt idx="2236">
                  <c:v>53.333100000000002</c:v>
                </c:pt>
                <c:pt idx="2237">
                  <c:v>53.357199999999999</c:v>
                </c:pt>
                <c:pt idx="2238">
                  <c:v>53.386299999999999</c:v>
                </c:pt>
                <c:pt idx="2239">
                  <c:v>53.413899999999998</c:v>
                </c:pt>
                <c:pt idx="2240">
                  <c:v>53.441499999999998</c:v>
                </c:pt>
                <c:pt idx="2241">
                  <c:v>53.470500000000001</c:v>
                </c:pt>
                <c:pt idx="2242">
                  <c:v>53.503799999999998</c:v>
                </c:pt>
                <c:pt idx="2243">
                  <c:v>53.535899999999998</c:v>
                </c:pt>
                <c:pt idx="2244">
                  <c:v>53.570999999999998</c:v>
                </c:pt>
                <c:pt idx="2245">
                  <c:v>53.602499999999999</c:v>
                </c:pt>
                <c:pt idx="2246">
                  <c:v>53.634799999999998</c:v>
                </c:pt>
                <c:pt idx="2247">
                  <c:v>53.665199999999999</c:v>
                </c:pt>
                <c:pt idx="2248">
                  <c:v>53.699599999999997</c:v>
                </c:pt>
                <c:pt idx="2249">
                  <c:v>53.725000000000001</c:v>
                </c:pt>
                <c:pt idx="2250">
                  <c:v>53.750799999999998</c:v>
                </c:pt>
                <c:pt idx="2251">
                  <c:v>53.775300000000001</c:v>
                </c:pt>
                <c:pt idx="2252">
                  <c:v>53.7986</c:v>
                </c:pt>
                <c:pt idx="2253">
                  <c:v>53.823900000000002</c:v>
                </c:pt>
                <c:pt idx="2254">
                  <c:v>53.850200000000001</c:v>
                </c:pt>
                <c:pt idx="2255">
                  <c:v>53.877699999999997</c:v>
                </c:pt>
                <c:pt idx="2256">
                  <c:v>53.9071</c:v>
                </c:pt>
                <c:pt idx="2257">
                  <c:v>53.933999999999997</c:v>
                </c:pt>
                <c:pt idx="2258">
                  <c:v>53.955100000000002</c:v>
                </c:pt>
                <c:pt idx="2259">
                  <c:v>53.977699999999999</c:v>
                </c:pt>
                <c:pt idx="2260">
                  <c:v>53.998899999999999</c:v>
                </c:pt>
                <c:pt idx="2261">
                  <c:v>54.025300000000001</c:v>
                </c:pt>
                <c:pt idx="2262">
                  <c:v>54.046399999999998</c:v>
                </c:pt>
                <c:pt idx="2263">
                  <c:v>54.066800000000001</c:v>
                </c:pt>
                <c:pt idx="2264">
                  <c:v>54.087299999999999</c:v>
                </c:pt>
                <c:pt idx="2265">
                  <c:v>54.110500000000002</c:v>
                </c:pt>
                <c:pt idx="2266">
                  <c:v>54.136600000000001</c:v>
                </c:pt>
                <c:pt idx="2267">
                  <c:v>54.157200000000003</c:v>
                </c:pt>
                <c:pt idx="2268">
                  <c:v>54.181399999999996</c:v>
                </c:pt>
                <c:pt idx="2269">
                  <c:v>54.212200000000003</c:v>
                </c:pt>
                <c:pt idx="2270">
                  <c:v>54.240200000000002</c:v>
                </c:pt>
                <c:pt idx="2271">
                  <c:v>54.262999999999998</c:v>
                </c:pt>
                <c:pt idx="2272">
                  <c:v>54.285200000000003</c:v>
                </c:pt>
                <c:pt idx="2273">
                  <c:v>54.310299999999998</c:v>
                </c:pt>
                <c:pt idx="2274">
                  <c:v>54.331099999999999</c:v>
                </c:pt>
                <c:pt idx="2275">
                  <c:v>54.351300000000002</c:v>
                </c:pt>
                <c:pt idx="2276">
                  <c:v>54.375700000000002</c:v>
                </c:pt>
                <c:pt idx="2277">
                  <c:v>54.404200000000003</c:v>
                </c:pt>
                <c:pt idx="2278">
                  <c:v>54.427399999999999</c:v>
                </c:pt>
                <c:pt idx="2279">
                  <c:v>54.45</c:v>
                </c:pt>
                <c:pt idx="2280">
                  <c:v>54.478499999999997</c:v>
                </c:pt>
                <c:pt idx="2281">
                  <c:v>54.500799999999998</c:v>
                </c:pt>
                <c:pt idx="2282">
                  <c:v>54.526000000000003</c:v>
                </c:pt>
                <c:pt idx="2283">
                  <c:v>54.547600000000003</c:v>
                </c:pt>
                <c:pt idx="2284">
                  <c:v>54.570700000000002</c:v>
                </c:pt>
                <c:pt idx="2285">
                  <c:v>54.596499999999999</c:v>
                </c:pt>
                <c:pt idx="2286">
                  <c:v>54.617699999999999</c:v>
                </c:pt>
                <c:pt idx="2287">
                  <c:v>54.637900000000002</c:v>
                </c:pt>
                <c:pt idx="2288">
                  <c:v>54.663400000000003</c:v>
                </c:pt>
                <c:pt idx="2289">
                  <c:v>54.688899999999997</c:v>
                </c:pt>
                <c:pt idx="2290">
                  <c:v>54.714799999999997</c:v>
                </c:pt>
                <c:pt idx="2291">
                  <c:v>54.736600000000003</c:v>
                </c:pt>
                <c:pt idx="2292">
                  <c:v>54.768000000000001</c:v>
                </c:pt>
                <c:pt idx="2293">
                  <c:v>54.792999999999999</c:v>
                </c:pt>
                <c:pt idx="2294">
                  <c:v>54.820399999999999</c:v>
                </c:pt>
                <c:pt idx="2295">
                  <c:v>54.8461</c:v>
                </c:pt>
                <c:pt idx="2296">
                  <c:v>54.871899999999997</c:v>
                </c:pt>
                <c:pt idx="2297">
                  <c:v>54.8962</c:v>
                </c:pt>
                <c:pt idx="2298">
                  <c:v>54.923299999999998</c:v>
                </c:pt>
                <c:pt idx="2299">
                  <c:v>54.945999999999998</c:v>
                </c:pt>
                <c:pt idx="2300">
                  <c:v>54.9711</c:v>
                </c:pt>
                <c:pt idx="2301">
                  <c:v>54.9955</c:v>
                </c:pt>
                <c:pt idx="2302">
                  <c:v>55.019500000000001</c:v>
                </c:pt>
                <c:pt idx="2303">
                  <c:v>55.045400000000001</c:v>
                </c:pt>
                <c:pt idx="2304">
                  <c:v>55.078299999999999</c:v>
                </c:pt>
                <c:pt idx="2305">
                  <c:v>55.107799999999997</c:v>
                </c:pt>
                <c:pt idx="2306">
                  <c:v>55.136000000000003</c:v>
                </c:pt>
                <c:pt idx="2307">
                  <c:v>55.165599999999998</c:v>
                </c:pt>
                <c:pt idx="2308">
                  <c:v>55.191000000000003</c:v>
                </c:pt>
                <c:pt idx="2309">
                  <c:v>55.217500000000001</c:v>
                </c:pt>
                <c:pt idx="2310">
                  <c:v>55.243000000000002</c:v>
                </c:pt>
                <c:pt idx="2311">
                  <c:v>55.270400000000002</c:v>
                </c:pt>
                <c:pt idx="2312">
                  <c:v>55.2971</c:v>
                </c:pt>
                <c:pt idx="2313">
                  <c:v>55.323599999999999</c:v>
                </c:pt>
                <c:pt idx="2314">
                  <c:v>55.348100000000002</c:v>
                </c:pt>
                <c:pt idx="2315">
                  <c:v>55.397100000000002</c:v>
                </c:pt>
                <c:pt idx="2316">
                  <c:v>55.418599999999998</c:v>
                </c:pt>
                <c:pt idx="2317">
                  <c:v>55.442500000000003</c:v>
                </c:pt>
                <c:pt idx="2318">
                  <c:v>55.465299999999999</c:v>
                </c:pt>
                <c:pt idx="2319">
                  <c:v>55.487299999999998</c:v>
                </c:pt>
                <c:pt idx="2320">
                  <c:v>55.514600000000002</c:v>
                </c:pt>
                <c:pt idx="2321">
                  <c:v>55.541899999999998</c:v>
                </c:pt>
                <c:pt idx="2322">
                  <c:v>55.563099999999999</c:v>
                </c:pt>
                <c:pt idx="2323">
                  <c:v>55.583599999999997</c:v>
                </c:pt>
                <c:pt idx="2324">
                  <c:v>55.611699999999999</c:v>
                </c:pt>
                <c:pt idx="2325">
                  <c:v>55.635599999999997</c:v>
                </c:pt>
                <c:pt idx="2326">
                  <c:v>55.657800000000002</c:v>
                </c:pt>
                <c:pt idx="2327">
                  <c:v>55.685699999999997</c:v>
                </c:pt>
                <c:pt idx="2328">
                  <c:v>55.707500000000003</c:v>
                </c:pt>
                <c:pt idx="2329">
                  <c:v>55.7316</c:v>
                </c:pt>
                <c:pt idx="2330">
                  <c:v>55.753599999999999</c:v>
                </c:pt>
                <c:pt idx="2331">
                  <c:v>55.775799999999997</c:v>
                </c:pt>
                <c:pt idx="2332">
                  <c:v>55.803899999999999</c:v>
                </c:pt>
                <c:pt idx="2333">
                  <c:v>55.825400000000002</c:v>
                </c:pt>
                <c:pt idx="2334">
                  <c:v>55.845999999999997</c:v>
                </c:pt>
                <c:pt idx="2335">
                  <c:v>55.867100000000001</c:v>
                </c:pt>
                <c:pt idx="2336">
                  <c:v>55.893799999999999</c:v>
                </c:pt>
                <c:pt idx="2337">
                  <c:v>55.920999999999999</c:v>
                </c:pt>
                <c:pt idx="2338">
                  <c:v>55.942999999999998</c:v>
                </c:pt>
                <c:pt idx="2339">
                  <c:v>55.975999999999999</c:v>
                </c:pt>
                <c:pt idx="2340">
                  <c:v>56.003799999999998</c:v>
                </c:pt>
                <c:pt idx="2341">
                  <c:v>56.0244</c:v>
                </c:pt>
                <c:pt idx="2342">
                  <c:v>56.044699999999999</c:v>
                </c:pt>
                <c:pt idx="2343">
                  <c:v>56.066699999999997</c:v>
                </c:pt>
                <c:pt idx="2344">
                  <c:v>56.091799999999999</c:v>
                </c:pt>
                <c:pt idx="2345">
                  <c:v>56.113399999999999</c:v>
                </c:pt>
                <c:pt idx="2346">
                  <c:v>56.137300000000003</c:v>
                </c:pt>
                <c:pt idx="2347">
                  <c:v>56.164999999999999</c:v>
                </c:pt>
                <c:pt idx="2348">
                  <c:v>56.185499999999998</c:v>
                </c:pt>
                <c:pt idx="2349">
                  <c:v>56.2059</c:v>
                </c:pt>
                <c:pt idx="2350">
                  <c:v>56.233199999999997</c:v>
                </c:pt>
                <c:pt idx="2351">
                  <c:v>56.2532</c:v>
                </c:pt>
                <c:pt idx="2352">
                  <c:v>56.280900000000003</c:v>
                </c:pt>
                <c:pt idx="2353">
                  <c:v>56.304600000000001</c:v>
                </c:pt>
                <c:pt idx="2354">
                  <c:v>56.331899999999997</c:v>
                </c:pt>
                <c:pt idx="2355">
                  <c:v>56.356200000000001</c:v>
                </c:pt>
                <c:pt idx="2356">
                  <c:v>56.383499999999998</c:v>
                </c:pt>
                <c:pt idx="2357">
                  <c:v>56.406799999999997</c:v>
                </c:pt>
                <c:pt idx="2358">
                  <c:v>56.434800000000003</c:v>
                </c:pt>
                <c:pt idx="2359">
                  <c:v>56.462000000000003</c:v>
                </c:pt>
                <c:pt idx="2360">
                  <c:v>56.490699999999997</c:v>
                </c:pt>
                <c:pt idx="2361">
                  <c:v>56.511400000000002</c:v>
                </c:pt>
                <c:pt idx="2362">
                  <c:v>56.5364</c:v>
                </c:pt>
                <c:pt idx="2363">
                  <c:v>56.5595</c:v>
                </c:pt>
                <c:pt idx="2364">
                  <c:v>56.580100000000002</c:v>
                </c:pt>
                <c:pt idx="2365">
                  <c:v>56.603099999999998</c:v>
                </c:pt>
                <c:pt idx="2366">
                  <c:v>56.630899999999997</c:v>
                </c:pt>
                <c:pt idx="2367">
                  <c:v>56.651299999999999</c:v>
                </c:pt>
                <c:pt idx="2368">
                  <c:v>56.678199999999997</c:v>
                </c:pt>
                <c:pt idx="2369">
                  <c:v>56.704099999999997</c:v>
                </c:pt>
                <c:pt idx="2370">
                  <c:v>56.7254</c:v>
                </c:pt>
                <c:pt idx="2371">
                  <c:v>56.7455</c:v>
                </c:pt>
                <c:pt idx="2372">
                  <c:v>56.768799999999999</c:v>
                </c:pt>
                <c:pt idx="2373">
                  <c:v>56.7898</c:v>
                </c:pt>
                <c:pt idx="2374">
                  <c:v>56.816099999999999</c:v>
                </c:pt>
                <c:pt idx="2375">
                  <c:v>56.840899999999998</c:v>
                </c:pt>
                <c:pt idx="2376">
                  <c:v>56.8643</c:v>
                </c:pt>
                <c:pt idx="2377">
                  <c:v>56.892000000000003</c:v>
                </c:pt>
                <c:pt idx="2378">
                  <c:v>56.916200000000003</c:v>
                </c:pt>
                <c:pt idx="2379">
                  <c:v>56.942700000000002</c:v>
                </c:pt>
                <c:pt idx="2380">
                  <c:v>56.969000000000001</c:v>
                </c:pt>
                <c:pt idx="2381">
                  <c:v>56.989400000000003</c:v>
                </c:pt>
                <c:pt idx="2382">
                  <c:v>57.009599999999999</c:v>
                </c:pt>
                <c:pt idx="2383">
                  <c:v>57.031199999999998</c:v>
                </c:pt>
                <c:pt idx="2384">
                  <c:v>57.052399999999999</c:v>
                </c:pt>
                <c:pt idx="2385">
                  <c:v>57.073300000000003</c:v>
                </c:pt>
                <c:pt idx="2386">
                  <c:v>57.093699999999998</c:v>
                </c:pt>
                <c:pt idx="2387">
                  <c:v>57.118400000000001</c:v>
                </c:pt>
                <c:pt idx="2388">
                  <c:v>57.1417</c:v>
                </c:pt>
                <c:pt idx="2389">
                  <c:v>57.17</c:v>
                </c:pt>
                <c:pt idx="2390">
                  <c:v>57.190199999999997</c:v>
                </c:pt>
                <c:pt idx="2391">
                  <c:v>57.213900000000002</c:v>
                </c:pt>
                <c:pt idx="2392">
                  <c:v>57.236699999999999</c:v>
                </c:pt>
                <c:pt idx="2393">
                  <c:v>57.259300000000003</c:v>
                </c:pt>
                <c:pt idx="2394">
                  <c:v>57.282600000000002</c:v>
                </c:pt>
                <c:pt idx="2395">
                  <c:v>57.305100000000003</c:v>
                </c:pt>
                <c:pt idx="2396">
                  <c:v>57.328099999999999</c:v>
                </c:pt>
                <c:pt idx="2397">
                  <c:v>57.356000000000002</c:v>
                </c:pt>
                <c:pt idx="2398">
                  <c:v>57.376199999999997</c:v>
                </c:pt>
                <c:pt idx="2399">
                  <c:v>57.397500000000001</c:v>
                </c:pt>
                <c:pt idx="2400">
                  <c:v>57.421199999999999</c:v>
                </c:pt>
                <c:pt idx="2401">
                  <c:v>57.446100000000001</c:v>
                </c:pt>
                <c:pt idx="2402">
                  <c:v>57.472099999999998</c:v>
                </c:pt>
                <c:pt idx="2403">
                  <c:v>57.496499999999997</c:v>
                </c:pt>
                <c:pt idx="2404">
                  <c:v>57.521799999999999</c:v>
                </c:pt>
                <c:pt idx="2405">
                  <c:v>57.545699999999997</c:v>
                </c:pt>
                <c:pt idx="2406">
                  <c:v>57.572899999999997</c:v>
                </c:pt>
                <c:pt idx="2407">
                  <c:v>57.595300000000002</c:v>
                </c:pt>
                <c:pt idx="2408">
                  <c:v>57.622100000000003</c:v>
                </c:pt>
                <c:pt idx="2409">
                  <c:v>57.6511</c:v>
                </c:pt>
                <c:pt idx="2410">
                  <c:v>57.677</c:v>
                </c:pt>
                <c:pt idx="2411">
                  <c:v>57.701999999999998</c:v>
                </c:pt>
                <c:pt idx="2412">
                  <c:v>57.728000000000002</c:v>
                </c:pt>
                <c:pt idx="2413">
                  <c:v>57.754300000000001</c:v>
                </c:pt>
                <c:pt idx="2414">
                  <c:v>57.7789</c:v>
                </c:pt>
                <c:pt idx="2415">
                  <c:v>57.800699999999999</c:v>
                </c:pt>
                <c:pt idx="2416">
                  <c:v>57.8249</c:v>
                </c:pt>
                <c:pt idx="2417">
                  <c:v>57.853499999999997</c:v>
                </c:pt>
                <c:pt idx="2418">
                  <c:v>57.873699999999999</c:v>
                </c:pt>
                <c:pt idx="2419">
                  <c:v>57.898200000000003</c:v>
                </c:pt>
                <c:pt idx="2420">
                  <c:v>57.9236</c:v>
                </c:pt>
                <c:pt idx="2421">
                  <c:v>57.951999999999998</c:v>
                </c:pt>
                <c:pt idx="2422">
                  <c:v>57.9771</c:v>
                </c:pt>
                <c:pt idx="2423">
                  <c:v>57.997799999999998</c:v>
                </c:pt>
                <c:pt idx="2424">
                  <c:v>58.023299999999999</c:v>
                </c:pt>
                <c:pt idx="2425">
                  <c:v>58.045299999999997</c:v>
                </c:pt>
                <c:pt idx="2426">
                  <c:v>58.075600000000001</c:v>
                </c:pt>
                <c:pt idx="2427">
                  <c:v>58.102600000000002</c:v>
                </c:pt>
                <c:pt idx="2428">
                  <c:v>58.123600000000003</c:v>
                </c:pt>
                <c:pt idx="2429">
                  <c:v>58.144799999999996</c:v>
                </c:pt>
                <c:pt idx="2430">
                  <c:v>58.165100000000002</c:v>
                </c:pt>
                <c:pt idx="2431">
                  <c:v>58.191899999999997</c:v>
                </c:pt>
                <c:pt idx="2432">
                  <c:v>58.220100000000002</c:v>
                </c:pt>
                <c:pt idx="2433">
                  <c:v>58.242199999999997</c:v>
                </c:pt>
                <c:pt idx="2434">
                  <c:v>58.268300000000004</c:v>
                </c:pt>
                <c:pt idx="2435">
                  <c:v>58.292499999999997</c:v>
                </c:pt>
                <c:pt idx="2436">
                  <c:v>58.319299999999998</c:v>
                </c:pt>
                <c:pt idx="2437">
                  <c:v>58.347000000000001</c:v>
                </c:pt>
                <c:pt idx="2438">
                  <c:v>58.375399999999999</c:v>
                </c:pt>
                <c:pt idx="2439">
                  <c:v>58.405900000000003</c:v>
                </c:pt>
                <c:pt idx="2440">
                  <c:v>58.430799999999998</c:v>
                </c:pt>
                <c:pt idx="2441">
                  <c:v>58.457700000000003</c:v>
                </c:pt>
                <c:pt idx="2442">
                  <c:v>58.484400000000001</c:v>
                </c:pt>
                <c:pt idx="2443">
                  <c:v>58.508800000000001</c:v>
                </c:pt>
                <c:pt idx="2444">
                  <c:v>58.530500000000004</c:v>
                </c:pt>
                <c:pt idx="2445">
                  <c:v>58.550800000000002</c:v>
                </c:pt>
                <c:pt idx="2446">
                  <c:v>58.576599999999999</c:v>
                </c:pt>
                <c:pt idx="2447">
                  <c:v>58.608499999999999</c:v>
                </c:pt>
                <c:pt idx="2448">
                  <c:v>58.629800000000003</c:v>
                </c:pt>
                <c:pt idx="2449">
                  <c:v>58.652299999999997</c:v>
                </c:pt>
                <c:pt idx="2450">
                  <c:v>58.675600000000003</c:v>
                </c:pt>
                <c:pt idx="2451">
                  <c:v>58.698300000000003</c:v>
                </c:pt>
                <c:pt idx="2452">
                  <c:v>58.72</c:v>
                </c:pt>
                <c:pt idx="2453">
                  <c:v>58.741399999999999</c:v>
                </c:pt>
                <c:pt idx="2454">
                  <c:v>58.768999999999998</c:v>
                </c:pt>
                <c:pt idx="2455">
                  <c:v>58.795000000000002</c:v>
                </c:pt>
                <c:pt idx="2456">
                  <c:v>58.815100000000001</c:v>
                </c:pt>
                <c:pt idx="2457">
                  <c:v>58.844099999999997</c:v>
                </c:pt>
                <c:pt idx="2458">
                  <c:v>58.8705</c:v>
                </c:pt>
                <c:pt idx="2459">
                  <c:v>58.895699999999998</c:v>
                </c:pt>
                <c:pt idx="2460">
                  <c:v>58.922600000000003</c:v>
                </c:pt>
                <c:pt idx="2461">
                  <c:v>58.948</c:v>
                </c:pt>
                <c:pt idx="2462">
                  <c:v>58.972799999999999</c:v>
                </c:pt>
                <c:pt idx="2463">
                  <c:v>59.005200000000002</c:v>
                </c:pt>
                <c:pt idx="2464">
                  <c:v>59.031799999999997</c:v>
                </c:pt>
                <c:pt idx="2465">
                  <c:v>59.060200000000002</c:v>
                </c:pt>
                <c:pt idx="2466">
                  <c:v>59.0899</c:v>
                </c:pt>
                <c:pt idx="2467">
                  <c:v>59.110999999999997</c:v>
                </c:pt>
                <c:pt idx="2468">
                  <c:v>59.140500000000003</c:v>
                </c:pt>
                <c:pt idx="2469">
                  <c:v>59.161999999999999</c:v>
                </c:pt>
                <c:pt idx="2470">
                  <c:v>59.192399999999999</c:v>
                </c:pt>
                <c:pt idx="2471">
                  <c:v>59.222000000000001</c:v>
                </c:pt>
                <c:pt idx="2472">
                  <c:v>59.250300000000003</c:v>
                </c:pt>
                <c:pt idx="2473">
                  <c:v>59.2712</c:v>
                </c:pt>
                <c:pt idx="2474">
                  <c:v>59.297499999999999</c:v>
                </c:pt>
                <c:pt idx="2475">
                  <c:v>59.322800000000001</c:v>
                </c:pt>
                <c:pt idx="2476">
                  <c:v>59.344200000000001</c:v>
                </c:pt>
                <c:pt idx="2477">
                  <c:v>59.365600000000001</c:v>
                </c:pt>
                <c:pt idx="2478">
                  <c:v>59.3887</c:v>
                </c:pt>
                <c:pt idx="2479">
                  <c:v>59.418599999999998</c:v>
                </c:pt>
                <c:pt idx="2480">
                  <c:v>59.4495</c:v>
                </c:pt>
                <c:pt idx="2481">
                  <c:v>59.470300000000002</c:v>
                </c:pt>
                <c:pt idx="2482">
                  <c:v>59.492699999999999</c:v>
                </c:pt>
                <c:pt idx="2483">
                  <c:v>59.514099999999999</c:v>
                </c:pt>
                <c:pt idx="2484">
                  <c:v>59.542299999999997</c:v>
                </c:pt>
                <c:pt idx="2485">
                  <c:v>59.573099999999997</c:v>
                </c:pt>
                <c:pt idx="2486">
                  <c:v>59.593800000000002</c:v>
                </c:pt>
                <c:pt idx="2487">
                  <c:v>59.621200000000002</c:v>
                </c:pt>
                <c:pt idx="2488">
                  <c:v>59.641199999999998</c:v>
                </c:pt>
                <c:pt idx="2489">
                  <c:v>59.6629</c:v>
                </c:pt>
                <c:pt idx="2490">
                  <c:v>59.689599999999999</c:v>
                </c:pt>
                <c:pt idx="2491">
                  <c:v>59.711100000000002</c:v>
                </c:pt>
                <c:pt idx="2492">
                  <c:v>59.736699999999999</c:v>
                </c:pt>
                <c:pt idx="2493">
                  <c:v>59.757399999999997</c:v>
                </c:pt>
                <c:pt idx="2494">
                  <c:v>59.7849</c:v>
                </c:pt>
                <c:pt idx="2495">
                  <c:v>59.807499999999997</c:v>
                </c:pt>
                <c:pt idx="2496">
                  <c:v>59.834499999999998</c:v>
                </c:pt>
                <c:pt idx="2497">
                  <c:v>59.860500000000002</c:v>
                </c:pt>
                <c:pt idx="2498">
                  <c:v>59.881599999999999</c:v>
                </c:pt>
                <c:pt idx="2499">
                  <c:v>59.909500000000001</c:v>
                </c:pt>
                <c:pt idx="2500">
                  <c:v>59.930100000000003</c:v>
                </c:pt>
                <c:pt idx="2501">
                  <c:v>59.953000000000003</c:v>
                </c:pt>
                <c:pt idx="2502">
                  <c:v>59.973799999999997</c:v>
                </c:pt>
                <c:pt idx="2503">
                  <c:v>60.005400000000002</c:v>
                </c:pt>
                <c:pt idx="2504">
                  <c:v>60.0289</c:v>
                </c:pt>
                <c:pt idx="2505">
                  <c:v>60.052500000000002</c:v>
                </c:pt>
                <c:pt idx="2506">
                  <c:v>60.073900000000002</c:v>
                </c:pt>
                <c:pt idx="2507">
                  <c:v>60.095599999999997</c:v>
                </c:pt>
                <c:pt idx="2508">
                  <c:v>60.121499999999997</c:v>
                </c:pt>
                <c:pt idx="2509">
                  <c:v>60.143000000000001</c:v>
                </c:pt>
                <c:pt idx="2510">
                  <c:v>60.164900000000003</c:v>
                </c:pt>
                <c:pt idx="2511">
                  <c:v>60.184899999999999</c:v>
                </c:pt>
                <c:pt idx="2512">
                  <c:v>60.215499999999999</c:v>
                </c:pt>
                <c:pt idx="2513">
                  <c:v>60.246200000000002</c:v>
                </c:pt>
                <c:pt idx="2514">
                  <c:v>60.2759</c:v>
                </c:pt>
                <c:pt idx="2515">
                  <c:v>60.302100000000003</c:v>
                </c:pt>
                <c:pt idx="2516">
                  <c:v>60.322600000000001</c:v>
                </c:pt>
                <c:pt idx="2517">
                  <c:v>60.345199999999998</c:v>
                </c:pt>
                <c:pt idx="2518">
                  <c:v>60.367899999999999</c:v>
                </c:pt>
                <c:pt idx="2519">
                  <c:v>60.393599999999999</c:v>
                </c:pt>
                <c:pt idx="2520">
                  <c:v>60.425199999999997</c:v>
                </c:pt>
                <c:pt idx="2521">
                  <c:v>60.449100000000001</c:v>
                </c:pt>
                <c:pt idx="2522">
                  <c:v>60.47</c:v>
                </c:pt>
                <c:pt idx="2523">
                  <c:v>60.4908</c:v>
                </c:pt>
                <c:pt idx="2524">
                  <c:v>60.513599999999997</c:v>
                </c:pt>
                <c:pt idx="2525">
                  <c:v>60.535499999999999</c:v>
                </c:pt>
                <c:pt idx="2526">
                  <c:v>60.561900000000001</c:v>
                </c:pt>
                <c:pt idx="2527">
                  <c:v>60.585299999999997</c:v>
                </c:pt>
                <c:pt idx="2528">
                  <c:v>60.611600000000003</c:v>
                </c:pt>
                <c:pt idx="2529">
                  <c:v>60.634</c:v>
                </c:pt>
                <c:pt idx="2530">
                  <c:v>60.656799999999997</c:v>
                </c:pt>
                <c:pt idx="2531">
                  <c:v>60.684100000000001</c:v>
                </c:pt>
                <c:pt idx="2532">
                  <c:v>60.713700000000003</c:v>
                </c:pt>
                <c:pt idx="2533">
                  <c:v>60.740600000000001</c:v>
                </c:pt>
                <c:pt idx="2534">
                  <c:v>60.7669</c:v>
                </c:pt>
                <c:pt idx="2535">
                  <c:v>60.791499999999999</c:v>
                </c:pt>
                <c:pt idx="2536">
                  <c:v>60.814599999999999</c:v>
                </c:pt>
                <c:pt idx="2537">
                  <c:v>60.8352</c:v>
                </c:pt>
                <c:pt idx="2538">
                  <c:v>60.857900000000001</c:v>
                </c:pt>
                <c:pt idx="2539">
                  <c:v>60.886600000000001</c:v>
                </c:pt>
                <c:pt idx="2540">
                  <c:v>60.917499999999997</c:v>
                </c:pt>
                <c:pt idx="2541">
                  <c:v>60.937800000000003</c:v>
                </c:pt>
                <c:pt idx="2542">
                  <c:v>60.965400000000002</c:v>
                </c:pt>
                <c:pt idx="2543">
                  <c:v>60.991500000000002</c:v>
                </c:pt>
                <c:pt idx="2544">
                  <c:v>61.019500000000001</c:v>
                </c:pt>
                <c:pt idx="2545">
                  <c:v>61.044400000000003</c:v>
                </c:pt>
                <c:pt idx="2546">
                  <c:v>61.074100000000001</c:v>
                </c:pt>
                <c:pt idx="2547">
                  <c:v>61.098300000000002</c:v>
                </c:pt>
                <c:pt idx="2548">
                  <c:v>61.124600000000001</c:v>
                </c:pt>
                <c:pt idx="2549">
                  <c:v>61.1496</c:v>
                </c:pt>
              </c:numCache>
            </c:numRef>
          </c:xVal>
          <c:yVal>
            <c:numRef>
              <c:f>Sheet1!$C$2:$C$2551</c:f>
              <c:numCache>
                <c:formatCode>General</c:formatCode>
                <c:ptCount val="2550"/>
                <c:pt idx="0">
                  <c:v>3.3279999999999998</c:v>
                </c:pt>
                <c:pt idx="1">
                  <c:v>3.496</c:v>
                </c:pt>
                <c:pt idx="2">
                  <c:v>3.496</c:v>
                </c:pt>
                <c:pt idx="3">
                  <c:v>3.4119999999999999</c:v>
                </c:pt>
                <c:pt idx="4">
                  <c:v>3.4119999999999999</c:v>
                </c:pt>
                <c:pt idx="5">
                  <c:v>3.3279999999999998</c:v>
                </c:pt>
                <c:pt idx="6">
                  <c:v>3.3279999999999998</c:v>
                </c:pt>
                <c:pt idx="7">
                  <c:v>3.0760000000000001</c:v>
                </c:pt>
                <c:pt idx="8">
                  <c:v>3.0760000000000001</c:v>
                </c:pt>
                <c:pt idx="9">
                  <c:v>3.0760000000000001</c:v>
                </c:pt>
                <c:pt idx="10">
                  <c:v>3.3279999999999998</c:v>
                </c:pt>
                <c:pt idx="11">
                  <c:v>3.3279999999999998</c:v>
                </c:pt>
                <c:pt idx="12">
                  <c:v>3.3279999999999998</c:v>
                </c:pt>
                <c:pt idx="13">
                  <c:v>3.3279999999999998</c:v>
                </c:pt>
                <c:pt idx="14">
                  <c:v>3.3279999999999998</c:v>
                </c:pt>
                <c:pt idx="15">
                  <c:v>3.16</c:v>
                </c:pt>
                <c:pt idx="16">
                  <c:v>3.16</c:v>
                </c:pt>
                <c:pt idx="17">
                  <c:v>3.16</c:v>
                </c:pt>
                <c:pt idx="18">
                  <c:v>3.496</c:v>
                </c:pt>
                <c:pt idx="19">
                  <c:v>3.496</c:v>
                </c:pt>
                <c:pt idx="20">
                  <c:v>3.4119999999999999</c:v>
                </c:pt>
                <c:pt idx="21">
                  <c:v>3.4119999999999999</c:v>
                </c:pt>
                <c:pt idx="22">
                  <c:v>2.992</c:v>
                </c:pt>
                <c:pt idx="23">
                  <c:v>2.992</c:v>
                </c:pt>
                <c:pt idx="24">
                  <c:v>3.3279999999999998</c:v>
                </c:pt>
                <c:pt idx="25">
                  <c:v>3.3279999999999998</c:v>
                </c:pt>
                <c:pt idx="26">
                  <c:v>3.4119999999999999</c:v>
                </c:pt>
                <c:pt idx="27">
                  <c:v>3.4119999999999999</c:v>
                </c:pt>
                <c:pt idx="28">
                  <c:v>3.4119999999999999</c:v>
                </c:pt>
                <c:pt idx="29">
                  <c:v>3.4119999999999999</c:v>
                </c:pt>
                <c:pt idx="30">
                  <c:v>3.4119999999999999</c:v>
                </c:pt>
                <c:pt idx="31">
                  <c:v>2.992</c:v>
                </c:pt>
                <c:pt idx="32">
                  <c:v>2.992</c:v>
                </c:pt>
                <c:pt idx="33">
                  <c:v>3.3279999999999998</c:v>
                </c:pt>
                <c:pt idx="34">
                  <c:v>3.3279999999999998</c:v>
                </c:pt>
                <c:pt idx="35">
                  <c:v>3.0760000000000001</c:v>
                </c:pt>
                <c:pt idx="36">
                  <c:v>3.0760000000000001</c:v>
                </c:pt>
                <c:pt idx="37">
                  <c:v>3.496</c:v>
                </c:pt>
                <c:pt idx="38">
                  <c:v>3.496</c:v>
                </c:pt>
                <c:pt idx="39">
                  <c:v>3.496</c:v>
                </c:pt>
                <c:pt idx="40">
                  <c:v>3.3279999999999998</c:v>
                </c:pt>
                <c:pt idx="41">
                  <c:v>3.2440000000000002</c:v>
                </c:pt>
                <c:pt idx="42">
                  <c:v>3.2440000000000002</c:v>
                </c:pt>
                <c:pt idx="43">
                  <c:v>3.2440000000000002</c:v>
                </c:pt>
                <c:pt idx="44">
                  <c:v>2.992</c:v>
                </c:pt>
                <c:pt idx="45">
                  <c:v>3.4119999999999999</c:v>
                </c:pt>
                <c:pt idx="46">
                  <c:v>3.4119999999999999</c:v>
                </c:pt>
                <c:pt idx="47">
                  <c:v>3.0760000000000001</c:v>
                </c:pt>
                <c:pt idx="48">
                  <c:v>3.0760000000000001</c:v>
                </c:pt>
                <c:pt idx="49">
                  <c:v>3.0760000000000001</c:v>
                </c:pt>
                <c:pt idx="50">
                  <c:v>2.992</c:v>
                </c:pt>
                <c:pt idx="51">
                  <c:v>3.16</c:v>
                </c:pt>
                <c:pt idx="52">
                  <c:v>3.16</c:v>
                </c:pt>
                <c:pt idx="53">
                  <c:v>3.16</c:v>
                </c:pt>
                <c:pt idx="54">
                  <c:v>3.3279999999999998</c:v>
                </c:pt>
                <c:pt idx="55">
                  <c:v>3.3279999999999998</c:v>
                </c:pt>
                <c:pt idx="56">
                  <c:v>3.0760000000000001</c:v>
                </c:pt>
                <c:pt idx="57">
                  <c:v>3.0760000000000001</c:v>
                </c:pt>
                <c:pt idx="58">
                  <c:v>3.16</c:v>
                </c:pt>
                <c:pt idx="59">
                  <c:v>3.16</c:v>
                </c:pt>
                <c:pt idx="60">
                  <c:v>3.16</c:v>
                </c:pt>
                <c:pt idx="61">
                  <c:v>3.16</c:v>
                </c:pt>
                <c:pt idx="62">
                  <c:v>3.16</c:v>
                </c:pt>
                <c:pt idx="63">
                  <c:v>3.0760000000000001</c:v>
                </c:pt>
                <c:pt idx="64">
                  <c:v>3.0760000000000001</c:v>
                </c:pt>
                <c:pt idx="65">
                  <c:v>3.3279999999999998</c:v>
                </c:pt>
                <c:pt idx="66">
                  <c:v>3.3279999999999998</c:v>
                </c:pt>
                <c:pt idx="67">
                  <c:v>3.3279999999999998</c:v>
                </c:pt>
                <c:pt idx="68">
                  <c:v>3.3279999999999998</c:v>
                </c:pt>
                <c:pt idx="69">
                  <c:v>3.3279999999999998</c:v>
                </c:pt>
                <c:pt idx="70">
                  <c:v>2.9079999999999999</c:v>
                </c:pt>
                <c:pt idx="71">
                  <c:v>2.9079999999999999</c:v>
                </c:pt>
                <c:pt idx="72">
                  <c:v>3.6640000000000001</c:v>
                </c:pt>
                <c:pt idx="73">
                  <c:v>3.6640000000000001</c:v>
                </c:pt>
                <c:pt idx="74">
                  <c:v>3.4119999999999999</c:v>
                </c:pt>
                <c:pt idx="75">
                  <c:v>3.4119999999999999</c:v>
                </c:pt>
                <c:pt idx="76">
                  <c:v>3.4119999999999999</c:v>
                </c:pt>
                <c:pt idx="77">
                  <c:v>3.58</c:v>
                </c:pt>
                <c:pt idx="78">
                  <c:v>3.58</c:v>
                </c:pt>
                <c:pt idx="79">
                  <c:v>3.2440000000000002</c:v>
                </c:pt>
                <c:pt idx="80">
                  <c:v>3.2440000000000002</c:v>
                </c:pt>
                <c:pt idx="81">
                  <c:v>3.3279999999999998</c:v>
                </c:pt>
                <c:pt idx="82">
                  <c:v>3.3279999999999998</c:v>
                </c:pt>
                <c:pt idx="83">
                  <c:v>3.4119999999999999</c:v>
                </c:pt>
                <c:pt idx="84">
                  <c:v>3.4119999999999999</c:v>
                </c:pt>
                <c:pt idx="85">
                  <c:v>3.2440000000000002</c:v>
                </c:pt>
                <c:pt idx="86">
                  <c:v>3.2440000000000002</c:v>
                </c:pt>
                <c:pt idx="87">
                  <c:v>3.58</c:v>
                </c:pt>
                <c:pt idx="88">
                  <c:v>3.58</c:v>
                </c:pt>
                <c:pt idx="89">
                  <c:v>3.4119999999999999</c:v>
                </c:pt>
                <c:pt idx="90">
                  <c:v>3.4119999999999999</c:v>
                </c:pt>
                <c:pt idx="91">
                  <c:v>3.2440000000000002</c:v>
                </c:pt>
                <c:pt idx="92">
                  <c:v>3.2440000000000002</c:v>
                </c:pt>
                <c:pt idx="93">
                  <c:v>3.3279999999999998</c:v>
                </c:pt>
                <c:pt idx="94">
                  <c:v>3.3279999999999998</c:v>
                </c:pt>
                <c:pt idx="95">
                  <c:v>3.3279999999999998</c:v>
                </c:pt>
                <c:pt idx="96">
                  <c:v>3.0760000000000001</c:v>
                </c:pt>
                <c:pt idx="97">
                  <c:v>3.0760000000000001</c:v>
                </c:pt>
                <c:pt idx="98">
                  <c:v>2.74</c:v>
                </c:pt>
                <c:pt idx="99">
                  <c:v>2.74</c:v>
                </c:pt>
                <c:pt idx="100">
                  <c:v>2.74</c:v>
                </c:pt>
                <c:pt idx="101">
                  <c:v>2.6560000000000001</c:v>
                </c:pt>
                <c:pt idx="102">
                  <c:v>2.6560000000000001</c:v>
                </c:pt>
                <c:pt idx="103">
                  <c:v>2.5720000000000001</c:v>
                </c:pt>
                <c:pt idx="104">
                  <c:v>2.5720000000000001</c:v>
                </c:pt>
                <c:pt idx="105">
                  <c:v>2.6560000000000001</c:v>
                </c:pt>
                <c:pt idx="106">
                  <c:v>2.6560000000000001</c:v>
                </c:pt>
                <c:pt idx="107">
                  <c:v>2.6560000000000001</c:v>
                </c:pt>
                <c:pt idx="108">
                  <c:v>2.8239999999999998</c:v>
                </c:pt>
                <c:pt idx="109">
                  <c:v>2.8239999999999998</c:v>
                </c:pt>
                <c:pt idx="110">
                  <c:v>2.6560000000000001</c:v>
                </c:pt>
                <c:pt idx="111">
                  <c:v>2.6560000000000001</c:v>
                </c:pt>
                <c:pt idx="112">
                  <c:v>2.8239999999999998</c:v>
                </c:pt>
                <c:pt idx="113">
                  <c:v>2.8239999999999998</c:v>
                </c:pt>
                <c:pt idx="114">
                  <c:v>2.8239999999999998</c:v>
                </c:pt>
                <c:pt idx="115">
                  <c:v>2.488</c:v>
                </c:pt>
                <c:pt idx="116">
                  <c:v>2.488</c:v>
                </c:pt>
                <c:pt idx="117">
                  <c:v>2.5720000000000001</c:v>
                </c:pt>
                <c:pt idx="118">
                  <c:v>2.5720000000000001</c:v>
                </c:pt>
                <c:pt idx="119">
                  <c:v>2.5720000000000001</c:v>
                </c:pt>
                <c:pt idx="120">
                  <c:v>2.6560000000000001</c:v>
                </c:pt>
                <c:pt idx="121">
                  <c:v>2.6560000000000001</c:v>
                </c:pt>
                <c:pt idx="122">
                  <c:v>2.5720000000000001</c:v>
                </c:pt>
                <c:pt idx="123">
                  <c:v>2.5720000000000001</c:v>
                </c:pt>
                <c:pt idx="124">
                  <c:v>2.5720000000000001</c:v>
                </c:pt>
                <c:pt idx="125">
                  <c:v>2.5720000000000001</c:v>
                </c:pt>
                <c:pt idx="126">
                  <c:v>2.5720000000000001</c:v>
                </c:pt>
                <c:pt idx="127">
                  <c:v>2.488</c:v>
                </c:pt>
                <c:pt idx="128">
                  <c:v>2.488</c:v>
                </c:pt>
                <c:pt idx="129">
                  <c:v>2.1520000000000001</c:v>
                </c:pt>
                <c:pt idx="130">
                  <c:v>2.1520000000000001</c:v>
                </c:pt>
                <c:pt idx="131">
                  <c:v>2.488</c:v>
                </c:pt>
                <c:pt idx="132">
                  <c:v>2.488</c:v>
                </c:pt>
                <c:pt idx="133">
                  <c:v>2.488</c:v>
                </c:pt>
                <c:pt idx="134">
                  <c:v>2.4039999999999999</c:v>
                </c:pt>
                <c:pt idx="135">
                  <c:v>2.4039999999999999</c:v>
                </c:pt>
                <c:pt idx="136">
                  <c:v>2.3199999999999998</c:v>
                </c:pt>
                <c:pt idx="137">
                  <c:v>2.3199999999999998</c:v>
                </c:pt>
                <c:pt idx="138">
                  <c:v>2.3199999999999998</c:v>
                </c:pt>
                <c:pt idx="139">
                  <c:v>2.3199999999999998</c:v>
                </c:pt>
                <c:pt idx="140">
                  <c:v>2.3199999999999998</c:v>
                </c:pt>
                <c:pt idx="141">
                  <c:v>2.2360000000000002</c:v>
                </c:pt>
                <c:pt idx="142">
                  <c:v>2.2360000000000002</c:v>
                </c:pt>
                <c:pt idx="143">
                  <c:v>2.2360000000000002</c:v>
                </c:pt>
                <c:pt idx="144">
                  <c:v>2.4039999999999999</c:v>
                </c:pt>
                <c:pt idx="145">
                  <c:v>2.4039999999999999</c:v>
                </c:pt>
                <c:pt idx="146">
                  <c:v>2.2360000000000002</c:v>
                </c:pt>
                <c:pt idx="147">
                  <c:v>2.2360000000000002</c:v>
                </c:pt>
                <c:pt idx="148">
                  <c:v>2.1520000000000001</c:v>
                </c:pt>
                <c:pt idx="149">
                  <c:v>2.1520000000000001</c:v>
                </c:pt>
                <c:pt idx="150">
                  <c:v>2.1520000000000001</c:v>
                </c:pt>
                <c:pt idx="151">
                  <c:v>2.0680000000000001</c:v>
                </c:pt>
                <c:pt idx="152">
                  <c:v>2.0680000000000001</c:v>
                </c:pt>
                <c:pt idx="153">
                  <c:v>2.2360000000000002</c:v>
                </c:pt>
                <c:pt idx="154">
                  <c:v>2.2360000000000002</c:v>
                </c:pt>
                <c:pt idx="155">
                  <c:v>2.0680000000000001</c:v>
                </c:pt>
                <c:pt idx="156">
                  <c:v>2.0680000000000001</c:v>
                </c:pt>
                <c:pt idx="157">
                  <c:v>2.0680000000000001</c:v>
                </c:pt>
                <c:pt idx="158">
                  <c:v>2.1520000000000001</c:v>
                </c:pt>
                <c:pt idx="159">
                  <c:v>2.1520000000000001</c:v>
                </c:pt>
                <c:pt idx="160">
                  <c:v>2.1520000000000001</c:v>
                </c:pt>
                <c:pt idx="161">
                  <c:v>2.1520000000000001</c:v>
                </c:pt>
                <c:pt idx="162">
                  <c:v>2.1520000000000001</c:v>
                </c:pt>
                <c:pt idx="163">
                  <c:v>1.984</c:v>
                </c:pt>
                <c:pt idx="164">
                  <c:v>1.984</c:v>
                </c:pt>
                <c:pt idx="165">
                  <c:v>1.8160000000000001</c:v>
                </c:pt>
                <c:pt idx="166">
                  <c:v>1.8160000000000001</c:v>
                </c:pt>
                <c:pt idx="167">
                  <c:v>1.8160000000000001</c:v>
                </c:pt>
                <c:pt idx="168">
                  <c:v>2.1520000000000001</c:v>
                </c:pt>
                <c:pt idx="169">
                  <c:v>2.1520000000000001</c:v>
                </c:pt>
                <c:pt idx="170">
                  <c:v>1.9</c:v>
                </c:pt>
                <c:pt idx="171">
                  <c:v>1.9</c:v>
                </c:pt>
                <c:pt idx="172">
                  <c:v>1.732</c:v>
                </c:pt>
                <c:pt idx="173">
                  <c:v>1.732</c:v>
                </c:pt>
                <c:pt idx="174">
                  <c:v>1.732</c:v>
                </c:pt>
                <c:pt idx="175">
                  <c:v>1.732</c:v>
                </c:pt>
                <c:pt idx="176">
                  <c:v>1.732</c:v>
                </c:pt>
                <c:pt idx="177">
                  <c:v>1.8160000000000001</c:v>
                </c:pt>
                <c:pt idx="178">
                  <c:v>1.8160000000000001</c:v>
                </c:pt>
                <c:pt idx="179">
                  <c:v>1.8160000000000001</c:v>
                </c:pt>
                <c:pt idx="180">
                  <c:v>1.9</c:v>
                </c:pt>
                <c:pt idx="181">
                  <c:v>1.9</c:v>
                </c:pt>
                <c:pt idx="182">
                  <c:v>1.6479999999999999</c:v>
                </c:pt>
                <c:pt idx="183">
                  <c:v>1.6479999999999999</c:v>
                </c:pt>
                <c:pt idx="184">
                  <c:v>1.6479999999999999</c:v>
                </c:pt>
                <c:pt idx="185">
                  <c:v>1.3120000000000001</c:v>
                </c:pt>
                <c:pt idx="186">
                  <c:v>1.3120000000000001</c:v>
                </c:pt>
                <c:pt idx="187">
                  <c:v>1.3959999999999999</c:v>
                </c:pt>
                <c:pt idx="188">
                  <c:v>1.3959999999999999</c:v>
                </c:pt>
                <c:pt idx="189">
                  <c:v>1.8160000000000001</c:v>
                </c:pt>
                <c:pt idx="190">
                  <c:v>1.8160000000000001</c:v>
                </c:pt>
                <c:pt idx="191">
                  <c:v>1.8160000000000001</c:v>
                </c:pt>
                <c:pt idx="192">
                  <c:v>1.6479999999999999</c:v>
                </c:pt>
                <c:pt idx="193">
                  <c:v>1.6479999999999999</c:v>
                </c:pt>
                <c:pt idx="194">
                  <c:v>1.48</c:v>
                </c:pt>
                <c:pt idx="195">
                  <c:v>1.48</c:v>
                </c:pt>
                <c:pt idx="196">
                  <c:v>1.48</c:v>
                </c:pt>
                <c:pt idx="197">
                  <c:v>1.228</c:v>
                </c:pt>
                <c:pt idx="198">
                  <c:v>1.228</c:v>
                </c:pt>
                <c:pt idx="199">
                  <c:v>1.228</c:v>
                </c:pt>
                <c:pt idx="200">
                  <c:v>1.228</c:v>
                </c:pt>
                <c:pt idx="201">
                  <c:v>1.3120000000000001</c:v>
                </c:pt>
                <c:pt idx="202">
                  <c:v>1.3120000000000001</c:v>
                </c:pt>
                <c:pt idx="203">
                  <c:v>1.3120000000000001</c:v>
                </c:pt>
                <c:pt idx="204">
                  <c:v>1.1439999999999999</c:v>
                </c:pt>
                <c:pt idx="205">
                  <c:v>1.1439999999999999</c:v>
                </c:pt>
                <c:pt idx="206">
                  <c:v>1.1439999999999999</c:v>
                </c:pt>
                <c:pt idx="207">
                  <c:v>1.3959999999999999</c:v>
                </c:pt>
                <c:pt idx="208">
                  <c:v>1.3959999999999999</c:v>
                </c:pt>
                <c:pt idx="209">
                  <c:v>1.3959999999999999</c:v>
                </c:pt>
                <c:pt idx="210">
                  <c:v>1.3959999999999999</c:v>
                </c:pt>
                <c:pt idx="211">
                  <c:v>1.3959999999999999</c:v>
                </c:pt>
                <c:pt idx="212">
                  <c:v>1.228</c:v>
                </c:pt>
                <c:pt idx="213">
                  <c:v>1.228</c:v>
                </c:pt>
                <c:pt idx="214">
                  <c:v>1.1439999999999999</c:v>
                </c:pt>
                <c:pt idx="215">
                  <c:v>1.1439999999999999</c:v>
                </c:pt>
                <c:pt idx="216">
                  <c:v>1.5640000000000001</c:v>
                </c:pt>
                <c:pt idx="217">
                  <c:v>1.5640000000000001</c:v>
                </c:pt>
                <c:pt idx="218">
                  <c:v>1.5640000000000001</c:v>
                </c:pt>
                <c:pt idx="219">
                  <c:v>1.48</c:v>
                </c:pt>
                <c:pt idx="220">
                  <c:v>1.48</c:v>
                </c:pt>
                <c:pt idx="221">
                  <c:v>1.1439999999999999</c:v>
                </c:pt>
                <c:pt idx="222">
                  <c:v>1.1439999999999999</c:v>
                </c:pt>
                <c:pt idx="223">
                  <c:v>1.1439999999999999</c:v>
                </c:pt>
                <c:pt idx="224">
                  <c:v>1.48</c:v>
                </c:pt>
                <c:pt idx="225">
                  <c:v>1.48</c:v>
                </c:pt>
                <c:pt idx="226">
                  <c:v>1.1439999999999999</c:v>
                </c:pt>
                <c:pt idx="227">
                  <c:v>1.1439999999999999</c:v>
                </c:pt>
                <c:pt idx="228">
                  <c:v>1.1439999999999999</c:v>
                </c:pt>
                <c:pt idx="229">
                  <c:v>1.1439999999999999</c:v>
                </c:pt>
                <c:pt idx="230">
                  <c:v>1.1439999999999999</c:v>
                </c:pt>
                <c:pt idx="231">
                  <c:v>1.3959999999999999</c:v>
                </c:pt>
                <c:pt idx="232">
                  <c:v>1.3959999999999999</c:v>
                </c:pt>
                <c:pt idx="233">
                  <c:v>1.3120000000000001</c:v>
                </c:pt>
                <c:pt idx="234">
                  <c:v>1.3120000000000001</c:v>
                </c:pt>
                <c:pt idx="235">
                  <c:v>1.5640000000000001</c:v>
                </c:pt>
                <c:pt idx="236">
                  <c:v>1.5640000000000001</c:v>
                </c:pt>
                <c:pt idx="237">
                  <c:v>1.5640000000000001</c:v>
                </c:pt>
                <c:pt idx="238">
                  <c:v>1.48</c:v>
                </c:pt>
                <c:pt idx="239">
                  <c:v>1.48</c:v>
                </c:pt>
                <c:pt idx="240">
                  <c:v>1.3959999999999999</c:v>
                </c:pt>
                <c:pt idx="241">
                  <c:v>1.3959999999999999</c:v>
                </c:pt>
                <c:pt idx="242">
                  <c:v>1.3120000000000001</c:v>
                </c:pt>
                <c:pt idx="243">
                  <c:v>1.3120000000000001</c:v>
                </c:pt>
                <c:pt idx="244">
                  <c:v>1.3120000000000001</c:v>
                </c:pt>
                <c:pt idx="245">
                  <c:v>1.8160000000000001</c:v>
                </c:pt>
                <c:pt idx="246">
                  <c:v>1.8160000000000001</c:v>
                </c:pt>
                <c:pt idx="247">
                  <c:v>1.9</c:v>
                </c:pt>
                <c:pt idx="248">
                  <c:v>1.9</c:v>
                </c:pt>
                <c:pt idx="249">
                  <c:v>1.8160000000000001</c:v>
                </c:pt>
                <c:pt idx="250">
                  <c:v>1.8160000000000001</c:v>
                </c:pt>
                <c:pt idx="251">
                  <c:v>1.8160000000000001</c:v>
                </c:pt>
                <c:pt idx="252">
                  <c:v>1.8160000000000001</c:v>
                </c:pt>
                <c:pt idx="253">
                  <c:v>1.8160000000000001</c:v>
                </c:pt>
                <c:pt idx="254">
                  <c:v>2.1520000000000001</c:v>
                </c:pt>
                <c:pt idx="255">
                  <c:v>2.1520000000000001</c:v>
                </c:pt>
                <c:pt idx="256">
                  <c:v>1.984</c:v>
                </c:pt>
                <c:pt idx="257">
                  <c:v>1.984</c:v>
                </c:pt>
                <c:pt idx="258">
                  <c:v>2.5720000000000001</c:v>
                </c:pt>
                <c:pt idx="259">
                  <c:v>2.5720000000000001</c:v>
                </c:pt>
                <c:pt idx="260">
                  <c:v>2.5720000000000001</c:v>
                </c:pt>
                <c:pt idx="261">
                  <c:v>2.2360000000000002</c:v>
                </c:pt>
                <c:pt idx="262">
                  <c:v>2.2360000000000002</c:v>
                </c:pt>
                <c:pt idx="263">
                  <c:v>2.6560000000000001</c:v>
                </c:pt>
                <c:pt idx="264">
                  <c:v>2.6560000000000001</c:v>
                </c:pt>
                <c:pt idx="265">
                  <c:v>2.6560000000000001</c:v>
                </c:pt>
                <c:pt idx="266">
                  <c:v>2.488</c:v>
                </c:pt>
                <c:pt idx="267">
                  <c:v>2.488</c:v>
                </c:pt>
                <c:pt idx="268">
                  <c:v>3.0760000000000001</c:v>
                </c:pt>
                <c:pt idx="269">
                  <c:v>3.0760000000000001</c:v>
                </c:pt>
                <c:pt idx="270">
                  <c:v>3.0760000000000001</c:v>
                </c:pt>
                <c:pt idx="271">
                  <c:v>3.0760000000000001</c:v>
                </c:pt>
                <c:pt idx="272">
                  <c:v>3.0760000000000001</c:v>
                </c:pt>
                <c:pt idx="273">
                  <c:v>2.9079999999999999</c:v>
                </c:pt>
                <c:pt idx="274">
                  <c:v>2.9079999999999999</c:v>
                </c:pt>
                <c:pt idx="275">
                  <c:v>2.992</c:v>
                </c:pt>
                <c:pt idx="276">
                  <c:v>2.992</c:v>
                </c:pt>
                <c:pt idx="277">
                  <c:v>2.992</c:v>
                </c:pt>
                <c:pt idx="278">
                  <c:v>2.992</c:v>
                </c:pt>
                <c:pt idx="279">
                  <c:v>2.992</c:v>
                </c:pt>
                <c:pt idx="280">
                  <c:v>2.9079999999999999</c:v>
                </c:pt>
                <c:pt idx="281">
                  <c:v>2.9079999999999999</c:v>
                </c:pt>
                <c:pt idx="282">
                  <c:v>2.74</c:v>
                </c:pt>
                <c:pt idx="283">
                  <c:v>2.74</c:v>
                </c:pt>
                <c:pt idx="284">
                  <c:v>2.74</c:v>
                </c:pt>
                <c:pt idx="285">
                  <c:v>2.8239999999999998</c:v>
                </c:pt>
                <c:pt idx="286">
                  <c:v>2.8239999999999998</c:v>
                </c:pt>
                <c:pt idx="287">
                  <c:v>2.74</c:v>
                </c:pt>
                <c:pt idx="288">
                  <c:v>2.74</c:v>
                </c:pt>
                <c:pt idx="289">
                  <c:v>3.0760000000000001</c:v>
                </c:pt>
                <c:pt idx="290">
                  <c:v>3.0760000000000001</c:v>
                </c:pt>
                <c:pt idx="291">
                  <c:v>3.0760000000000001</c:v>
                </c:pt>
                <c:pt idx="292">
                  <c:v>2.8239999999999998</c:v>
                </c:pt>
                <c:pt idx="293">
                  <c:v>2.8239999999999998</c:v>
                </c:pt>
                <c:pt idx="294">
                  <c:v>3.0760000000000001</c:v>
                </c:pt>
                <c:pt idx="295">
                  <c:v>3.0760000000000001</c:v>
                </c:pt>
                <c:pt idx="296">
                  <c:v>3.0760000000000001</c:v>
                </c:pt>
                <c:pt idx="297">
                  <c:v>3.0760000000000001</c:v>
                </c:pt>
                <c:pt idx="298">
                  <c:v>3.16</c:v>
                </c:pt>
                <c:pt idx="299">
                  <c:v>3.16</c:v>
                </c:pt>
                <c:pt idx="300">
                  <c:v>3.16</c:v>
                </c:pt>
                <c:pt idx="301">
                  <c:v>2.74</c:v>
                </c:pt>
                <c:pt idx="302">
                  <c:v>2.74</c:v>
                </c:pt>
                <c:pt idx="303">
                  <c:v>2.992</c:v>
                </c:pt>
                <c:pt idx="304">
                  <c:v>2.992</c:v>
                </c:pt>
                <c:pt idx="305">
                  <c:v>2.992</c:v>
                </c:pt>
                <c:pt idx="306">
                  <c:v>2.992</c:v>
                </c:pt>
                <c:pt idx="307">
                  <c:v>2.992</c:v>
                </c:pt>
                <c:pt idx="308">
                  <c:v>2.992</c:v>
                </c:pt>
                <c:pt idx="309">
                  <c:v>2.992</c:v>
                </c:pt>
                <c:pt idx="310">
                  <c:v>3.0760000000000001</c:v>
                </c:pt>
                <c:pt idx="311">
                  <c:v>3.0760000000000001</c:v>
                </c:pt>
                <c:pt idx="312">
                  <c:v>3.16</c:v>
                </c:pt>
                <c:pt idx="313">
                  <c:v>3.16</c:v>
                </c:pt>
                <c:pt idx="314">
                  <c:v>2.992</c:v>
                </c:pt>
                <c:pt idx="315">
                  <c:v>2.992</c:v>
                </c:pt>
                <c:pt idx="316">
                  <c:v>2.992</c:v>
                </c:pt>
                <c:pt idx="317">
                  <c:v>2.6560000000000001</c:v>
                </c:pt>
                <c:pt idx="318">
                  <c:v>2.6560000000000001</c:v>
                </c:pt>
                <c:pt idx="319">
                  <c:v>2.992</c:v>
                </c:pt>
                <c:pt idx="320">
                  <c:v>2.992</c:v>
                </c:pt>
                <c:pt idx="321">
                  <c:v>2.8239999999999998</c:v>
                </c:pt>
                <c:pt idx="322">
                  <c:v>2.8239999999999998</c:v>
                </c:pt>
                <c:pt idx="323">
                  <c:v>2.8239999999999998</c:v>
                </c:pt>
                <c:pt idx="324">
                  <c:v>2.6560000000000001</c:v>
                </c:pt>
                <c:pt idx="325">
                  <c:v>2.6560000000000001</c:v>
                </c:pt>
                <c:pt idx="326">
                  <c:v>2.8239999999999998</c:v>
                </c:pt>
                <c:pt idx="327">
                  <c:v>2.8239999999999998</c:v>
                </c:pt>
                <c:pt idx="328">
                  <c:v>2.8239999999999998</c:v>
                </c:pt>
                <c:pt idx="329">
                  <c:v>2.74</c:v>
                </c:pt>
                <c:pt idx="330">
                  <c:v>2.74</c:v>
                </c:pt>
                <c:pt idx="331">
                  <c:v>2.9079999999999999</c:v>
                </c:pt>
                <c:pt idx="332">
                  <c:v>2.9079999999999999</c:v>
                </c:pt>
                <c:pt idx="333">
                  <c:v>3.0760000000000001</c:v>
                </c:pt>
                <c:pt idx="334">
                  <c:v>3.0760000000000001</c:v>
                </c:pt>
                <c:pt idx="335">
                  <c:v>2.992</c:v>
                </c:pt>
                <c:pt idx="336">
                  <c:v>2.992</c:v>
                </c:pt>
                <c:pt idx="337">
                  <c:v>2.992</c:v>
                </c:pt>
                <c:pt idx="338">
                  <c:v>2.992</c:v>
                </c:pt>
                <c:pt idx="339">
                  <c:v>2.992</c:v>
                </c:pt>
                <c:pt idx="340">
                  <c:v>2.9079999999999999</c:v>
                </c:pt>
                <c:pt idx="341">
                  <c:v>2.9079999999999999</c:v>
                </c:pt>
                <c:pt idx="342">
                  <c:v>3.0760000000000001</c:v>
                </c:pt>
                <c:pt idx="343">
                  <c:v>3.0760000000000001</c:v>
                </c:pt>
                <c:pt idx="344">
                  <c:v>3.0760000000000001</c:v>
                </c:pt>
                <c:pt idx="345">
                  <c:v>3.16</c:v>
                </c:pt>
                <c:pt idx="346">
                  <c:v>3.16</c:v>
                </c:pt>
                <c:pt idx="347">
                  <c:v>3.16</c:v>
                </c:pt>
                <c:pt idx="348">
                  <c:v>2.6560000000000001</c:v>
                </c:pt>
                <c:pt idx="349">
                  <c:v>2.6560000000000001</c:v>
                </c:pt>
                <c:pt idx="350">
                  <c:v>3.16</c:v>
                </c:pt>
                <c:pt idx="351">
                  <c:v>3.16</c:v>
                </c:pt>
                <c:pt idx="352">
                  <c:v>3.16</c:v>
                </c:pt>
                <c:pt idx="353">
                  <c:v>3.16</c:v>
                </c:pt>
                <c:pt idx="354">
                  <c:v>3.16</c:v>
                </c:pt>
                <c:pt idx="355">
                  <c:v>2.8239999999999998</c:v>
                </c:pt>
                <c:pt idx="356">
                  <c:v>2.8239999999999998</c:v>
                </c:pt>
                <c:pt idx="357">
                  <c:v>3.0760000000000001</c:v>
                </c:pt>
                <c:pt idx="358">
                  <c:v>3.0760000000000001</c:v>
                </c:pt>
                <c:pt idx="359">
                  <c:v>3.16</c:v>
                </c:pt>
                <c:pt idx="360">
                  <c:v>3.16</c:v>
                </c:pt>
                <c:pt idx="361">
                  <c:v>3.16</c:v>
                </c:pt>
                <c:pt idx="362">
                  <c:v>2.992</c:v>
                </c:pt>
                <c:pt idx="363">
                  <c:v>2.992</c:v>
                </c:pt>
                <c:pt idx="364">
                  <c:v>2.992</c:v>
                </c:pt>
                <c:pt idx="365">
                  <c:v>3.0760000000000001</c:v>
                </c:pt>
                <c:pt idx="366">
                  <c:v>3.0760000000000001</c:v>
                </c:pt>
                <c:pt idx="367">
                  <c:v>2.74</c:v>
                </c:pt>
                <c:pt idx="368">
                  <c:v>2.74</c:v>
                </c:pt>
                <c:pt idx="369">
                  <c:v>2.992</c:v>
                </c:pt>
                <c:pt idx="370">
                  <c:v>2.992</c:v>
                </c:pt>
                <c:pt idx="371">
                  <c:v>2.8239999999999998</c:v>
                </c:pt>
                <c:pt idx="372">
                  <c:v>2.8239999999999998</c:v>
                </c:pt>
                <c:pt idx="373">
                  <c:v>2.9079999999999999</c:v>
                </c:pt>
                <c:pt idx="374">
                  <c:v>2.9079999999999999</c:v>
                </c:pt>
                <c:pt idx="375">
                  <c:v>2.9079999999999999</c:v>
                </c:pt>
                <c:pt idx="376">
                  <c:v>2.9079999999999999</c:v>
                </c:pt>
                <c:pt idx="377">
                  <c:v>2.9079999999999999</c:v>
                </c:pt>
                <c:pt idx="378">
                  <c:v>2.992</c:v>
                </c:pt>
                <c:pt idx="379">
                  <c:v>2.992</c:v>
                </c:pt>
                <c:pt idx="380">
                  <c:v>3.2440000000000002</c:v>
                </c:pt>
                <c:pt idx="381">
                  <c:v>3.2440000000000002</c:v>
                </c:pt>
                <c:pt idx="382">
                  <c:v>3.2440000000000002</c:v>
                </c:pt>
                <c:pt idx="383">
                  <c:v>2.992</c:v>
                </c:pt>
                <c:pt idx="384">
                  <c:v>2.992</c:v>
                </c:pt>
                <c:pt idx="385">
                  <c:v>3.2440000000000002</c:v>
                </c:pt>
                <c:pt idx="386">
                  <c:v>3.2440000000000002</c:v>
                </c:pt>
                <c:pt idx="387">
                  <c:v>2.992</c:v>
                </c:pt>
                <c:pt idx="388">
                  <c:v>2.992</c:v>
                </c:pt>
                <c:pt idx="389">
                  <c:v>3.2440000000000002</c:v>
                </c:pt>
                <c:pt idx="390">
                  <c:v>3.2440000000000002</c:v>
                </c:pt>
                <c:pt idx="391">
                  <c:v>3.2440000000000002</c:v>
                </c:pt>
                <c:pt idx="392">
                  <c:v>3.2440000000000002</c:v>
                </c:pt>
                <c:pt idx="393">
                  <c:v>2.9079999999999999</c:v>
                </c:pt>
                <c:pt idx="394">
                  <c:v>2.9079999999999999</c:v>
                </c:pt>
                <c:pt idx="395">
                  <c:v>2.9079999999999999</c:v>
                </c:pt>
                <c:pt idx="396">
                  <c:v>2.9079999999999999</c:v>
                </c:pt>
                <c:pt idx="397">
                  <c:v>2.9079999999999999</c:v>
                </c:pt>
                <c:pt idx="398">
                  <c:v>2.74</c:v>
                </c:pt>
                <c:pt idx="399">
                  <c:v>2.74</c:v>
                </c:pt>
                <c:pt idx="400">
                  <c:v>3.2440000000000002</c:v>
                </c:pt>
                <c:pt idx="401">
                  <c:v>3.2440000000000002</c:v>
                </c:pt>
                <c:pt idx="402">
                  <c:v>3.2440000000000002</c:v>
                </c:pt>
                <c:pt idx="403">
                  <c:v>3.3279999999999998</c:v>
                </c:pt>
                <c:pt idx="404">
                  <c:v>3.3279999999999998</c:v>
                </c:pt>
                <c:pt idx="405">
                  <c:v>3.4119999999999999</c:v>
                </c:pt>
                <c:pt idx="406">
                  <c:v>3.4119999999999999</c:v>
                </c:pt>
                <c:pt idx="407">
                  <c:v>3.4119999999999999</c:v>
                </c:pt>
                <c:pt idx="408">
                  <c:v>3.3279999999999998</c:v>
                </c:pt>
                <c:pt idx="409">
                  <c:v>3.3279999999999998</c:v>
                </c:pt>
                <c:pt idx="410">
                  <c:v>2.9079999999999999</c:v>
                </c:pt>
                <c:pt idx="411">
                  <c:v>2.9079999999999999</c:v>
                </c:pt>
                <c:pt idx="412">
                  <c:v>3.2440000000000002</c:v>
                </c:pt>
                <c:pt idx="413">
                  <c:v>3.2440000000000002</c:v>
                </c:pt>
                <c:pt idx="414">
                  <c:v>3.2440000000000002</c:v>
                </c:pt>
                <c:pt idx="415">
                  <c:v>2.992</c:v>
                </c:pt>
                <c:pt idx="416">
                  <c:v>2.992</c:v>
                </c:pt>
                <c:pt idx="417">
                  <c:v>3.0760000000000001</c:v>
                </c:pt>
                <c:pt idx="418">
                  <c:v>3.0760000000000001</c:v>
                </c:pt>
                <c:pt idx="419">
                  <c:v>3.16</c:v>
                </c:pt>
                <c:pt idx="420">
                  <c:v>3.16</c:v>
                </c:pt>
                <c:pt idx="421">
                  <c:v>3.16</c:v>
                </c:pt>
                <c:pt idx="422">
                  <c:v>3.16</c:v>
                </c:pt>
                <c:pt idx="423">
                  <c:v>3.16</c:v>
                </c:pt>
                <c:pt idx="424">
                  <c:v>3.0760000000000001</c:v>
                </c:pt>
                <c:pt idx="425">
                  <c:v>3.0760000000000001</c:v>
                </c:pt>
                <c:pt idx="426">
                  <c:v>2.992</c:v>
                </c:pt>
                <c:pt idx="427">
                  <c:v>2.992</c:v>
                </c:pt>
                <c:pt idx="428">
                  <c:v>2.992</c:v>
                </c:pt>
                <c:pt idx="429">
                  <c:v>3.3279999999999998</c:v>
                </c:pt>
                <c:pt idx="430">
                  <c:v>3.3279999999999998</c:v>
                </c:pt>
                <c:pt idx="431">
                  <c:v>3.2440000000000002</c:v>
                </c:pt>
                <c:pt idx="432">
                  <c:v>3.2440000000000002</c:v>
                </c:pt>
                <c:pt idx="433">
                  <c:v>3.2440000000000002</c:v>
                </c:pt>
                <c:pt idx="434">
                  <c:v>3.0760000000000001</c:v>
                </c:pt>
                <c:pt idx="435">
                  <c:v>3.0760000000000001</c:v>
                </c:pt>
                <c:pt idx="436">
                  <c:v>3.0760000000000001</c:v>
                </c:pt>
                <c:pt idx="437">
                  <c:v>3.0760000000000001</c:v>
                </c:pt>
                <c:pt idx="438">
                  <c:v>3.0760000000000001</c:v>
                </c:pt>
                <c:pt idx="439">
                  <c:v>3.2440000000000002</c:v>
                </c:pt>
                <c:pt idx="440">
                  <c:v>3.2440000000000002</c:v>
                </c:pt>
                <c:pt idx="441">
                  <c:v>3.0760000000000001</c:v>
                </c:pt>
                <c:pt idx="442">
                  <c:v>3.0760000000000001</c:v>
                </c:pt>
                <c:pt idx="443">
                  <c:v>2.992</c:v>
                </c:pt>
                <c:pt idx="444">
                  <c:v>2.992</c:v>
                </c:pt>
                <c:pt idx="445">
                  <c:v>3.16</c:v>
                </c:pt>
                <c:pt idx="446">
                  <c:v>3.16</c:v>
                </c:pt>
                <c:pt idx="447">
                  <c:v>3.16</c:v>
                </c:pt>
                <c:pt idx="448">
                  <c:v>2.992</c:v>
                </c:pt>
                <c:pt idx="449">
                  <c:v>2.992</c:v>
                </c:pt>
                <c:pt idx="450">
                  <c:v>3.16</c:v>
                </c:pt>
                <c:pt idx="451">
                  <c:v>3.16</c:v>
                </c:pt>
                <c:pt idx="452">
                  <c:v>3.2440000000000002</c:v>
                </c:pt>
                <c:pt idx="453">
                  <c:v>3.2440000000000002</c:v>
                </c:pt>
                <c:pt idx="454">
                  <c:v>3.3279999999999998</c:v>
                </c:pt>
                <c:pt idx="455">
                  <c:v>3.3279999999999998</c:v>
                </c:pt>
                <c:pt idx="456">
                  <c:v>2.992</c:v>
                </c:pt>
                <c:pt idx="457">
                  <c:v>2.992</c:v>
                </c:pt>
                <c:pt idx="458">
                  <c:v>2.992</c:v>
                </c:pt>
                <c:pt idx="459">
                  <c:v>3.16</c:v>
                </c:pt>
                <c:pt idx="460">
                  <c:v>3.16</c:v>
                </c:pt>
                <c:pt idx="461">
                  <c:v>3.0760000000000001</c:v>
                </c:pt>
                <c:pt idx="462">
                  <c:v>3.0760000000000001</c:v>
                </c:pt>
                <c:pt idx="463">
                  <c:v>3.0760000000000001</c:v>
                </c:pt>
                <c:pt idx="464">
                  <c:v>3.0760000000000001</c:v>
                </c:pt>
                <c:pt idx="465">
                  <c:v>3.0760000000000001</c:v>
                </c:pt>
                <c:pt idx="466">
                  <c:v>2.9079999999999999</c:v>
                </c:pt>
                <c:pt idx="467">
                  <c:v>3.0760000000000001</c:v>
                </c:pt>
                <c:pt idx="468">
                  <c:v>3.2440000000000002</c:v>
                </c:pt>
                <c:pt idx="469">
                  <c:v>3.2440000000000002</c:v>
                </c:pt>
                <c:pt idx="470">
                  <c:v>3.0760000000000001</c:v>
                </c:pt>
                <c:pt idx="471">
                  <c:v>3.0760000000000001</c:v>
                </c:pt>
                <c:pt idx="472">
                  <c:v>2.9079999999999999</c:v>
                </c:pt>
                <c:pt idx="473">
                  <c:v>2.9079999999999999</c:v>
                </c:pt>
                <c:pt idx="474">
                  <c:v>2.9079999999999999</c:v>
                </c:pt>
                <c:pt idx="475">
                  <c:v>2.9079999999999999</c:v>
                </c:pt>
                <c:pt idx="476">
                  <c:v>3.2440000000000002</c:v>
                </c:pt>
                <c:pt idx="477">
                  <c:v>3.2440000000000002</c:v>
                </c:pt>
                <c:pt idx="478">
                  <c:v>3.2440000000000002</c:v>
                </c:pt>
                <c:pt idx="479">
                  <c:v>2.9079999999999999</c:v>
                </c:pt>
                <c:pt idx="480">
                  <c:v>2.9079999999999999</c:v>
                </c:pt>
                <c:pt idx="481">
                  <c:v>3.2440000000000002</c:v>
                </c:pt>
                <c:pt idx="482">
                  <c:v>3.2440000000000002</c:v>
                </c:pt>
                <c:pt idx="483">
                  <c:v>3.2440000000000002</c:v>
                </c:pt>
                <c:pt idx="484">
                  <c:v>3.16</c:v>
                </c:pt>
                <c:pt idx="485">
                  <c:v>3.16</c:v>
                </c:pt>
                <c:pt idx="486">
                  <c:v>3.16</c:v>
                </c:pt>
                <c:pt idx="487">
                  <c:v>3.16</c:v>
                </c:pt>
                <c:pt idx="488">
                  <c:v>3.3279999999999998</c:v>
                </c:pt>
                <c:pt idx="489">
                  <c:v>3.3279999999999998</c:v>
                </c:pt>
                <c:pt idx="490">
                  <c:v>3.3279999999999998</c:v>
                </c:pt>
                <c:pt idx="491">
                  <c:v>3.3279999999999998</c:v>
                </c:pt>
                <c:pt idx="492">
                  <c:v>2.9079999999999999</c:v>
                </c:pt>
                <c:pt idx="493">
                  <c:v>2.9079999999999999</c:v>
                </c:pt>
                <c:pt idx="494">
                  <c:v>2.9079999999999999</c:v>
                </c:pt>
                <c:pt idx="495">
                  <c:v>2.992</c:v>
                </c:pt>
                <c:pt idx="496">
                  <c:v>2.992</c:v>
                </c:pt>
                <c:pt idx="497">
                  <c:v>2.992</c:v>
                </c:pt>
                <c:pt idx="498">
                  <c:v>2.992</c:v>
                </c:pt>
                <c:pt idx="499">
                  <c:v>2.74</c:v>
                </c:pt>
                <c:pt idx="500">
                  <c:v>2.74</c:v>
                </c:pt>
                <c:pt idx="501">
                  <c:v>2.74</c:v>
                </c:pt>
                <c:pt idx="502">
                  <c:v>2.74</c:v>
                </c:pt>
                <c:pt idx="503">
                  <c:v>2.74</c:v>
                </c:pt>
                <c:pt idx="504">
                  <c:v>2.992</c:v>
                </c:pt>
                <c:pt idx="505">
                  <c:v>2.992</c:v>
                </c:pt>
                <c:pt idx="506">
                  <c:v>2.992</c:v>
                </c:pt>
                <c:pt idx="507">
                  <c:v>3.4119999999999999</c:v>
                </c:pt>
                <c:pt idx="508">
                  <c:v>3.4119999999999999</c:v>
                </c:pt>
                <c:pt idx="509">
                  <c:v>3.0760000000000001</c:v>
                </c:pt>
                <c:pt idx="510">
                  <c:v>3.0760000000000001</c:v>
                </c:pt>
                <c:pt idx="511">
                  <c:v>2.992</c:v>
                </c:pt>
                <c:pt idx="512">
                  <c:v>2.992</c:v>
                </c:pt>
                <c:pt idx="513">
                  <c:v>2.74</c:v>
                </c:pt>
                <c:pt idx="514">
                  <c:v>2.74</c:v>
                </c:pt>
                <c:pt idx="515">
                  <c:v>2.74</c:v>
                </c:pt>
                <c:pt idx="516">
                  <c:v>2.6560000000000001</c:v>
                </c:pt>
                <c:pt idx="517">
                  <c:v>2.6560000000000001</c:v>
                </c:pt>
                <c:pt idx="518">
                  <c:v>2.992</c:v>
                </c:pt>
                <c:pt idx="519">
                  <c:v>2.992</c:v>
                </c:pt>
                <c:pt idx="520">
                  <c:v>2.74</c:v>
                </c:pt>
                <c:pt idx="521">
                  <c:v>2.74</c:v>
                </c:pt>
                <c:pt idx="522">
                  <c:v>2.74</c:v>
                </c:pt>
                <c:pt idx="523">
                  <c:v>2.9079999999999999</c:v>
                </c:pt>
                <c:pt idx="524">
                  <c:v>2.9079999999999999</c:v>
                </c:pt>
                <c:pt idx="525">
                  <c:v>2.992</c:v>
                </c:pt>
                <c:pt idx="526">
                  <c:v>2.992</c:v>
                </c:pt>
                <c:pt idx="527">
                  <c:v>2.74</c:v>
                </c:pt>
                <c:pt idx="528">
                  <c:v>2.74</c:v>
                </c:pt>
                <c:pt idx="529">
                  <c:v>2.74</c:v>
                </c:pt>
                <c:pt idx="530">
                  <c:v>2.74</c:v>
                </c:pt>
                <c:pt idx="531">
                  <c:v>2.74</c:v>
                </c:pt>
                <c:pt idx="532">
                  <c:v>2.5720000000000001</c:v>
                </c:pt>
                <c:pt idx="533">
                  <c:v>2.5720000000000001</c:v>
                </c:pt>
                <c:pt idx="534">
                  <c:v>2.5720000000000001</c:v>
                </c:pt>
                <c:pt idx="535">
                  <c:v>2.8239999999999998</c:v>
                </c:pt>
                <c:pt idx="536">
                  <c:v>2.8239999999999998</c:v>
                </c:pt>
                <c:pt idx="537">
                  <c:v>2.6560000000000001</c:v>
                </c:pt>
                <c:pt idx="538">
                  <c:v>2.6560000000000001</c:v>
                </c:pt>
                <c:pt idx="539">
                  <c:v>2.4039999999999999</c:v>
                </c:pt>
                <c:pt idx="540">
                  <c:v>2.4039999999999999</c:v>
                </c:pt>
                <c:pt idx="541">
                  <c:v>2.4039999999999999</c:v>
                </c:pt>
                <c:pt idx="542">
                  <c:v>2.4039999999999999</c:v>
                </c:pt>
                <c:pt idx="543">
                  <c:v>2.4039999999999999</c:v>
                </c:pt>
                <c:pt idx="544">
                  <c:v>3.2440000000000002</c:v>
                </c:pt>
                <c:pt idx="545">
                  <c:v>3.2440000000000002</c:v>
                </c:pt>
                <c:pt idx="546">
                  <c:v>2.992</c:v>
                </c:pt>
                <c:pt idx="547">
                  <c:v>2.992</c:v>
                </c:pt>
                <c:pt idx="548">
                  <c:v>2.992</c:v>
                </c:pt>
                <c:pt idx="549">
                  <c:v>2.8239999999999998</c:v>
                </c:pt>
                <c:pt idx="550">
                  <c:v>2.8239999999999998</c:v>
                </c:pt>
                <c:pt idx="551">
                  <c:v>2.5720000000000001</c:v>
                </c:pt>
                <c:pt idx="552">
                  <c:v>2.5720000000000001</c:v>
                </c:pt>
                <c:pt idx="553">
                  <c:v>2.5720000000000001</c:v>
                </c:pt>
                <c:pt idx="554">
                  <c:v>2.5720000000000001</c:v>
                </c:pt>
                <c:pt idx="555">
                  <c:v>2.5720000000000001</c:v>
                </c:pt>
                <c:pt idx="556">
                  <c:v>2.5720000000000001</c:v>
                </c:pt>
                <c:pt idx="557">
                  <c:v>2.8239999999999998</c:v>
                </c:pt>
                <c:pt idx="558">
                  <c:v>2.8239999999999998</c:v>
                </c:pt>
                <c:pt idx="559">
                  <c:v>2.74</c:v>
                </c:pt>
                <c:pt idx="560">
                  <c:v>2.74</c:v>
                </c:pt>
                <c:pt idx="561">
                  <c:v>2.8239999999999998</c:v>
                </c:pt>
                <c:pt idx="562">
                  <c:v>2.8239999999999998</c:v>
                </c:pt>
                <c:pt idx="563">
                  <c:v>2.4039999999999999</c:v>
                </c:pt>
                <c:pt idx="564">
                  <c:v>2.4039999999999999</c:v>
                </c:pt>
                <c:pt idx="565">
                  <c:v>2.4039999999999999</c:v>
                </c:pt>
                <c:pt idx="566">
                  <c:v>2.6560000000000001</c:v>
                </c:pt>
                <c:pt idx="567">
                  <c:v>2.6560000000000001</c:v>
                </c:pt>
                <c:pt idx="568">
                  <c:v>2.8239999999999998</c:v>
                </c:pt>
                <c:pt idx="569">
                  <c:v>2.8239999999999998</c:v>
                </c:pt>
                <c:pt idx="570">
                  <c:v>2.8239999999999998</c:v>
                </c:pt>
                <c:pt idx="571">
                  <c:v>3.0760000000000001</c:v>
                </c:pt>
                <c:pt idx="572">
                  <c:v>3.0760000000000001</c:v>
                </c:pt>
                <c:pt idx="573">
                  <c:v>3.16</c:v>
                </c:pt>
                <c:pt idx="574">
                  <c:v>3.16</c:v>
                </c:pt>
                <c:pt idx="575">
                  <c:v>3.16</c:v>
                </c:pt>
                <c:pt idx="576">
                  <c:v>2.74</c:v>
                </c:pt>
                <c:pt idx="577">
                  <c:v>2.74</c:v>
                </c:pt>
                <c:pt idx="578">
                  <c:v>2.74</c:v>
                </c:pt>
                <c:pt idx="579">
                  <c:v>3.0760000000000001</c:v>
                </c:pt>
                <c:pt idx="580">
                  <c:v>3.0760000000000001</c:v>
                </c:pt>
                <c:pt idx="581">
                  <c:v>2.992</c:v>
                </c:pt>
                <c:pt idx="582">
                  <c:v>2.992</c:v>
                </c:pt>
                <c:pt idx="583">
                  <c:v>2.992</c:v>
                </c:pt>
                <c:pt idx="584">
                  <c:v>3.3279999999999998</c:v>
                </c:pt>
                <c:pt idx="585">
                  <c:v>3.3279999999999998</c:v>
                </c:pt>
                <c:pt idx="586">
                  <c:v>3.2440000000000002</c:v>
                </c:pt>
                <c:pt idx="587">
                  <c:v>3.2440000000000002</c:v>
                </c:pt>
                <c:pt idx="588">
                  <c:v>2.992</c:v>
                </c:pt>
                <c:pt idx="589">
                  <c:v>2.992</c:v>
                </c:pt>
                <c:pt idx="590">
                  <c:v>2.992</c:v>
                </c:pt>
                <c:pt idx="591">
                  <c:v>3.3279999999999998</c:v>
                </c:pt>
                <c:pt idx="592">
                  <c:v>3.3279999999999998</c:v>
                </c:pt>
                <c:pt idx="593">
                  <c:v>3.0760000000000001</c:v>
                </c:pt>
                <c:pt idx="594">
                  <c:v>3.0760000000000001</c:v>
                </c:pt>
                <c:pt idx="595">
                  <c:v>3.0760000000000001</c:v>
                </c:pt>
                <c:pt idx="596">
                  <c:v>3.0760000000000001</c:v>
                </c:pt>
                <c:pt idx="597">
                  <c:v>3.0760000000000001</c:v>
                </c:pt>
                <c:pt idx="598">
                  <c:v>3.16</c:v>
                </c:pt>
                <c:pt idx="599">
                  <c:v>3.16</c:v>
                </c:pt>
                <c:pt idx="600">
                  <c:v>3.16</c:v>
                </c:pt>
                <c:pt idx="601">
                  <c:v>3.3279999999999998</c:v>
                </c:pt>
                <c:pt idx="602">
                  <c:v>3.3279999999999998</c:v>
                </c:pt>
                <c:pt idx="603">
                  <c:v>2.992</c:v>
                </c:pt>
                <c:pt idx="604">
                  <c:v>2.992</c:v>
                </c:pt>
                <c:pt idx="605">
                  <c:v>3.0760000000000001</c:v>
                </c:pt>
                <c:pt idx="606">
                  <c:v>3.0760000000000001</c:v>
                </c:pt>
                <c:pt idx="607">
                  <c:v>3.0760000000000001</c:v>
                </c:pt>
                <c:pt idx="608">
                  <c:v>3.16</c:v>
                </c:pt>
                <c:pt idx="609">
                  <c:v>3.16</c:v>
                </c:pt>
                <c:pt idx="610">
                  <c:v>2.9079999999999999</c:v>
                </c:pt>
                <c:pt idx="611">
                  <c:v>2.9079999999999999</c:v>
                </c:pt>
                <c:pt idx="612">
                  <c:v>2.9079999999999999</c:v>
                </c:pt>
                <c:pt idx="613">
                  <c:v>3.0760000000000001</c:v>
                </c:pt>
                <c:pt idx="614">
                  <c:v>3.0760000000000001</c:v>
                </c:pt>
                <c:pt idx="615">
                  <c:v>3.2440000000000002</c:v>
                </c:pt>
                <c:pt idx="616">
                  <c:v>3.2440000000000002</c:v>
                </c:pt>
                <c:pt idx="617">
                  <c:v>3.2440000000000002</c:v>
                </c:pt>
                <c:pt idx="618">
                  <c:v>2.74</c:v>
                </c:pt>
                <c:pt idx="619">
                  <c:v>2.74</c:v>
                </c:pt>
                <c:pt idx="620">
                  <c:v>3.3279999999999998</c:v>
                </c:pt>
                <c:pt idx="621">
                  <c:v>3.3279999999999998</c:v>
                </c:pt>
                <c:pt idx="622">
                  <c:v>3.3279999999999998</c:v>
                </c:pt>
                <c:pt idx="623">
                  <c:v>2.9079999999999999</c:v>
                </c:pt>
                <c:pt idx="624">
                  <c:v>2.9079999999999999</c:v>
                </c:pt>
                <c:pt idx="625">
                  <c:v>3.16</c:v>
                </c:pt>
                <c:pt idx="626">
                  <c:v>3.16</c:v>
                </c:pt>
                <c:pt idx="627">
                  <c:v>3.0760000000000001</c:v>
                </c:pt>
                <c:pt idx="628">
                  <c:v>3.0760000000000001</c:v>
                </c:pt>
                <c:pt idx="629">
                  <c:v>3.0760000000000001</c:v>
                </c:pt>
                <c:pt idx="630">
                  <c:v>3.16</c:v>
                </c:pt>
                <c:pt idx="631">
                  <c:v>3.16</c:v>
                </c:pt>
                <c:pt idx="632">
                  <c:v>3.2440000000000002</c:v>
                </c:pt>
                <c:pt idx="633">
                  <c:v>3.2440000000000002</c:v>
                </c:pt>
                <c:pt idx="634">
                  <c:v>3.2440000000000002</c:v>
                </c:pt>
                <c:pt idx="635">
                  <c:v>2.9079999999999999</c:v>
                </c:pt>
                <c:pt idx="636">
                  <c:v>2.9079999999999999</c:v>
                </c:pt>
                <c:pt idx="637">
                  <c:v>3.0760000000000001</c:v>
                </c:pt>
                <c:pt idx="638">
                  <c:v>3.0760000000000001</c:v>
                </c:pt>
                <c:pt idx="639">
                  <c:v>3.0760000000000001</c:v>
                </c:pt>
                <c:pt idx="640">
                  <c:v>3.2440000000000002</c:v>
                </c:pt>
                <c:pt idx="641">
                  <c:v>3.2440000000000002</c:v>
                </c:pt>
                <c:pt idx="642">
                  <c:v>2.9079999999999999</c:v>
                </c:pt>
                <c:pt idx="643">
                  <c:v>2.9079999999999999</c:v>
                </c:pt>
                <c:pt idx="644">
                  <c:v>3.2440000000000002</c:v>
                </c:pt>
                <c:pt idx="645">
                  <c:v>3.2440000000000002</c:v>
                </c:pt>
                <c:pt idx="646">
                  <c:v>3.2440000000000002</c:v>
                </c:pt>
                <c:pt idx="647">
                  <c:v>3.0760000000000001</c:v>
                </c:pt>
                <c:pt idx="648">
                  <c:v>3.0760000000000001</c:v>
                </c:pt>
                <c:pt idx="649">
                  <c:v>3.2440000000000002</c:v>
                </c:pt>
                <c:pt idx="650">
                  <c:v>3.2440000000000002</c:v>
                </c:pt>
                <c:pt idx="651">
                  <c:v>3.2440000000000002</c:v>
                </c:pt>
                <c:pt idx="652">
                  <c:v>3.2440000000000002</c:v>
                </c:pt>
                <c:pt idx="653">
                  <c:v>3.2440000000000002</c:v>
                </c:pt>
                <c:pt idx="654">
                  <c:v>3.0760000000000001</c:v>
                </c:pt>
                <c:pt idx="655">
                  <c:v>3.0760000000000001</c:v>
                </c:pt>
                <c:pt idx="656">
                  <c:v>3.0760000000000001</c:v>
                </c:pt>
                <c:pt idx="657">
                  <c:v>2.9079999999999999</c:v>
                </c:pt>
                <c:pt idx="658">
                  <c:v>2.9079999999999999</c:v>
                </c:pt>
                <c:pt idx="659">
                  <c:v>2.8239999999999998</c:v>
                </c:pt>
                <c:pt idx="660">
                  <c:v>2.8239999999999998</c:v>
                </c:pt>
                <c:pt idx="661">
                  <c:v>2.8239999999999998</c:v>
                </c:pt>
                <c:pt idx="662">
                  <c:v>3.16</c:v>
                </c:pt>
                <c:pt idx="663">
                  <c:v>3.16</c:v>
                </c:pt>
                <c:pt idx="664">
                  <c:v>2.9079999999999999</c:v>
                </c:pt>
                <c:pt idx="665">
                  <c:v>2.9079999999999999</c:v>
                </c:pt>
                <c:pt idx="666">
                  <c:v>2.9079999999999999</c:v>
                </c:pt>
                <c:pt idx="667">
                  <c:v>3.2440000000000002</c:v>
                </c:pt>
                <c:pt idx="668">
                  <c:v>3.2440000000000002</c:v>
                </c:pt>
                <c:pt idx="669">
                  <c:v>2.9079999999999999</c:v>
                </c:pt>
                <c:pt idx="670">
                  <c:v>2.9079999999999999</c:v>
                </c:pt>
                <c:pt idx="671">
                  <c:v>3.4119999999999999</c:v>
                </c:pt>
                <c:pt idx="672">
                  <c:v>3.4119999999999999</c:v>
                </c:pt>
                <c:pt idx="673">
                  <c:v>3.4119999999999999</c:v>
                </c:pt>
                <c:pt idx="674">
                  <c:v>3.3279999999999998</c:v>
                </c:pt>
                <c:pt idx="675">
                  <c:v>3.3279999999999998</c:v>
                </c:pt>
                <c:pt idx="676">
                  <c:v>3.16</c:v>
                </c:pt>
                <c:pt idx="677">
                  <c:v>3.16</c:v>
                </c:pt>
                <c:pt idx="678">
                  <c:v>2.8239999999999998</c:v>
                </c:pt>
                <c:pt idx="679">
                  <c:v>2.8239999999999998</c:v>
                </c:pt>
                <c:pt idx="680">
                  <c:v>2.6560000000000001</c:v>
                </c:pt>
                <c:pt idx="681">
                  <c:v>2.6560000000000001</c:v>
                </c:pt>
                <c:pt idx="682">
                  <c:v>2.6560000000000001</c:v>
                </c:pt>
                <c:pt idx="683">
                  <c:v>3.0760000000000001</c:v>
                </c:pt>
                <c:pt idx="684">
                  <c:v>3.0760000000000001</c:v>
                </c:pt>
                <c:pt idx="685">
                  <c:v>3.16</c:v>
                </c:pt>
                <c:pt idx="686">
                  <c:v>3.16</c:v>
                </c:pt>
                <c:pt idx="687">
                  <c:v>2.992</c:v>
                </c:pt>
                <c:pt idx="688">
                  <c:v>2.992</c:v>
                </c:pt>
                <c:pt idx="689">
                  <c:v>2.992</c:v>
                </c:pt>
                <c:pt idx="690">
                  <c:v>2.8239999999999998</c:v>
                </c:pt>
                <c:pt idx="691">
                  <c:v>2.8239999999999998</c:v>
                </c:pt>
                <c:pt idx="692">
                  <c:v>2.9079999999999999</c:v>
                </c:pt>
                <c:pt idx="693">
                  <c:v>2.9079999999999999</c:v>
                </c:pt>
                <c:pt idx="694">
                  <c:v>2.9079999999999999</c:v>
                </c:pt>
                <c:pt idx="695">
                  <c:v>3.2440000000000002</c:v>
                </c:pt>
                <c:pt idx="696">
                  <c:v>3.2440000000000002</c:v>
                </c:pt>
                <c:pt idx="697">
                  <c:v>2.992</c:v>
                </c:pt>
                <c:pt idx="698">
                  <c:v>2.992</c:v>
                </c:pt>
                <c:pt idx="699">
                  <c:v>2.992</c:v>
                </c:pt>
                <c:pt idx="700">
                  <c:v>2.8239999999999998</c:v>
                </c:pt>
                <c:pt idx="701">
                  <c:v>2.8239999999999998</c:v>
                </c:pt>
                <c:pt idx="702">
                  <c:v>2.8239999999999998</c:v>
                </c:pt>
                <c:pt idx="703">
                  <c:v>2.8239999999999998</c:v>
                </c:pt>
                <c:pt idx="704">
                  <c:v>2.8239999999999998</c:v>
                </c:pt>
                <c:pt idx="705">
                  <c:v>3.2440000000000002</c:v>
                </c:pt>
                <c:pt idx="706">
                  <c:v>3.2440000000000002</c:v>
                </c:pt>
                <c:pt idx="707">
                  <c:v>3.0760000000000001</c:v>
                </c:pt>
                <c:pt idx="708">
                  <c:v>3.0760000000000001</c:v>
                </c:pt>
                <c:pt idx="709">
                  <c:v>3.0760000000000001</c:v>
                </c:pt>
                <c:pt idx="710">
                  <c:v>2.8239999999999998</c:v>
                </c:pt>
                <c:pt idx="711">
                  <c:v>2.8239999999999998</c:v>
                </c:pt>
                <c:pt idx="712">
                  <c:v>2.9079999999999999</c:v>
                </c:pt>
                <c:pt idx="713">
                  <c:v>2.9079999999999999</c:v>
                </c:pt>
                <c:pt idx="714">
                  <c:v>2.9079999999999999</c:v>
                </c:pt>
                <c:pt idx="715">
                  <c:v>2.992</c:v>
                </c:pt>
                <c:pt idx="716">
                  <c:v>2.992</c:v>
                </c:pt>
                <c:pt idx="717">
                  <c:v>3.0760000000000001</c:v>
                </c:pt>
                <c:pt idx="718">
                  <c:v>3.0760000000000001</c:v>
                </c:pt>
                <c:pt idx="719">
                  <c:v>2.74</c:v>
                </c:pt>
                <c:pt idx="720">
                  <c:v>2.74</c:v>
                </c:pt>
                <c:pt idx="721">
                  <c:v>2.74</c:v>
                </c:pt>
                <c:pt idx="722">
                  <c:v>2.992</c:v>
                </c:pt>
                <c:pt idx="723">
                  <c:v>2.992</c:v>
                </c:pt>
                <c:pt idx="724">
                  <c:v>2.74</c:v>
                </c:pt>
                <c:pt idx="725">
                  <c:v>2.74</c:v>
                </c:pt>
                <c:pt idx="726">
                  <c:v>2.74</c:v>
                </c:pt>
                <c:pt idx="727">
                  <c:v>2.488</c:v>
                </c:pt>
                <c:pt idx="728">
                  <c:v>2.488</c:v>
                </c:pt>
                <c:pt idx="729">
                  <c:v>2.6560000000000001</c:v>
                </c:pt>
                <c:pt idx="730">
                  <c:v>2.6560000000000001</c:v>
                </c:pt>
                <c:pt idx="731">
                  <c:v>2.6560000000000001</c:v>
                </c:pt>
                <c:pt idx="732">
                  <c:v>2.3199999999999998</c:v>
                </c:pt>
                <c:pt idx="733">
                  <c:v>2.3199999999999998</c:v>
                </c:pt>
                <c:pt idx="734">
                  <c:v>2.3199999999999998</c:v>
                </c:pt>
                <c:pt idx="735">
                  <c:v>2.3199999999999998</c:v>
                </c:pt>
                <c:pt idx="736">
                  <c:v>2.3199999999999998</c:v>
                </c:pt>
                <c:pt idx="737">
                  <c:v>2.6560000000000001</c:v>
                </c:pt>
                <c:pt idx="738">
                  <c:v>2.6560000000000001</c:v>
                </c:pt>
                <c:pt idx="739">
                  <c:v>2.3199999999999998</c:v>
                </c:pt>
                <c:pt idx="740">
                  <c:v>2.3199999999999998</c:v>
                </c:pt>
                <c:pt idx="741">
                  <c:v>2.3199999999999998</c:v>
                </c:pt>
                <c:pt idx="742">
                  <c:v>2.5720000000000001</c:v>
                </c:pt>
                <c:pt idx="743">
                  <c:v>2.5720000000000001</c:v>
                </c:pt>
                <c:pt idx="744">
                  <c:v>2.6560000000000001</c:v>
                </c:pt>
                <c:pt idx="745">
                  <c:v>2.6560000000000001</c:v>
                </c:pt>
                <c:pt idx="746">
                  <c:v>2.6560000000000001</c:v>
                </c:pt>
                <c:pt idx="747">
                  <c:v>2.3199999999999998</c:v>
                </c:pt>
                <c:pt idx="748">
                  <c:v>2.3199999999999998</c:v>
                </c:pt>
                <c:pt idx="749">
                  <c:v>2.0680000000000001</c:v>
                </c:pt>
                <c:pt idx="750">
                  <c:v>2.0680000000000001</c:v>
                </c:pt>
                <c:pt idx="751">
                  <c:v>1.9</c:v>
                </c:pt>
                <c:pt idx="752">
                  <c:v>1.9</c:v>
                </c:pt>
                <c:pt idx="753">
                  <c:v>1.9</c:v>
                </c:pt>
                <c:pt idx="754">
                  <c:v>1.9</c:v>
                </c:pt>
                <c:pt idx="755">
                  <c:v>1.9</c:v>
                </c:pt>
                <c:pt idx="756">
                  <c:v>1.9</c:v>
                </c:pt>
                <c:pt idx="757">
                  <c:v>1.9</c:v>
                </c:pt>
                <c:pt idx="758">
                  <c:v>1.9</c:v>
                </c:pt>
                <c:pt idx="759">
                  <c:v>1.984</c:v>
                </c:pt>
                <c:pt idx="760">
                  <c:v>1.984</c:v>
                </c:pt>
                <c:pt idx="761">
                  <c:v>1.8160000000000001</c:v>
                </c:pt>
                <c:pt idx="762">
                  <c:v>1.8160000000000001</c:v>
                </c:pt>
                <c:pt idx="763">
                  <c:v>1.9</c:v>
                </c:pt>
                <c:pt idx="764">
                  <c:v>1.9</c:v>
                </c:pt>
                <c:pt idx="765">
                  <c:v>1.732</c:v>
                </c:pt>
                <c:pt idx="766">
                  <c:v>1.732</c:v>
                </c:pt>
                <c:pt idx="767">
                  <c:v>1.732</c:v>
                </c:pt>
                <c:pt idx="768">
                  <c:v>1.732</c:v>
                </c:pt>
                <c:pt idx="769">
                  <c:v>1.732</c:v>
                </c:pt>
                <c:pt idx="770">
                  <c:v>1.732</c:v>
                </c:pt>
                <c:pt idx="771">
                  <c:v>1.3959999999999999</c:v>
                </c:pt>
                <c:pt idx="772">
                  <c:v>1.3959999999999999</c:v>
                </c:pt>
                <c:pt idx="773">
                  <c:v>1.5640000000000001</c:v>
                </c:pt>
                <c:pt idx="774">
                  <c:v>1.5640000000000001</c:v>
                </c:pt>
                <c:pt idx="775">
                  <c:v>1.5640000000000001</c:v>
                </c:pt>
                <c:pt idx="776">
                  <c:v>1.5640000000000001</c:v>
                </c:pt>
                <c:pt idx="777">
                  <c:v>1.5640000000000001</c:v>
                </c:pt>
                <c:pt idx="778">
                  <c:v>1.6479999999999999</c:v>
                </c:pt>
                <c:pt idx="779">
                  <c:v>1.6479999999999999</c:v>
                </c:pt>
                <c:pt idx="780">
                  <c:v>1.732</c:v>
                </c:pt>
                <c:pt idx="781">
                  <c:v>1.732</c:v>
                </c:pt>
                <c:pt idx="782">
                  <c:v>1.732</c:v>
                </c:pt>
                <c:pt idx="783">
                  <c:v>1.48</c:v>
                </c:pt>
                <c:pt idx="784">
                  <c:v>1.48</c:v>
                </c:pt>
                <c:pt idx="785">
                  <c:v>1.3120000000000001</c:v>
                </c:pt>
                <c:pt idx="786">
                  <c:v>1.3120000000000001</c:v>
                </c:pt>
                <c:pt idx="787">
                  <c:v>1.3120000000000001</c:v>
                </c:pt>
                <c:pt idx="788">
                  <c:v>1.228</c:v>
                </c:pt>
                <c:pt idx="789">
                  <c:v>1.228</c:v>
                </c:pt>
                <c:pt idx="790">
                  <c:v>1.3120000000000001</c:v>
                </c:pt>
                <c:pt idx="791">
                  <c:v>1.3120000000000001</c:v>
                </c:pt>
                <c:pt idx="792">
                  <c:v>1.3120000000000001</c:v>
                </c:pt>
                <c:pt idx="793">
                  <c:v>1.06</c:v>
                </c:pt>
                <c:pt idx="794">
                  <c:v>1.06</c:v>
                </c:pt>
                <c:pt idx="795">
                  <c:v>1.48</c:v>
                </c:pt>
                <c:pt idx="796">
                  <c:v>1.48</c:v>
                </c:pt>
                <c:pt idx="797">
                  <c:v>1.48</c:v>
                </c:pt>
                <c:pt idx="798">
                  <c:v>0.97599999999999998</c:v>
                </c:pt>
                <c:pt idx="799">
                  <c:v>0.97599999999999998</c:v>
                </c:pt>
                <c:pt idx="800">
                  <c:v>1.5640000000000001</c:v>
                </c:pt>
                <c:pt idx="801">
                  <c:v>1.5640000000000001</c:v>
                </c:pt>
                <c:pt idx="802">
                  <c:v>1.06</c:v>
                </c:pt>
                <c:pt idx="803">
                  <c:v>1.06</c:v>
                </c:pt>
                <c:pt idx="804">
                  <c:v>1.3120000000000001</c:v>
                </c:pt>
                <c:pt idx="805">
                  <c:v>1.3120000000000001</c:v>
                </c:pt>
                <c:pt idx="806">
                  <c:v>1.3120000000000001</c:v>
                </c:pt>
                <c:pt idx="807">
                  <c:v>1.06</c:v>
                </c:pt>
                <c:pt idx="808">
                  <c:v>1.06</c:v>
                </c:pt>
                <c:pt idx="809">
                  <c:v>1.1439999999999999</c:v>
                </c:pt>
                <c:pt idx="810">
                  <c:v>1.1439999999999999</c:v>
                </c:pt>
                <c:pt idx="811">
                  <c:v>1.06</c:v>
                </c:pt>
                <c:pt idx="812">
                  <c:v>1.06</c:v>
                </c:pt>
                <c:pt idx="813">
                  <c:v>1.1439999999999999</c:v>
                </c:pt>
                <c:pt idx="814">
                  <c:v>1.1439999999999999</c:v>
                </c:pt>
                <c:pt idx="815">
                  <c:v>1.228</c:v>
                </c:pt>
                <c:pt idx="816">
                  <c:v>1.228</c:v>
                </c:pt>
                <c:pt idx="817">
                  <c:v>1.228</c:v>
                </c:pt>
                <c:pt idx="818">
                  <c:v>1.06</c:v>
                </c:pt>
                <c:pt idx="819">
                  <c:v>1.06</c:v>
                </c:pt>
                <c:pt idx="820">
                  <c:v>1.228</c:v>
                </c:pt>
                <c:pt idx="821">
                  <c:v>1.228</c:v>
                </c:pt>
                <c:pt idx="822">
                  <c:v>1.1439999999999999</c:v>
                </c:pt>
                <c:pt idx="823">
                  <c:v>1.1439999999999999</c:v>
                </c:pt>
                <c:pt idx="824">
                  <c:v>1.1439999999999999</c:v>
                </c:pt>
                <c:pt idx="825">
                  <c:v>1.228</c:v>
                </c:pt>
                <c:pt idx="826">
                  <c:v>1.228</c:v>
                </c:pt>
                <c:pt idx="827">
                  <c:v>1.1439999999999999</c:v>
                </c:pt>
                <c:pt idx="828">
                  <c:v>1.1439999999999999</c:v>
                </c:pt>
                <c:pt idx="829">
                  <c:v>1.06</c:v>
                </c:pt>
                <c:pt idx="830">
                  <c:v>1.06</c:v>
                </c:pt>
                <c:pt idx="831">
                  <c:v>1.06</c:v>
                </c:pt>
                <c:pt idx="832">
                  <c:v>1.1439999999999999</c:v>
                </c:pt>
                <c:pt idx="833">
                  <c:v>1.1439999999999999</c:v>
                </c:pt>
                <c:pt idx="834">
                  <c:v>1.1439999999999999</c:v>
                </c:pt>
                <c:pt idx="835">
                  <c:v>1.3120000000000001</c:v>
                </c:pt>
                <c:pt idx="836">
                  <c:v>1.3120000000000001</c:v>
                </c:pt>
                <c:pt idx="837">
                  <c:v>1.1439999999999999</c:v>
                </c:pt>
                <c:pt idx="838">
                  <c:v>1.1439999999999999</c:v>
                </c:pt>
                <c:pt idx="839">
                  <c:v>1.6479999999999999</c:v>
                </c:pt>
                <c:pt idx="840">
                  <c:v>1.6479999999999999</c:v>
                </c:pt>
                <c:pt idx="841">
                  <c:v>1.6479999999999999</c:v>
                </c:pt>
                <c:pt idx="842">
                  <c:v>1.48</c:v>
                </c:pt>
                <c:pt idx="843">
                  <c:v>1.48</c:v>
                </c:pt>
                <c:pt idx="844">
                  <c:v>1.3959999999999999</c:v>
                </c:pt>
                <c:pt idx="845">
                  <c:v>1.3959999999999999</c:v>
                </c:pt>
                <c:pt idx="846">
                  <c:v>1.5640000000000001</c:v>
                </c:pt>
                <c:pt idx="847">
                  <c:v>1.5640000000000001</c:v>
                </c:pt>
                <c:pt idx="848">
                  <c:v>1.5640000000000001</c:v>
                </c:pt>
                <c:pt idx="849">
                  <c:v>1.1439999999999999</c:v>
                </c:pt>
                <c:pt idx="850">
                  <c:v>1.1439999999999999</c:v>
                </c:pt>
                <c:pt idx="851">
                  <c:v>1.48</c:v>
                </c:pt>
                <c:pt idx="852">
                  <c:v>1.48</c:v>
                </c:pt>
                <c:pt idx="853">
                  <c:v>1.48</c:v>
                </c:pt>
                <c:pt idx="854">
                  <c:v>1.5640000000000001</c:v>
                </c:pt>
                <c:pt idx="855">
                  <c:v>1.5640000000000001</c:v>
                </c:pt>
                <c:pt idx="856">
                  <c:v>1.3120000000000001</c:v>
                </c:pt>
                <c:pt idx="857">
                  <c:v>1.3120000000000001</c:v>
                </c:pt>
                <c:pt idx="858">
                  <c:v>1.3120000000000001</c:v>
                </c:pt>
                <c:pt idx="859">
                  <c:v>1.48</c:v>
                </c:pt>
                <c:pt idx="860">
                  <c:v>1.48</c:v>
                </c:pt>
                <c:pt idx="861">
                  <c:v>1.5640000000000001</c:v>
                </c:pt>
                <c:pt idx="862">
                  <c:v>1.5640000000000001</c:v>
                </c:pt>
                <c:pt idx="863">
                  <c:v>1.3120000000000001</c:v>
                </c:pt>
                <c:pt idx="864">
                  <c:v>1.3120000000000001</c:v>
                </c:pt>
                <c:pt idx="865">
                  <c:v>1.3120000000000001</c:v>
                </c:pt>
                <c:pt idx="866">
                  <c:v>1.3120000000000001</c:v>
                </c:pt>
                <c:pt idx="867">
                  <c:v>1.3120000000000001</c:v>
                </c:pt>
                <c:pt idx="868">
                  <c:v>1.3959999999999999</c:v>
                </c:pt>
                <c:pt idx="869">
                  <c:v>1.3959999999999999</c:v>
                </c:pt>
                <c:pt idx="870">
                  <c:v>1.3959999999999999</c:v>
                </c:pt>
                <c:pt idx="871">
                  <c:v>1.3120000000000001</c:v>
                </c:pt>
                <c:pt idx="872">
                  <c:v>1.3120000000000001</c:v>
                </c:pt>
                <c:pt idx="873">
                  <c:v>1.48</c:v>
                </c:pt>
                <c:pt idx="874">
                  <c:v>1.48</c:v>
                </c:pt>
                <c:pt idx="875">
                  <c:v>1.48</c:v>
                </c:pt>
                <c:pt idx="876">
                  <c:v>1.3120000000000001</c:v>
                </c:pt>
                <c:pt idx="877">
                  <c:v>1.3120000000000001</c:v>
                </c:pt>
                <c:pt idx="878">
                  <c:v>1.3959999999999999</c:v>
                </c:pt>
                <c:pt idx="879">
                  <c:v>1.3959999999999999</c:v>
                </c:pt>
                <c:pt idx="880">
                  <c:v>1.3959999999999999</c:v>
                </c:pt>
                <c:pt idx="881">
                  <c:v>1.3120000000000001</c:v>
                </c:pt>
                <c:pt idx="882">
                  <c:v>1.3120000000000001</c:v>
                </c:pt>
                <c:pt idx="883">
                  <c:v>1.3959999999999999</c:v>
                </c:pt>
                <c:pt idx="884">
                  <c:v>1.3959999999999999</c:v>
                </c:pt>
                <c:pt idx="885">
                  <c:v>1.3959999999999999</c:v>
                </c:pt>
                <c:pt idx="886">
                  <c:v>1.48</c:v>
                </c:pt>
                <c:pt idx="887">
                  <c:v>1.48</c:v>
                </c:pt>
                <c:pt idx="888">
                  <c:v>1.48</c:v>
                </c:pt>
                <c:pt idx="889">
                  <c:v>1.48</c:v>
                </c:pt>
                <c:pt idx="890">
                  <c:v>1.3959999999999999</c:v>
                </c:pt>
                <c:pt idx="891">
                  <c:v>1.3959999999999999</c:v>
                </c:pt>
                <c:pt idx="892">
                  <c:v>1.3959999999999999</c:v>
                </c:pt>
                <c:pt idx="893">
                  <c:v>1.48</c:v>
                </c:pt>
                <c:pt idx="894">
                  <c:v>1.48</c:v>
                </c:pt>
                <c:pt idx="895">
                  <c:v>1.3959999999999999</c:v>
                </c:pt>
                <c:pt idx="896">
                  <c:v>1.3959999999999999</c:v>
                </c:pt>
                <c:pt idx="897">
                  <c:v>1.3959999999999999</c:v>
                </c:pt>
                <c:pt idx="898">
                  <c:v>1.3120000000000001</c:v>
                </c:pt>
                <c:pt idx="899">
                  <c:v>1.3120000000000001</c:v>
                </c:pt>
                <c:pt idx="900">
                  <c:v>1.6479999999999999</c:v>
                </c:pt>
                <c:pt idx="901">
                  <c:v>1.6479999999999999</c:v>
                </c:pt>
                <c:pt idx="902">
                  <c:v>1.6479999999999999</c:v>
                </c:pt>
                <c:pt idx="903">
                  <c:v>1.228</c:v>
                </c:pt>
                <c:pt idx="904">
                  <c:v>1.228</c:v>
                </c:pt>
                <c:pt idx="905">
                  <c:v>1.3959999999999999</c:v>
                </c:pt>
                <c:pt idx="906">
                  <c:v>1.3959999999999999</c:v>
                </c:pt>
                <c:pt idx="907">
                  <c:v>1.3120000000000001</c:v>
                </c:pt>
                <c:pt idx="908">
                  <c:v>1.3959999999999999</c:v>
                </c:pt>
                <c:pt idx="909">
                  <c:v>1.3959999999999999</c:v>
                </c:pt>
                <c:pt idx="910">
                  <c:v>1.3959999999999999</c:v>
                </c:pt>
                <c:pt idx="911">
                  <c:v>1.1439999999999999</c:v>
                </c:pt>
                <c:pt idx="912">
                  <c:v>1.1439999999999999</c:v>
                </c:pt>
                <c:pt idx="913">
                  <c:v>1.48</c:v>
                </c:pt>
                <c:pt idx="914">
                  <c:v>1.48</c:v>
                </c:pt>
                <c:pt idx="915">
                  <c:v>1.48</c:v>
                </c:pt>
                <c:pt idx="916">
                  <c:v>1.8160000000000001</c:v>
                </c:pt>
                <c:pt idx="917">
                  <c:v>1.8160000000000001</c:v>
                </c:pt>
                <c:pt idx="918">
                  <c:v>2.4039999999999999</c:v>
                </c:pt>
                <c:pt idx="919">
                  <c:v>2.4039999999999999</c:v>
                </c:pt>
                <c:pt idx="920">
                  <c:v>2.4039999999999999</c:v>
                </c:pt>
                <c:pt idx="921">
                  <c:v>1.8160000000000001</c:v>
                </c:pt>
                <c:pt idx="922">
                  <c:v>1.8160000000000001</c:v>
                </c:pt>
                <c:pt idx="923">
                  <c:v>2.4039999999999999</c:v>
                </c:pt>
                <c:pt idx="924">
                  <c:v>2.4039999999999999</c:v>
                </c:pt>
                <c:pt idx="925">
                  <c:v>2.4039999999999999</c:v>
                </c:pt>
                <c:pt idx="926">
                  <c:v>2.5720000000000001</c:v>
                </c:pt>
                <c:pt idx="927">
                  <c:v>2.5720000000000001</c:v>
                </c:pt>
                <c:pt idx="928">
                  <c:v>2.4039999999999999</c:v>
                </c:pt>
                <c:pt idx="929">
                  <c:v>2.4039999999999999</c:v>
                </c:pt>
                <c:pt idx="930">
                  <c:v>2.5720000000000001</c:v>
                </c:pt>
                <c:pt idx="931">
                  <c:v>2.5720000000000001</c:v>
                </c:pt>
                <c:pt idx="932">
                  <c:v>2.5720000000000001</c:v>
                </c:pt>
                <c:pt idx="933">
                  <c:v>2.992</c:v>
                </c:pt>
                <c:pt idx="934">
                  <c:v>2.992</c:v>
                </c:pt>
                <c:pt idx="935">
                  <c:v>2.6560000000000001</c:v>
                </c:pt>
                <c:pt idx="936">
                  <c:v>2.6560000000000001</c:v>
                </c:pt>
                <c:pt idx="937">
                  <c:v>2.992</c:v>
                </c:pt>
                <c:pt idx="938">
                  <c:v>2.992</c:v>
                </c:pt>
                <c:pt idx="939">
                  <c:v>2.992</c:v>
                </c:pt>
                <c:pt idx="940">
                  <c:v>2.8239999999999998</c:v>
                </c:pt>
                <c:pt idx="941">
                  <c:v>2.8239999999999998</c:v>
                </c:pt>
                <c:pt idx="942">
                  <c:v>2.8239999999999998</c:v>
                </c:pt>
                <c:pt idx="943">
                  <c:v>2.8239999999999998</c:v>
                </c:pt>
                <c:pt idx="944">
                  <c:v>2.992</c:v>
                </c:pt>
                <c:pt idx="945">
                  <c:v>2.992</c:v>
                </c:pt>
                <c:pt idx="946">
                  <c:v>2.8239999999999998</c:v>
                </c:pt>
                <c:pt idx="947">
                  <c:v>2.8239999999999998</c:v>
                </c:pt>
                <c:pt idx="948">
                  <c:v>2.992</c:v>
                </c:pt>
                <c:pt idx="949">
                  <c:v>2.992</c:v>
                </c:pt>
                <c:pt idx="950">
                  <c:v>2.992</c:v>
                </c:pt>
                <c:pt idx="951">
                  <c:v>2.9079999999999999</c:v>
                </c:pt>
                <c:pt idx="952">
                  <c:v>2.9079999999999999</c:v>
                </c:pt>
                <c:pt idx="953">
                  <c:v>2.992</c:v>
                </c:pt>
                <c:pt idx="954">
                  <c:v>2.992</c:v>
                </c:pt>
                <c:pt idx="955">
                  <c:v>2.9079999999999999</c:v>
                </c:pt>
                <c:pt idx="956">
                  <c:v>2.9079999999999999</c:v>
                </c:pt>
                <c:pt idx="957">
                  <c:v>2.6560000000000001</c:v>
                </c:pt>
                <c:pt idx="958">
                  <c:v>2.6560000000000001</c:v>
                </c:pt>
                <c:pt idx="959">
                  <c:v>2.74</c:v>
                </c:pt>
                <c:pt idx="960">
                  <c:v>2.74</c:v>
                </c:pt>
                <c:pt idx="961">
                  <c:v>3.16</c:v>
                </c:pt>
                <c:pt idx="962">
                  <c:v>3.16</c:v>
                </c:pt>
                <c:pt idx="963">
                  <c:v>2.9079999999999999</c:v>
                </c:pt>
                <c:pt idx="964">
                  <c:v>2.9079999999999999</c:v>
                </c:pt>
                <c:pt idx="965">
                  <c:v>2.6560000000000001</c:v>
                </c:pt>
                <c:pt idx="966">
                  <c:v>2.6560000000000001</c:v>
                </c:pt>
                <c:pt idx="967">
                  <c:v>2.6560000000000001</c:v>
                </c:pt>
                <c:pt idx="968">
                  <c:v>2.6560000000000001</c:v>
                </c:pt>
                <c:pt idx="969">
                  <c:v>2.6560000000000001</c:v>
                </c:pt>
                <c:pt idx="970">
                  <c:v>2.992</c:v>
                </c:pt>
                <c:pt idx="971">
                  <c:v>2.992</c:v>
                </c:pt>
                <c:pt idx="972">
                  <c:v>2.9079999999999999</c:v>
                </c:pt>
                <c:pt idx="973">
                  <c:v>2.9079999999999999</c:v>
                </c:pt>
                <c:pt idx="974">
                  <c:v>2.488</c:v>
                </c:pt>
                <c:pt idx="975">
                  <c:v>2.488</c:v>
                </c:pt>
                <c:pt idx="976">
                  <c:v>2.488</c:v>
                </c:pt>
                <c:pt idx="977">
                  <c:v>2.992</c:v>
                </c:pt>
                <c:pt idx="978">
                  <c:v>2.992</c:v>
                </c:pt>
                <c:pt idx="979">
                  <c:v>2.6560000000000001</c:v>
                </c:pt>
                <c:pt idx="980">
                  <c:v>2.6560000000000001</c:v>
                </c:pt>
                <c:pt idx="981">
                  <c:v>2.9079999999999999</c:v>
                </c:pt>
                <c:pt idx="982">
                  <c:v>2.9079999999999999</c:v>
                </c:pt>
                <c:pt idx="983">
                  <c:v>2.9079999999999999</c:v>
                </c:pt>
                <c:pt idx="984">
                  <c:v>2.9079999999999999</c:v>
                </c:pt>
                <c:pt idx="985">
                  <c:v>2.9079999999999999</c:v>
                </c:pt>
                <c:pt idx="986">
                  <c:v>2.5720000000000001</c:v>
                </c:pt>
                <c:pt idx="987">
                  <c:v>2.5720000000000001</c:v>
                </c:pt>
                <c:pt idx="988">
                  <c:v>2.5720000000000001</c:v>
                </c:pt>
                <c:pt idx="989">
                  <c:v>2.9079999999999999</c:v>
                </c:pt>
                <c:pt idx="990">
                  <c:v>2.9079999999999999</c:v>
                </c:pt>
                <c:pt idx="991">
                  <c:v>2.74</c:v>
                </c:pt>
                <c:pt idx="992">
                  <c:v>2.74</c:v>
                </c:pt>
                <c:pt idx="993">
                  <c:v>2.8239999999999998</c:v>
                </c:pt>
                <c:pt idx="994">
                  <c:v>2.8239999999999998</c:v>
                </c:pt>
                <c:pt idx="995">
                  <c:v>2.8239999999999998</c:v>
                </c:pt>
                <c:pt idx="996">
                  <c:v>2.9079999999999999</c:v>
                </c:pt>
                <c:pt idx="997">
                  <c:v>2.9079999999999999</c:v>
                </c:pt>
                <c:pt idx="998">
                  <c:v>2.5720000000000001</c:v>
                </c:pt>
                <c:pt idx="999">
                  <c:v>2.5720000000000001</c:v>
                </c:pt>
                <c:pt idx="1000">
                  <c:v>2.9079999999999999</c:v>
                </c:pt>
                <c:pt idx="1001">
                  <c:v>2.9079999999999999</c:v>
                </c:pt>
                <c:pt idx="1002">
                  <c:v>2.9079999999999999</c:v>
                </c:pt>
                <c:pt idx="1003">
                  <c:v>2.9079999999999999</c:v>
                </c:pt>
                <c:pt idx="1004">
                  <c:v>2.9079999999999999</c:v>
                </c:pt>
                <c:pt idx="1005">
                  <c:v>2.9079999999999999</c:v>
                </c:pt>
                <c:pt idx="1006">
                  <c:v>2.9079999999999999</c:v>
                </c:pt>
                <c:pt idx="1007">
                  <c:v>2.5720000000000001</c:v>
                </c:pt>
                <c:pt idx="1008">
                  <c:v>2.5720000000000001</c:v>
                </c:pt>
                <c:pt idx="1009">
                  <c:v>2.6560000000000001</c:v>
                </c:pt>
                <c:pt idx="1010">
                  <c:v>2.6560000000000001</c:v>
                </c:pt>
                <c:pt idx="1011">
                  <c:v>3.0760000000000001</c:v>
                </c:pt>
                <c:pt idx="1012">
                  <c:v>3.0760000000000001</c:v>
                </c:pt>
                <c:pt idx="1013">
                  <c:v>2.6560000000000001</c:v>
                </c:pt>
                <c:pt idx="1014">
                  <c:v>2.6560000000000001</c:v>
                </c:pt>
                <c:pt idx="1015">
                  <c:v>2.6560000000000001</c:v>
                </c:pt>
                <c:pt idx="1016">
                  <c:v>2.74</c:v>
                </c:pt>
                <c:pt idx="1017">
                  <c:v>2.74</c:v>
                </c:pt>
                <c:pt idx="1018">
                  <c:v>2.6560000000000001</c:v>
                </c:pt>
                <c:pt idx="1019">
                  <c:v>2.6560000000000001</c:v>
                </c:pt>
                <c:pt idx="1020">
                  <c:v>2.8239999999999998</c:v>
                </c:pt>
                <c:pt idx="1021">
                  <c:v>2.8239999999999998</c:v>
                </c:pt>
                <c:pt idx="1022">
                  <c:v>2.8239999999999998</c:v>
                </c:pt>
                <c:pt idx="1023">
                  <c:v>2.992</c:v>
                </c:pt>
                <c:pt idx="1024">
                  <c:v>2.992</c:v>
                </c:pt>
                <c:pt idx="1025">
                  <c:v>2.8239999999999998</c:v>
                </c:pt>
                <c:pt idx="1026">
                  <c:v>2.8239999999999998</c:v>
                </c:pt>
                <c:pt idx="1027">
                  <c:v>2.6560000000000001</c:v>
                </c:pt>
                <c:pt idx="1028">
                  <c:v>2.6560000000000001</c:v>
                </c:pt>
                <c:pt idx="1029">
                  <c:v>2.6560000000000001</c:v>
                </c:pt>
                <c:pt idx="1030">
                  <c:v>2.3199999999999998</c:v>
                </c:pt>
                <c:pt idx="1031">
                  <c:v>2.3199999999999998</c:v>
                </c:pt>
                <c:pt idx="1032">
                  <c:v>2.2360000000000002</c:v>
                </c:pt>
                <c:pt idx="1033">
                  <c:v>2.2360000000000002</c:v>
                </c:pt>
                <c:pt idx="1034">
                  <c:v>2.1520000000000001</c:v>
                </c:pt>
                <c:pt idx="1035">
                  <c:v>2.1520000000000001</c:v>
                </c:pt>
                <c:pt idx="1036">
                  <c:v>2.488</c:v>
                </c:pt>
                <c:pt idx="1037">
                  <c:v>2.488</c:v>
                </c:pt>
                <c:pt idx="1038">
                  <c:v>2.488</c:v>
                </c:pt>
                <c:pt idx="1039">
                  <c:v>2.5720000000000001</c:v>
                </c:pt>
                <c:pt idx="1040">
                  <c:v>2.5720000000000001</c:v>
                </c:pt>
                <c:pt idx="1041">
                  <c:v>2.488</c:v>
                </c:pt>
                <c:pt idx="1042">
                  <c:v>2.488</c:v>
                </c:pt>
                <c:pt idx="1043">
                  <c:v>1.9</c:v>
                </c:pt>
                <c:pt idx="1044">
                  <c:v>1.9</c:v>
                </c:pt>
                <c:pt idx="1045">
                  <c:v>1.6479999999999999</c:v>
                </c:pt>
                <c:pt idx="1046">
                  <c:v>1.6479999999999999</c:v>
                </c:pt>
                <c:pt idx="1047">
                  <c:v>1.8160000000000001</c:v>
                </c:pt>
                <c:pt idx="1048">
                  <c:v>1.8160000000000001</c:v>
                </c:pt>
                <c:pt idx="1049">
                  <c:v>1.8160000000000001</c:v>
                </c:pt>
                <c:pt idx="1050">
                  <c:v>1.8160000000000001</c:v>
                </c:pt>
                <c:pt idx="1051">
                  <c:v>1.984</c:v>
                </c:pt>
                <c:pt idx="1052">
                  <c:v>1.984</c:v>
                </c:pt>
                <c:pt idx="1053">
                  <c:v>1.984</c:v>
                </c:pt>
                <c:pt idx="1054">
                  <c:v>2.0680000000000001</c:v>
                </c:pt>
                <c:pt idx="1055">
                  <c:v>2.0680000000000001</c:v>
                </c:pt>
                <c:pt idx="1056">
                  <c:v>1.5640000000000001</c:v>
                </c:pt>
                <c:pt idx="1057">
                  <c:v>1.5640000000000001</c:v>
                </c:pt>
                <c:pt idx="1058">
                  <c:v>1.3120000000000001</c:v>
                </c:pt>
                <c:pt idx="1059">
                  <c:v>1.3120000000000001</c:v>
                </c:pt>
                <c:pt idx="1060">
                  <c:v>1.5640000000000001</c:v>
                </c:pt>
                <c:pt idx="1061">
                  <c:v>1.5640000000000001</c:v>
                </c:pt>
                <c:pt idx="1062">
                  <c:v>1.5640000000000001</c:v>
                </c:pt>
                <c:pt idx="1063">
                  <c:v>1.5640000000000001</c:v>
                </c:pt>
                <c:pt idx="1064">
                  <c:v>1.5640000000000001</c:v>
                </c:pt>
                <c:pt idx="1065">
                  <c:v>1.6479999999999999</c:v>
                </c:pt>
                <c:pt idx="1066">
                  <c:v>1.6479999999999999</c:v>
                </c:pt>
                <c:pt idx="1067">
                  <c:v>1.5640000000000001</c:v>
                </c:pt>
                <c:pt idx="1068">
                  <c:v>1.5640000000000001</c:v>
                </c:pt>
                <c:pt idx="1069">
                  <c:v>1.732</c:v>
                </c:pt>
                <c:pt idx="1070">
                  <c:v>1.732</c:v>
                </c:pt>
                <c:pt idx="1071">
                  <c:v>1.3959999999999999</c:v>
                </c:pt>
                <c:pt idx="1072">
                  <c:v>1.3959999999999999</c:v>
                </c:pt>
                <c:pt idx="1073">
                  <c:v>1.3959999999999999</c:v>
                </c:pt>
                <c:pt idx="1074">
                  <c:v>0.80800000000000005</c:v>
                </c:pt>
                <c:pt idx="1075">
                  <c:v>0.80800000000000005</c:v>
                </c:pt>
                <c:pt idx="1076">
                  <c:v>0.97599999999999998</c:v>
                </c:pt>
                <c:pt idx="1077">
                  <c:v>0.97599999999999998</c:v>
                </c:pt>
                <c:pt idx="1078">
                  <c:v>0.97599999999999998</c:v>
                </c:pt>
                <c:pt idx="1079">
                  <c:v>0.97599999999999998</c:v>
                </c:pt>
                <c:pt idx="1080">
                  <c:v>0.97599999999999998</c:v>
                </c:pt>
                <c:pt idx="1081">
                  <c:v>0.97599999999999998</c:v>
                </c:pt>
                <c:pt idx="1082">
                  <c:v>0.97599999999999998</c:v>
                </c:pt>
                <c:pt idx="1083">
                  <c:v>1.228</c:v>
                </c:pt>
                <c:pt idx="1084">
                  <c:v>1.228</c:v>
                </c:pt>
                <c:pt idx="1085">
                  <c:v>1.06</c:v>
                </c:pt>
                <c:pt idx="1086">
                  <c:v>1.06</c:v>
                </c:pt>
                <c:pt idx="1087">
                  <c:v>1.06</c:v>
                </c:pt>
                <c:pt idx="1088">
                  <c:v>0.38800000000000001</c:v>
                </c:pt>
                <c:pt idx="1089">
                  <c:v>0.38800000000000001</c:v>
                </c:pt>
                <c:pt idx="1090">
                  <c:v>0.38800000000000001</c:v>
                </c:pt>
                <c:pt idx="1091">
                  <c:v>0.55600000000000005</c:v>
                </c:pt>
                <c:pt idx="1092">
                  <c:v>0.55600000000000005</c:v>
                </c:pt>
                <c:pt idx="1093">
                  <c:v>0.64</c:v>
                </c:pt>
                <c:pt idx="1094">
                  <c:v>0.64</c:v>
                </c:pt>
                <c:pt idx="1095">
                  <c:v>0.80800000000000005</c:v>
                </c:pt>
                <c:pt idx="1096">
                  <c:v>0.80800000000000005</c:v>
                </c:pt>
                <c:pt idx="1097">
                  <c:v>0.80800000000000005</c:v>
                </c:pt>
                <c:pt idx="1098">
                  <c:v>1.1439999999999999</c:v>
                </c:pt>
                <c:pt idx="1099">
                  <c:v>1.1439999999999999</c:v>
                </c:pt>
                <c:pt idx="1100">
                  <c:v>0.55600000000000005</c:v>
                </c:pt>
                <c:pt idx="1101">
                  <c:v>0.72399999999999998</c:v>
                </c:pt>
                <c:pt idx="1102">
                  <c:v>0.72399999999999998</c:v>
                </c:pt>
                <c:pt idx="1103">
                  <c:v>0.38800000000000001</c:v>
                </c:pt>
                <c:pt idx="1104">
                  <c:v>5.1999999999999998E-2</c:v>
                </c:pt>
                <c:pt idx="1105">
                  <c:v>5.1999999999999998E-2</c:v>
                </c:pt>
                <c:pt idx="1106">
                  <c:v>0.13600000000000001</c:v>
                </c:pt>
                <c:pt idx="1107">
                  <c:v>0.13600000000000001</c:v>
                </c:pt>
                <c:pt idx="1108">
                  <c:v>0.13600000000000001</c:v>
                </c:pt>
                <c:pt idx="1109">
                  <c:v>5.1999999999999998E-2</c:v>
                </c:pt>
                <c:pt idx="1110">
                  <c:v>5.1999999999999998E-2</c:v>
                </c:pt>
                <c:pt idx="1111">
                  <c:v>0.47199999999999998</c:v>
                </c:pt>
                <c:pt idx="1112">
                  <c:v>0.47199999999999998</c:v>
                </c:pt>
                <c:pt idx="1113">
                  <c:v>0.22</c:v>
                </c:pt>
                <c:pt idx="1114">
                  <c:v>0.22</c:v>
                </c:pt>
                <c:pt idx="1115">
                  <c:v>0.22</c:v>
                </c:pt>
                <c:pt idx="1116">
                  <c:v>0.38800000000000001</c:v>
                </c:pt>
                <c:pt idx="1117">
                  <c:v>0.38800000000000001</c:v>
                </c:pt>
                <c:pt idx="1118">
                  <c:v>0.22</c:v>
                </c:pt>
                <c:pt idx="1119">
                  <c:v>0.22</c:v>
                </c:pt>
                <c:pt idx="1120">
                  <c:v>0.22</c:v>
                </c:pt>
                <c:pt idx="1121">
                  <c:v>0.22</c:v>
                </c:pt>
                <c:pt idx="1122">
                  <c:v>0.22</c:v>
                </c:pt>
                <c:pt idx="1123">
                  <c:v>5.1999999999999998E-2</c:v>
                </c:pt>
                <c:pt idx="1124">
                  <c:v>5.1999999999999998E-2</c:v>
                </c:pt>
                <c:pt idx="1125">
                  <c:v>-0.2</c:v>
                </c:pt>
                <c:pt idx="1126">
                  <c:v>-0.2</c:v>
                </c:pt>
                <c:pt idx="1127">
                  <c:v>-0.2</c:v>
                </c:pt>
                <c:pt idx="1128">
                  <c:v>0.22</c:v>
                </c:pt>
                <c:pt idx="1129">
                  <c:v>0.22</c:v>
                </c:pt>
                <c:pt idx="1130">
                  <c:v>-0.2</c:v>
                </c:pt>
                <c:pt idx="1131">
                  <c:v>-0.2</c:v>
                </c:pt>
                <c:pt idx="1132">
                  <c:v>-0.28399999999999997</c:v>
                </c:pt>
                <c:pt idx="1133">
                  <c:v>-0.28399999999999997</c:v>
                </c:pt>
                <c:pt idx="1134">
                  <c:v>-0.28399999999999997</c:v>
                </c:pt>
                <c:pt idx="1135">
                  <c:v>0.30399999999999999</c:v>
                </c:pt>
                <c:pt idx="1136">
                  <c:v>0.30399999999999999</c:v>
                </c:pt>
                <c:pt idx="1137">
                  <c:v>-0.11600000000000001</c:v>
                </c:pt>
                <c:pt idx="1138">
                  <c:v>-0.11600000000000001</c:v>
                </c:pt>
                <c:pt idx="1139">
                  <c:v>0.13600000000000001</c:v>
                </c:pt>
                <c:pt idx="1140">
                  <c:v>0.13600000000000001</c:v>
                </c:pt>
                <c:pt idx="1141">
                  <c:v>0.13600000000000001</c:v>
                </c:pt>
                <c:pt idx="1142">
                  <c:v>-0.36799999999999999</c:v>
                </c:pt>
                <c:pt idx="1143">
                  <c:v>-0.36799999999999999</c:v>
                </c:pt>
                <c:pt idx="1144">
                  <c:v>-3.2000000000000001E-2</c:v>
                </c:pt>
                <c:pt idx="1145">
                  <c:v>-3.2000000000000001E-2</c:v>
                </c:pt>
                <c:pt idx="1146">
                  <c:v>-3.2000000000000001E-2</c:v>
                </c:pt>
                <c:pt idx="1147">
                  <c:v>-3.2000000000000001E-2</c:v>
                </c:pt>
                <c:pt idx="1148">
                  <c:v>-3.2000000000000001E-2</c:v>
                </c:pt>
                <c:pt idx="1149">
                  <c:v>-0.28399999999999997</c:v>
                </c:pt>
                <c:pt idx="1150">
                  <c:v>-0.28399999999999997</c:v>
                </c:pt>
                <c:pt idx="1151">
                  <c:v>-0.11600000000000001</c:v>
                </c:pt>
                <c:pt idx="1152">
                  <c:v>-0.11600000000000001</c:v>
                </c:pt>
                <c:pt idx="1153">
                  <c:v>-0.11600000000000001</c:v>
                </c:pt>
                <c:pt idx="1154">
                  <c:v>-0.11600000000000001</c:v>
                </c:pt>
                <c:pt idx="1155">
                  <c:v>-0.11600000000000001</c:v>
                </c:pt>
                <c:pt idx="1156">
                  <c:v>-0.45200000000000001</c:v>
                </c:pt>
                <c:pt idx="1157">
                  <c:v>-0.45200000000000001</c:v>
                </c:pt>
                <c:pt idx="1158">
                  <c:v>-0.45200000000000001</c:v>
                </c:pt>
                <c:pt idx="1159">
                  <c:v>-0.2</c:v>
                </c:pt>
                <c:pt idx="1160">
                  <c:v>-0.2</c:v>
                </c:pt>
                <c:pt idx="1161">
                  <c:v>0.13600000000000001</c:v>
                </c:pt>
                <c:pt idx="1162">
                  <c:v>0.13600000000000001</c:v>
                </c:pt>
                <c:pt idx="1163">
                  <c:v>0.22</c:v>
                </c:pt>
                <c:pt idx="1164">
                  <c:v>0.22</c:v>
                </c:pt>
                <c:pt idx="1165">
                  <c:v>0.22</c:v>
                </c:pt>
                <c:pt idx="1166">
                  <c:v>-0.2</c:v>
                </c:pt>
                <c:pt idx="1167">
                  <c:v>-0.2</c:v>
                </c:pt>
                <c:pt idx="1168">
                  <c:v>-0.53600000000000003</c:v>
                </c:pt>
                <c:pt idx="1169">
                  <c:v>-0.53600000000000003</c:v>
                </c:pt>
                <c:pt idx="1170">
                  <c:v>-0.53600000000000003</c:v>
                </c:pt>
                <c:pt idx="1171">
                  <c:v>-0.36799999999999999</c:v>
                </c:pt>
                <c:pt idx="1172">
                  <c:v>-0.36799999999999999</c:v>
                </c:pt>
                <c:pt idx="1173">
                  <c:v>-0.11600000000000001</c:v>
                </c:pt>
                <c:pt idx="1174">
                  <c:v>-0.11600000000000001</c:v>
                </c:pt>
                <c:pt idx="1175">
                  <c:v>-0.62</c:v>
                </c:pt>
                <c:pt idx="1176">
                  <c:v>-0.62</c:v>
                </c:pt>
                <c:pt idx="1177">
                  <c:v>-0.62</c:v>
                </c:pt>
                <c:pt idx="1178">
                  <c:v>-0.53600000000000003</c:v>
                </c:pt>
                <c:pt idx="1179">
                  <c:v>-0.53600000000000003</c:v>
                </c:pt>
                <c:pt idx="1180">
                  <c:v>-0.28399999999999997</c:v>
                </c:pt>
                <c:pt idx="1181">
                  <c:v>-0.28399999999999997</c:v>
                </c:pt>
                <c:pt idx="1182">
                  <c:v>-0.28399999999999997</c:v>
                </c:pt>
                <c:pt idx="1183">
                  <c:v>5.1999999999999998E-2</c:v>
                </c:pt>
                <c:pt idx="1184">
                  <c:v>5.1999999999999998E-2</c:v>
                </c:pt>
                <c:pt idx="1185">
                  <c:v>-0.28399999999999997</c:v>
                </c:pt>
                <c:pt idx="1186">
                  <c:v>-0.28399999999999997</c:v>
                </c:pt>
                <c:pt idx="1187">
                  <c:v>-0.28399999999999997</c:v>
                </c:pt>
                <c:pt idx="1188">
                  <c:v>0.13600000000000001</c:v>
                </c:pt>
                <c:pt idx="1189">
                  <c:v>0.13600000000000001</c:v>
                </c:pt>
                <c:pt idx="1190">
                  <c:v>0.38800000000000001</c:v>
                </c:pt>
                <c:pt idx="1191">
                  <c:v>0.38800000000000001</c:v>
                </c:pt>
                <c:pt idx="1192">
                  <c:v>0.38800000000000001</c:v>
                </c:pt>
                <c:pt idx="1193">
                  <c:v>0.13600000000000001</c:v>
                </c:pt>
                <c:pt idx="1194">
                  <c:v>0.13600000000000001</c:v>
                </c:pt>
                <c:pt idx="1195">
                  <c:v>0.38800000000000001</c:v>
                </c:pt>
                <c:pt idx="1196">
                  <c:v>0.38800000000000001</c:v>
                </c:pt>
                <c:pt idx="1197">
                  <c:v>0.38800000000000001</c:v>
                </c:pt>
                <c:pt idx="1198">
                  <c:v>0.55600000000000005</c:v>
                </c:pt>
                <c:pt idx="1199">
                  <c:v>0.55600000000000005</c:v>
                </c:pt>
                <c:pt idx="1200">
                  <c:v>0.30399999999999999</c:v>
                </c:pt>
                <c:pt idx="1201">
                  <c:v>0.30399999999999999</c:v>
                </c:pt>
                <c:pt idx="1202">
                  <c:v>0.30399999999999999</c:v>
                </c:pt>
                <c:pt idx="1203">
                  <c:v>0.22</c:v>
                </c:pt>
                <c:pt idx="1204">
                  <c:v>0.22</c:v>
                </c:pt>
                <c:pt idx="1205">
                  <c:v>0.22</c:v>
                </c:pt>
                <c:pt idx="1206">
                  <c:v>0.13600000000000001</c:v>
                </c:pt>
                <c:pt idx="1207">
                  <c:v>0.13600000000000001</c:v>
                </c:pt>
                <c:pt idx="1208">
                  <c:v>-0.28399999999999997</c:v>
                </c:pt>
                <c:pt idx="1209">
                  <c:v>-0.28399999999999997</c:v>
                </c:pt>
                <c:pt idx="1210">
                  <c:v>-0.28399999999999997</c:v>
                </c:pt>
                <c:pt idx="1211">
                  <c:v>-0.45200000000000001</c:v>
                </c:pt>
                <c:pt idx="1212">
                  <c:v>-0.45200000000000001</c:v>
                </c:pt>
                <c:pt idx="1213">
                  <c:v>-0.36799999999999999</c:v>
                </c:pt>
                <c:pt idx="1214">
                  <c:v>-0.36799999999999999</c:v>
                </c:pt>
                <c:pt idx="1215">
                  <c:v>-0.62</c:v>
                </c:pt>
                <c:pt idx="1216">
                  <c:v>-0.62</c:v>
                </c:pt>
                <c:pt idx="1217">
                  <c:v>-0.62</c:v>
                </c:pt>
                <c:pt idx="1218">
                  <c:v>-0.95599999999999996</c:v>
                </c:pt>
                <c:pt idx="1219">
                  <c:v>-0.95599999999999996</c:v>
                </c:pt>
                <c:pt idx="1220">
                  <c:v>-1.1240000000000001</c:v>
                </c:pt>
                <c:pt idx="1221">
                  <c:v>-1.1240000000000001</c:v>
                </c:pt>
                <c:pt idx="1222">
                  <c:v>-1.1240000000000001</c:v>
                </c:pt>
                <c:pt idx="1223">
                  <c:v>-0.62</c:v>
                </c:pt>
                <c:pt idx="1224">
                  <c:v>-0.62</c:v>
                </c:pt>
                <c:pt idx="1225">
                  <c:v>-1.04</c:v>
                </c:pt>
                <c:pt idx="1226">
                  <c:v>-1.04</c:v>
                </c:pt>
                <c:pt idx="1227">
                  <c:v>-0.95599999999999996</c:v>
                </c:pt>
                <c:pt idx="1228">
                  <c:v>-0.95599999999999996</c:v>
                </c:pt>
                <c:pt idx="1229">
                  <c:v>-0.70399999999999996</c:v>
                </c:pt>
                <c:pt idx="1230">
                  <c:v>-0.70399999999999996</c:v>
                </c:pt>
                <c:pt idx="1231">
                  <c:v>-0.70399999999999996</c:v>
                </c:pt>
                <c:pt idx="1232">
                  <c:v>-0.95599999999999996</c:v>
                </c:pt>
                <c:pt idx="1233">
                  <c:v>-0.95599999999999996</c:v>
                </c:pt>
                <c:pt idx="1234">
                  <c:v>-0.95599999999999996</c:v>
                </c:pt>
                <c:pt idx="1235">
                  <c:v>-0.95599999999999996</c:v>
                </c:pt>
                <c:pt idx="1236">
                  <c:v>-0.95599999999999996</c:v>
                </c:pt>
                <c:pt idx="1237">
                  <c:v>-1.04</c:v>
                </c:pt>
                <c:pt idx="1238">
                  <c:v>-1.04</c:v>
                </c:pt>
                <c:pt idx="1239">
                  <c:v>-1.208</c:v>
                </c:pt>
                <c:pt idx="1240">
                  <c:v>-1.208</c:v>
                </c:pt>
                <c:pt idx="1241">
                  <c:v>-1.208</c:v>
                </c:pt>
                <c:pt idx="1242">
                  <c:v>-0.78800000000000003</c:v>
                </c:pt>
                <c:pt idx="1243">
                  <c:v>-0.78800000000000003</c:v>
                </c:pt>
                <c:pt idx="1244">
                  <c:v>-0.45200000000000001</c:v>
                </c:pt>
                <c:pt idx="1245">
                  <c:v>-0.45200000000000001</c:v>
                </c:pt>
                <c:pt idx="1246">
                  <c:v>-0.45200000000000001</c:v>
                </c:pt>
                <c:pt idx="1247">
                  <c:v>-0.11600000000000001</c:v>
                </c:pt>
                <c:pt idx="1248">
                  <c:v>-0.11600000000000001</c:v>
                </c:pt>
                <c:pt idx="1249">
                  <c:v>-0.36799999999999999</c:v>
                </c:pt>
                <c:pt idx="1250">
                  <c:v>-0.36799999999999999</c:v>
                </c:pt>
                <c:pt idx="1251">
                  <c:v>-0.36799999999999999</c:v>
                </c:pt>
                <c:pt idx="1252">
                  <c:v>-0.45200000000000001</c:v>
                </c:pt>
                <c:pt idx="1253">
                  <c:v>-0.45200000000000001</c:v>
                </c:pt>
                <c:pt idx="1254">
                  <c:v>-0.78800000000000003</c:v>
                </c:pt>
                <c:pt idx="1255">
                  <c:v>-0.78800000000000003</c:v>
                </c:pt>
                <c:pt idx="1256">
                  <c:v>-0.78800000000000003</c:v>
                </c:pt>
                <c:pt idx="1257">
                  <c:v>-0.95599999999999996</c:v>
                </c:pt>
                <c:pt idx="1258">
                  <c:v>-0.95599999999999996</c:v>
                </c:pt>
                <c:pt idx="1259">
                  <c:v>-0.45200000000000001</c:v>
                </c:pt>
                <c:pt idx="1260">
                  <c:v>-0.45200000000000001</c:v>
                </c:pt>
                <c:pt idx="1261">
                  <c:v>-0.45200000000000001</c:v>
                </c:pt>
                <c:pt idx="1262">
                  <c:v>-0.53600000000000003</c:v>
                </c:pt>
                <c:pt idx="1263">
                  <c:v>-0.53600000000000003</c:v>
                </c:pt>
                <c:pt idx="1264">
                  <c:v>-0.28399999999999997</c:v>
                </c:pt>
                <c:pt idx="1265">
                  <c:v>-0.28399999999999997</c:v>
                </c:pt>
                <c:pt idx="1266">
                  <c:v>-0.28399999999999997</c:v>
                </c:pt>
                <c:pt idx="1267">
                  <c:v>-0.45200000000000001</c:v>
                </c:pt>
                <c:pt idx="1268">
                  <c:v>-0.45200000000000001</c:v>
                </c:pt>
                <c:pt idx="1269">
                  <c:v>-0.2</c:v>
                </c:pt>
                <c:pt idx="1270">
                  <c:v>-0.2</c:v>
                </c:pt>
                <c:pt idx="1271">
                  <c:v>-0.2</c:v>
                </c:pt>
                <c:pt idx="1272">
                  <c:v>-0.2</c:v>
                </c:pt>
                <c:pt idx="1273">
                  <c:v>-0.2</c:v>
                </c:pt>
                <c:pt idx="1274">
                  <c:v>-0.36799999999999999</c:v>
                </c:pt>
                <c:pt idx="1275">
                  <c:v>-0.36799999999999999</c:v>
                </c:pt>
                <c:pt idx="1276">
                  <c:v>-0.28399999999999997</c:v>
                </c:pt>
                <c:pt idx="1277">
                  <c:v>-0.28399999999999997</c:v>
                </c:pt>
                <c:pt idx="1278">
                  <c:v>-0.28399999999999997</c:v>
                </c:pt>
                <c:pt idx="1279">
                  <c:v>-0.28399999999999997</c:v>
                </c:pt>
                <c:pt idx="1280">
                  <c:v>-0.28399999999999997</c:v>
                </c:pt>
                <c:pt idx="1281">
                  <c:v>-0.28399999999999997</c:v>
                </c:pt>
                <c:pt idx="1282">
                  <c:v>-0.28399999999999997</c:v>
                </c:pt>
                <c:pt idx="1283">
                  <c:v>-0.28399999999999997</c:v>
                </c:pt>
                <c:pt idx="1284">
                  <c:v>-0.53600000000000003</c:v>
                </c:pt>
                <c:pt idx="1285">
                  <c:v>-0.53600000000000003</c:v>
                </c:pt>
                <c:pt idx="1286">
                  <c:v>-0.53600000000000003</c:v>
                </c:pt>
                <c:pt idx="1287">
                  <c:v>-0.28399999999999997</c:v>
                </c:pt>
                <c:pt idx="1288">
                  <c:v>-0.28399999999999997</c:v>
                </c:pt>
                <c:pt idx="1289">
                  <c:v>-0.53600000000000003</c:v>
                </c:pt>
                <c:pt idx="1290">
                  <c:v>-0.53600000000000003</c:v>
                </c:pt>
                <c:pt idx="1291">
                  <c:v>-0.53600000000000003</c:v>
                </c:pt>
                <c:pt idx="1292">
                  <c:v>-0.28399999999999997</c:v>
                </c:pt>
                <c:pt idx="1293">
                  <c:v>-0.28399999999999997</c:v>
                </c:pt>
                <c:pt idx="1294">
                  <c:v>-0.28399999999999997</c:v>
                </c:pt>
                <c:pt idx="1295">
                  <c:v>-0.28399999999999997</c:v>
                </c:pt>
                <c:pt idx="1296">
                  <c:v>-0.28399999999999997</c:v>
                </c:pt>
                <c:pt idx="1297">
                  <c:v>-0.53600000000000003</c:v>
                </c:pt>
                <c:pt idx="1298">
                  <c:v>-0.53600000000000003</c:v>
                </c:pt>
                <c:pt idx="1299">
                  <c:v>-0.28399999999999997</c:v>
                </c:pt>
                <c:pt idx="1300">
                  <c:v>-0.28399999999999997</c:v>
                </c:pt>
                <c:pt idx="1301">
                  <c:v>-0.36799999999999999</c:v>
                </c:pt>
                <c:pt idx="1302">
                  <c:v>-0.36799999999999999</c:v>
                </c:pt>
                <c:pt idx="1303">
                  <c:v>-0.45200000000000001</c:v>
                </c:pt>
                <c:pt idx="1304">
                  <c:v>-0.45200000000000001</c:v>
                </c:pt>
                <c:pt idx="1305">
                  <c:v>-0.45200000000000001</c:v>
                </c:pt>
                <c:pt idx="1306">
                  <c:v>-0.70399999999999996</c:v>
                </c:pt>
                <c:pt idx="1307">
                  <c:v>-0.70399999999999996</c:v>
                </c:pt>
                <c:pt idx="1308">
                  <c:v>-0.45200000000000001</c:v>
                </c:pt>
                <c:pt idx="1309">
                  <c:v>-0.45200000000000001</c:v>
                </c:pt>
                <c:pt idx="1310">
                  <c:v>-0.36799999999999999</c:v>
                </c:pt>
                <c:pt idx="1311">
                  <c:v>-0.36799999999999999</c:v>
                </c:pt>
                <c:pt idx="1312">
                  <c:v>-0.36799999999999999</c:v>
                </c:pt>
                <c:pt idx="1313">
                  <c:v>-0.45200000000000001</c:v>
                </c:pt>
                <c:pt idx="1314">
                  <c:v>-0.45200000000000001</c:v>
                </c:pt>
                <c:pt idx="1315">
                  <c:v>-0.62</c:v>
                </c:pt>
                <c:pt idx="1316">
                  <c:v>-0.62</c:v>
                </c:pt>
                <c:pt idx="1317">
                  <c:v>-0.45200000000000001</c:v>
                </c:pt>
                <c:pt idx="1318">
                  <c:v>-0.45200000000000001</c:v>
                </c:pt>
                <c:pt idx="1319">
                  <c:v>-0.45200000000000001</c:v>
                </c:pt>
                <c:pt idx="1320">
                  <c:v>-0.45200000000000001</c:v>
                </c:pt>
                <c:pt idx="1321">
                  <c:v>-0.45200000000000001</c:v>
                </c:pt>
                <c:pt idx="1322">
                  <c:v>-0.45200000000000001</c:v>
                </c:pt>
                <c:pt idx="1323">
                  <c:v>-0.62</c:v>
                </c:pt>
                <c:pt idx="1324">
                  <c:v>-0.62</c:v>
                </c:pt>
                <c:pt idx="1325">
                  <c:v>-0.36799999999999999</c:v>
                </c:pt>
                <c:pt idx="1326">
                  <c:v>-0.36799999999999999</c:v>
                </c:pt>
                <c:pt idx="1327">
                  <c:v>-0.36799999999999999</c:v>
                </c:pt>
                <c:pt idx="1328">
                  <c:v>-0.11600000000000001</c:v>
                </c:pt>
                <c:pt idx="1329">
                  <c:v>-0.11600000000000001</c:v>
                </c:pt>
                <c:pt idx="1330">
                  <c:v>-0.28399999999999997</c:v>
                </c:pt>
                <c:pt idx="1331">
                  <c:v>-0.28399999999999997</c:v>
                </c:pt>
                <c:pt idx="1332">
                  <c:v>-0.28399999999999997</c:v>
                </c:pt>
                <c:pt idx="1333">
                  <c:v>-0.70399999999999996</c:v>
                </c:pt>
                <c:pt idx="1334">
                  <c:v>-0.70399999999999996</c:v>
                </c:pt>
                <c:pt idx="1335">
                  <c:v>-0.36799999999999999</c:v>
                </c:pt>
                <c:pt idx="1336">
                  <c:v>-0.36799999999999999</c:v>
                </c:pt>
                <c:pt idx="1337">
                  <c:v>-0.36799999999999999</c:v>
                </c:pt>
                <c:pt idx="1338">
                  <c:v>-0.53600000000000003</c:v>
                </c:pt>
                <c:pt idx="1339">
                  <c:v>-0.53600000000000003</c:v>
                </c:pt>
                <c:pt idx="1340">
                  <c:v>-0.2</c:v>
                </c:pt>
                <c:pt idx="1341">
                  <c:v>-0.2</c:v>
                </c:pt>
                <c:pt idx="1342">
                  <c:v>-0.2</c:v>
                </c:pt>
                <c:pt idx="1343">
                  <c:v>-3.2000000000000001E-2</c:v>
                </c:pt>
                <c:pt idx="1344">
                  <c:v>-3.2000000000000001E-2</c:v>
                </c:pt>
                <c:pt idx="1345">
                  <c:v>5.1999999999999998E-2</c:v>
                </c:pt>
                <c:pt idx="1346">
                  <c:v>5.1999999999999998E-2</c:v>
                </c:pt>
                <c:pt idx="1347">
                  <c:v>5.1999999999999998E-2</c:v>
                </c:pt>
                <c:pt idx="1348">
                  <c:v>-3.2000000000000001E-2</c:v>
                </c:pt>
                <c:pt idx="1349">
                  <c:v>-3.2000000000000001E-2</c:v>
                </c:pt>
                <c:pt idx="1350">
                  <c:v>-0.28399999999999997</c:v>
                </c:pt>
                <c:pt idx="1351">
                  <c:v>-0.28399999999999997</c:v>
                </c:pt>
                <c:pt idx="1352">
                  <c:v>-0.28399999999999997</c:v>
                </c:pt>
                <c:pt idx="1353">
                  <c:v>-3.2000000000000001E-2</c:v>
                </c:pt>
                <c:pt idx="1354">
                  <c:v>-3.2000000000000001E-2</c:v>
                </c:pt>
                <c:pt idx="1355">
                  <c:v>-0.11600000000000001</c:v>
                </c:pt>
                <c:pt idx="1356">
                  <c:v>-0.11600000000000001</c:v>
                </c:pt>
                <c:pt idx="1357">
                  <c:v>-0.70399999999999996</c:v>
                </c:pt>
                <c:pt idx="1358">
                  <c:v>-0.70399999999999996</c:v>
                </c:pt>
                <c:pt idx="1359">
                  <c:v>-0.70399999999999996</c:v>
                </c:pt>
                <c:pt idx="1360">
                  <c:v>-0.36799999999999999</c:v>
                </c:pt>
                <c:pt idx="1361">
                  <c:v>-0.36799999999999999</c:v>
                </c:pt>
                <c:pt idx="1362">
                  <c:v>-0.53600000000000003</c:v>
                </c:pt>
                <c:pt idx="1363">
                  <c:v>-0.53600000000000003</c:v>
                </c:pt>
                <c:pt idx="1364">
                  <c:v>-0.53600000000000003</c:v>
                </c:pt>
                <c:pt idx="1365">
                  <c:v>-0.28399999999999997</c:v>
                </c:pt>
                <c:pt idx="1366">
                  <c:v>-0.28399999999999997</c:v>
                </c:pt>
                <c:pt idx="1367">
                  <c:v>0.13600000000000001</c:v>
                </c:pt>
                <c:pt idx="1368">
                  <c:v>0.13600000000000001</c:v>
                </c:pt>
                <c:pt idx="1369">
                  <c:v>0.13600000000000001</c:v>
                </c:pt>
                <c:pt idx="1370">
                  <c:v>0.80800000000000005</c:v>
                </c:pt>
                <c:pt idx="1371">
                  <c:v>0.80800000000000005</c:v>
                </c:pt>
                <c:pt idx="1372">
                  <c:v>0.72399999999999998</c:v>
                </c:pt>
                <c:pt idx="1373">
                  <c:v>0.72399999999999998</c:v>
                </c:pt>
                <c:pt idx="1374">
                  <c:v>0.72399999999999998</c:v>
                </c:pt>
                <c:pt idx="1375">
                  <c:v>1.1439999999999999</c:v>
                </c:pt>
                <c:pt idx="1376">
                  <c:v>1.1439999999999999</c:v>
                </c:pt>
                <c:pt idx="1377">
                  <c:v>1.1439999999999999</c:v>
                </c:pt>
                <c:pt idx="1378">
                  <c:v>1.1439999999999999</c:v>
                </c:pt>
                <c:pt idx="1379">
                  <c:v>1.1439999999999999</c:v>
                </c:pt>
                <c:pt idx="1380">
                  <c:v>0.97599999999999998</c:v>
                </c:pt>
                <c:pt idx="1381">
                  <c:v>0.97599999999999998</c:v>
                </c:pt>
                <c:pt idx="1382">
                  <c:v>0.80800000000000005</c:v>
                </c:pt>
                <c:pt idx="1383">
                  <c:v>0.80800000000000005</c:v>
                </c:pt>
                <c:pt idx="1384">
                  <c:v>1.3959999999999999</c:v>
                </c:pt>
                <c:pt idx="1385">
                  <c:v>1.3959999999999999</c:v>
                </c:pt>
                <c:pt idx="1386">
                  <c:v>1.228</c:v>
                </c:pt>
                <c:pt idx="1387">
                  <c:v>1.228</c:v>
                </c:pt>
                <c:pt idx="1388">
                  <c:v>1.06</c:v>
                </c:pt>
                <c:pt idx="1389">
                  <c:v>1.06</c:v>
                </c:pt>
                <c:pt idx="1390">
                  <c:v>1.228</c:v>
                </c:pt>
                <c:pt idx="1391">
                  <c:v>1.228</c:v>
                </c:pt>
                <c:pt idx="1392">
                  <c:v>1.228</c:v>
                </c:pt>
                <c:pt idx="1393">
                  <c:v>1.3959999999999999</c:v>
                </c:pt>
                <c:pt idx="1394">
                  <c:v>1.3959999999999999</c:v>
                </c:pt>
                <c:pt idx="1395">
                  <c:v>1.1439999999999999</c:v>
                </c:pt>
                <c:pt idx="1396">
                  <c:v>1.1439999999999999</c:v>
                </c:pt>
                <c:pt idx="1397">
                  <c:v>1.1439999999999999</c:v>
                </c:pt>
                <c:pt idx="1398">
                  <c:v>1.48</c:v>
                </c:pt>
                <c:pt idx="1399">
                  <c:v>1.48</c:v>
                </c:pt>
                <c:pt idx="1400">
                  <c:v>1.1439999999999999</c:v>
                </c:pt>
                <c:pt idx="1401">
                  <c:v>1.1439999999999999</c:v>
                </c:pt>
                <c:pt idx="1402">
                  <c:v>1.6479999999999999</c:v>
                </c:pt>
                <c:pt idx="1403">
                  <c:v>1.6479999999999999</c:v>
                </c:pt>
                <c:pt idx="1404">
                  <c:v>1.6479999999999999</c:v>
                </c:pt>
                <c:pt idx="1405">
                  <c:v>1.3120000000000001</c:v>
                </c:pt>
                <c:pt idx="1406">
                  <c:v>1.3120000000000001</c:v>
                </c:pt>
                <c:pt idx="1407">
                  <c:v>1.3120000000000001</c:v>
                </c:pt>
                <c:pt idx="1408">
                  <c:v>1.3120000000000001</c:v>
                </c:pt>
                <c:pt idx="1409">
                  <c:v>1.3120000000000001</c:v>
                </c:pt>
                <c:pt idx="1410">
                  <c:v>1.228</c:v>
                </c:pt>
                <c:pt idx="1411">
                  <c:v>1.228</c:v>
                </c:pt>
                <c:pt idx="1412">
                  <c:v>1.228</c:v>
                </c:pt>
                <c:pt idx="1413">
                  <c:v>1.228</c:v>
                </c:pt>
                <c:pt idx="1414">
                  <c:v>1.228</c:v>
                </c:pt>
                <c:pt idx="1415">
                  <c:v>0.97599999999999998</c:v>
                </c:pt>
                <c:pt idx="1416">
                  <c:v>0.97599999999999998</c:v>
                </c:pt>
                <c:pt idx="1417">
                  <c:v>1.1439999999999999</c:v>
                </c:pt>
                <c:pt idx="1418">
                  <c:v>1.1439999999999999</c:v>
                </c:pt>
                <c:pt idx="1419">
                  <c:v>1.3120000000000001</c:v>
                </c:pt>
                <c:pt idx="1420">
                  <c:v>1.3120000000000001</c:v>
                </c:pt>
                <c:pt idx="1421">
                  <c:v>1.1439999999999999</c:v>
                </c:pt>
                <c:pt idx="1422">
                  <c:v>1.1439999999999999</c:v>
                </c:pt>
                <c:pt idx="1423">
                  <c:v>1.1439999999999999</c:v>
                </c:pt>
                <c:pt idx="1424">
                  <c:v>1.1439999999999999</c:v>
                </c:pt>
                <c:pt idx="1425">
                  <c:v>1.1439999999999999</c:v>
                </c:pt>
                <c:pt idx="1426">
                  <c:v>1.1439999999999999</c:v>
                </c:pt>
                <c:pt idx="1427">
                  <c:v>1.06</c:v>
                </c:pt>
                <c:pt idx="1428">
                  <c:v>1.06</c:v>
                </c:pt>
                <c:pt idx="1429">
                  <c:v>1.06</c:v>
                </c:pt>
                <c:pt idx="1430">
                  <c:v>1.06</c:v>
                </c:pt>
                <c:pt idx="1431">
                  <c:v>1.1439999999999999</c:v>
                </c:pt>
                <c:pt idx="1432">
                  <c:v>1.1439999999999999</c:v>
                </c:pt>
                <c:pt idx="1433">
                  <c:v>1.228</c:v>
                </c:pt>
                <c:pt idx="1434">
                  <c:v>1.228</c:v>
                </c:pt>
                <c:pt idx="1435">
                  <c:v>1.1439999999999999</c:v>
                </c:pt>
                <c:pt idx="1436">
                  <c:v>1.1439999999999999</c:v>
                </c:pt>
                <c:pt idx="1437">
                  <c:v>1.732</c:v>
                </c:pt>
                <c:pt idx="1438">
                  <c:v>1.732</c:v>
                </c:pt>
                <c:pt idx="1439">
                  <c:v>1.732</c:v>
                </c:pt>
                <c:pt idx="1440">
                  <c:v>1.48</c:v>
                </c:pt>
                <c:pt idx="1441">
                  <c:v>1.48</c:v>
                </c:pt>
                <c:pt idx="1442">
                  <c:v>1.3120000000000001</c:v>
                </c:pt>
                <c:pt idx="1443">
                  <c:v>1.3120000000000001</c:v>
                </c:pt>
                <c:pt idx="1444">
                  <c:v>0.97599999999999998</c:v>
                </c:pt>
                <c:pt idx="1445">
                  <c:v>0.97599999999999998</c:v>
                </c:pt>
                <c:pt idx="1446">
                  <c:v>0.89200000000000002</c:v>
                </c:pt>
                <c:pt idx="1447">
                  <c:v>0.89200000000000002</c:v>
                </c:pt>
                <c:pt idx="1448">
                  <c:v>0.89200000000000002</c:v>
                </c:pt>
                <c:pt idx="1449">
                  <c:v>0.55600000000000005</c:v>
                </c:pt>
                <c:pt idx="1450">
                  <c:v>0.55600000000000005</c:v>
                </c:pt>
                <c:pt idx="1451">
                  <c:v>0.72399999999999998</c:v>
                </c:pt>
                <c:pt idx="1452">
                  <c:v>0.72399999999999998</c:v>
                </c:pt>
                <c:pt idx="1453">
                  <c:v>0.89200000000000002</c:v>
                </c:pt>
                <c:pt idx="1454">
                  <c:v>0.89200000000000002</c:v>
                </c:pt>
                <c:pt idx="1455">
                  <c:v>0.89200000000000002</c:v>
                </c:pt>
                <c:pt idx="1456">
                  <c:v>0.72399999999999998</c:v>
                </c:pt>
                <c:pt idx="1457">
                  <c:v>0.72399999999999998</c:v>
                </c:pt>
                <c:pt idx="1458">
                  <c:v>0.89200000000000002</c:v>
                </c:pt>
                <c:pt idx="1459">
                  <c:v>0.89200000000000002</c:v>
                </c:pt>
                <c:pt idx="1460">
                  <c:v>0.80800000000000005</c:v>
                </c:pt>
                <c:pt idx="1461">
                  <c:v>0.80800000000000005</c:v>
                </c:pt>
                <c:pt idx="1462">
                  <c:v>0.97599999999999998</c:v>
                </c:pt>
                <c:pt idx="1463">
                  <c:v>0.97599999999999998</c:v>
                </c:pt>
                <c:pt idx="1464">
                  <c:v>0.64</c:v>
                </c:pt>
                <c:pt idx="1465">
                  <c:v>0.64</c:v>
                </c:pt>
                <c:pt idx="1466">
                  <c:v>0.97599999999999998</c:v>
                </c:pt>
                <c:pt idx="1467">
                  <c:v>0.97599999999999998</c:v>
                </c:pt>
                <c:pt idx="1468">
                  <c:v>0.97599999999999998</c:v>
                </c:pt>
                <c:pt idx="1469">
                  <c:v>0.80800000000000005</c:v>
                </c:pt>
                <c:pt idx="1470">
                  <c:v>0.80800000000000005</c:v>
                </c:pt>
                <c:pt idx="1471">
                  <c:v>0.80800000000000005</c:v>
                </c:pt>
                <c:pt idx="1472">
                  <c:v>0.72399999999999998</c:v>
                </c:pt>
                <c:pt idx="1473">
                  <c:v>0.64</c:v>
                </c:pt>
                <c:pt idx="1474">
                  <c:v>0.64</c:v>
                </c:pt>
                <c:pt idx="1475">
                  <c:v>0.64</c:v>
                </c:pt>
                <c:pt idx="1476">
                  <c:v>0.38800000000000001</c:v>
                </c:pt>
                <c:pt idx="1477">
                  <c:v>0.38800000000000001</c:v>
                </c:pt>
                <c:pt idx="1478">
                  <c:v>0.64</c:v>
                </c:pt>
                <c:pt idx="1479">
                  <c:v>0.64</c:v>
                </c:pt>
                <c:pt idx="1480">
                  <c:v>0.55600000000000005</c:v>
                </c:pt>
                <c:pt idx="1481">
                  <c:v>0.55600000000000005</c:v>
                </c:pt>
                <c:pt idx="1482">
                  <c:v>0.13600000000000001</c:v>
                </c:pt>
                <c:pt idx="1483">
                  <c:v>0.13600000000000001</c:v>
                </c:pt>
                <c:pt idx="1484">
                  <c:v>0.13600000000000001</c:v>
                </c:pt>
                <c:pt idx="1485">
                  <c:v>-0.11600000000000001</c:v>
                </c:pt>
                <c:pt idx="1486">
                  <c:v>-0.11600000000000001</c:v>
                </c:pt>
                <c:pt idx="1487">
                  <c:v>-3.2000000000000001E-2</c:v>
                </c:pt>
                <c:pt idx="1488">
                  <c:v>-3.2000000000000001E-2</c:v>
                </c:pt>
                <c:pt idx="1489">
                  <c:v>-0.11600000000000001</c:v>
                </c:pt>
                <c:pt idx="1490">
                  <c:v>-0.11600000000000001</c:v>
                </c:pt>
                <c:pt idx="1491">
                  <c:v>5.1999999999999998E-2</c:v>
                </c:pt>
                <c:pt idx="1492">
                  <c:v>5.1999999999999998E-2</c:v>
                </c:pt>
                <c:pt idx="1493">
                  <c:v>-0.2</c:v>
                </c:pt>
                <c:pt idx="1494">
                  <c:v>-0.2</c:v>
                </c:pt>
                <c:pt idx="1495">
                  <c:v>-0.2</c:v>
                </c:pt>
                <c:pt idx="1496">
                  <c:v>-0.2</c:v>
                </c:pt>
                <c:pt idx="1497">
                  <c:v>-0.2</c:v>
                </c:pt>
                <c:pt idx="1498">
                  <c:v>-0.28399999999999997</c:v>
                </c:pt>
                <c:pt idx="1499">
                  <c:v>-0.28399999999999997</c:v>
                </c:pt>
                <c:pt idx="1500">
                  <c:v>-0.28399999999999997</c:v>
                </c:pt>
                <c:pt idx="1501">
                  <c:v>-0.28399999999999997</c:v>
                </c:pt>
                <c:pt idx="1502">
                  <c:v>-0.11600000000000001</c:v>
                </c:pt>
                <c:pt idx="1503">
                  <c:v>-0.11600000000000001</c:v>
                </c:pt>
                <c:pt idx="1504">
                  <c:v>-0.11600000000000001</c:v>
                </c:pt>
                <c:pt idx="1505">
                  <c:v>5.1999999999999998E-2</c:v>
                </c:pt>
                <c:pt idx="1506">
                  <c:v>5.1999999999999998E-2</c:v>
                </c:pt>
                <c:pt idx="1507">
                  <c:v>-0.11600000000000001</c:v>
                </c:pt>
                <c:pt idx="1508">
                  <c:v>-0.11600000000000001</c:v>
                </c:pt>
                <c:pt idx="1509">
                  <c:v>-0.53600000000000003</c:v>
                </c:pt>
                <c:pt idx="1510">
                  <c:v>-0.53600000000000003</c:v>
                </c:pt>
                <c:pt idx="1511">
                  <c:v>-0.53600000000000003</c:v>
                </c:pt>
                <c:pt idx="1512">
                  <c:v>-1.04</c:v>
                </c:pt>
                <c:pt idx="1513">
                  <c:v>-1.04</c:v>
                </c:pt>
                <c:pt idx="1514">
                  <c:v>-1.04</c:v>
                </c:pt>
                <c:pt idx="1515">
                  <c:v>-0.62</c:v>
                </c:pt>
                <c:pt idx="1516">
                  <c:v>-0.62</c:v>
                </c:pt>
                <c:pt idx="1517">
                  <c:v>-0.70399999999999996</c:v>
                </c:pt>
                <c:pt idx="1518">
                  <c:v>-0.70399999999999996</c:v>
                </c:pt>
                <c:pt idx="1519">
                  <c:v>-0.62</c:v>
                </c:pt>
                <c:pt idx="1520">
                  <c:v>-0.62</c:v>
                </c:pt>
                <c:pt idx="1521">
                  <c:v>-1.208</c:v>
                </c:pt>
                <c:pt idx="1522">
                  <c:v>-1.208</c:v>
                </c:pt>
                <c:pt idx="1523">
                  <c:v>-1.3759999999999999</c:v>
                </c:pt>
                <c:pt idx="1524">
                  <c:v>-1.3759999999999999</c:v>
                </c:pt>
                <c:pt idx="1525">
                  <c:v>-1.3759999999999999</c:v>
                </c:pt>
                <c:pt idx="1526">
                  <c:v>-1.3759999999999999</c:v>
                </c:pt>
                <c:pt idx="1527">
                  <c:v>-1.3759999999999999</c:v>
                </c:pt>
                <c:pt idx="1528">
                  <c:v>-1.3759999999999999</c:v>
                </c:pt>
                <c:pt idx="1529">
                  <c:v>-1.3759999999999999</c:v>
                </c:pt>
                <c:pt idx="1530">
                  <c:v>-1.208</c:v>
                </c:pt>
                <c:pt idx="1531">
                  <c:v>-1.208</c:v>
                </c:pt>
                <c:pt idx="1532">
                  <c:v>-1.292</c:v>
                </c:pt>
                <c:pt idx="1533">
                  <c:v>-1.292</c:v>
                </c:pt>
                <c:pt idx="1534">
                  <c:v>-1.46</c:v>
                </c:pt>
                <c:pt idx="1535">
                  <c:v>-1.46</c:v>
                </c:pt>
                <c:pt idx="1536">
                  <c:v>-1.46</c:v>
                </c:pt>
                <c:pt idx="1537">
                  <c:v>-1.3759999999999999</c:v>
                </c:pt>
                <c:pt idx="1538">
                  <c:v>-1.3759999999999999</c:v>
                </c:pt>
                <c:pt idx="1539">
                  <c:v>-1.544</c:v>
                </c:pt>
                <c:pt idx="1540">
                  <c:v>-1.544</c:v>
                </c:pt>
                <c:pt idx="1541">
                  <c:v>-1.544</c:v>
                </c:pt>
                <c:pt idx="1542">
                  <c:v>-1.796</c:v>
                </c:pt>
                <c:pt idx="1543">
                  <c:v>-1.796</c:v>
                </c:pt>
                <c:pt idx="1544">
                  <c:v>-1.3759999999999999</c:v>
                </c:pt>
                <c:pt idx="1545">
                  <c:v>-1.3759999999999999</c:v>
                </c:pt>
                <c:pt idx="1546">
                  <c:v>-1.3759999999999999</c:v>
                </c:pt>
                <c:pt idx="1547">
                  <c:v>-1.1240000000000001</c:v>
                </c:pt>
                <c:pt idx="1548">
                  <c:v>-1.1240000000000001</c:v>
                </c:pt>
                <c:pt idx="1549">
                  <c:v>-0.62</c:v>
                </c:pt>
                <c:pt idx="1550">
                  <c:v>-0.62</c:v>
                </c:pt>
                <c:pt idx="1551">
                  <c:v>-0.95599999999999996</c:v>
                </c:pt>
                <c:pt idx="1552">
                  <c:v>-0.95599999999999996</c:v>
                </c:pt>
                <c:pt idx="1553">
                  <c:v>-0.95599999999999996</c:v>
                </c:pt>
                <c:pt idx="1554">
                  <c:v>-1.292</c:v>
                </c:pt>
                <c:pt idx="1555">
                  <c:v>-1.292</c:v>
                </c:pt>
                <c:pt idx="1556">
                  <c:v>-1.712</c:v>
                </c:pt>
                <c:pt idx="1557">
                  <c:v>-1.712</c:v>
                </c:pt>
                <c:pt idx="1558">
                  <c:v>-1.712</c:v>
                </c:pt>
                <c:pt idx="1559">
                  <c:v>-2.2160000000000002</c:v>
                </c:pt>
                <c:pt idx="1560">
                  <c:v>-2.2160000000000002</c:v>
                </c:pt>
                <c:pt idx="1561">
                  <c:v>-1.964</c:v>
                </c:pt>
                <c:pt idx="1562">
                  <c:v>-1.964</c:v>
                </c:pt>
                <c:pt idx="1563">
                  <c:v>-1.88</c:v>
                </c:pt>
                <c:pt idx="1564">
                  <c:v>-1.88</c:v>
                </c:pt>
                <c:pt idx="1565">
                  <c:v>-1.88</c:v>
                </c:pt>
                <c:pt idx="1566">
                  <c:v>-1.208</c:v>
                </c:pt>
                <c:pt idx="1567">
                  <c:v>-1.208</c:v>
                </c:pt>
                <c:pt idx="1568">
                  <c:v>-0.78800000000000003</c:v>
                </c:pt>
                <c:pt idx="1569">
                  <c:v>-0.78800000000000003</c:v>
                </c:pt>
                <c:pt idx="1570">
                  <c:v>-0.78800000000000003</c:v>
                </c:pt>
                <c:pt idx="1571">
                  <c:v>-0.62</c:v>
                </c:pt>
                <c:pt idx="1572">
                  <c:v>-0.62</c:v>
                </c:pt>
                <c:pt idx="1573">
                  <c:v>-0.70399999999999996</c:v>
                </c:pt>
                <c:pt idx="1574">
                  <c:v>-0.70399999999999996</c:v>
                </c:pt>
                <c:pt idx="1575">
                  <c:v>-0.70399999999999996</c:v>
                </c:pt>
                <c:pt idx="1576">
                  <c:v>-1.3759999999999999</c:v>
                </c:pt>
                <c:pt idx="1577">
                  <c:v>-1.3759999999999999</c:v>
                </c:pt>
                <c:pt idx="1578">
                  <c:v>-1.3759999999999999</c:v>
                </c:pt>
                <c:pt idx="1579">
                  <c:v>-1.3759999999999999</c:v>
                </c:pt>
                <c:pt idx="1580">
                  <c:v>-1.3759999999999999</c:v>
                </c:pt>
                <c:pt idx="1581">
                  <c:v>-1.544</c:v>
                </c:pt>
                <c:pt idx="1582">
                  <c:v>-1.544</c:v>
                </c:pt>
                <c:pt idx="1583">
                  <c:v>-1.208</c:v>
                </c:pt>
                <c:pt idx="1584">
                  <c:v>-1.208</c:v>
                </c:pt>
                <c:pt idx="1585">
                  <c:v>-1.208</c:v>
                </c:pt>
                <c:pt idx="1586">
                  <c:v>-1.208</c:v>
                </c:pt>
                <c:pt idx="1587">
                  <c:v>-1.208</c:v>
                </c:pt>
                <c:pt idx="1588">
                  <c:v>-0.70399999999999996</c:v>
                </c:pt>
                <c:pt idx="1589">
                  <c:v>-0.70399999999999996</c:v>
                </c:pt>
                <c:pt idx="1590">
                  <c:v>-0.53600000000000003</c:v>
                </c:pt>
                <c:pt idx="1591">
                  <c:v>-0.53600000000000003</c:v>
                </c:pt>
                <c:pt idx="1592">
                  <c:v>-0.28399999999999997</c:v>
                </c:pt>
                <c:pt idx="1593">
                  <c:v>-0.28399999999999997</c:v>
                </c:pt>
                <c:pt idx="1594">
                  <c:v>-0.28399999999999997</c:v>
                </c:pt>
                <c:pt idx="1595">
                  <c:v>-0.28399999999999997</c:v>
                </c:pt>
                <c:pt idx="1596">
                  <c:v>-0.28399999999999997</c:v>
                </c:pt>
                <c:pt idx="1597">
                  <c:v>-0.28399999999999997</c:v>
                </c:pt>
                <c:pt idx="1598">
                  <c:v>-0.28399999999999997</c:v>
                </c:pt>
                <c:pt idx="1599">
                  <c:v>-0.45200000000000001</c:v>
                </c:pt>
                <c:pt idx="1600">
                  <c:v>-0.45200000000000001</c:v>
                </c:pt>
                <c:pt idx="1601">
                  <c:v>-0.45200000000000001</c:v>
                </c:pt>
                <c:pt idx="1602">
                  <c:v>-0.2</c:v>
                </c:pt>
                <c:pt idx="1603">
                  <c:v>-0.2</c:v>
                </c:pt>
                <c:pt idx="1604">
                  <c:v>-0.45200000000000001</c:v>
                </c:pt>
                <c:pt idx="1605">
                  <c:v>-0.45200000000000001</c:v>
                </c:pt>
                <c:pt idx="1606">
                  <c:v>-0.28399999999999997</c:v>
                </c:pt>
                <c:pt idx="1607">
                  <c:v>-0.28399999999999997</c:v>
                </c:pt>
                <c:pt idx="1608">
                  <c:v>-0.45200000000000001</c:v>
                </c:pt>
                <c:pt idx="1609">
                  <c:v>-0.45200000000000001</c:v>
                </c:pt>
                <c:pt idx="1610">
                  <c:v>-0.45200000000000001</c:v>
                </c:pt>
                <c:pt idx="1611">
                  <c:v>-0.53600000000000003</c:v>
                </c:pt>
                <c:pt idx="1612">
                  <c:v>-0.53600000000000003</c:v>
                </c:pt>
                <c:pt idx="1613">
                  <c:v>-0.11600000000000001</c:v>
                </c:pt>
                <c:pt idx="1614">
                  <c:v>-0.11600000000000001</c:v>
                </c:pt>
                <c:pt idx="1615">
                  <c:v>-0.2</c:v>
                </c:pt>
                <c:pt idx="1616">
                  <c:v>-0.2</c:v>
                </c:pt>
                <c:pt idx="1617">
                  <c:v>-0.53600000000000003</c:v>
                </c:pt>
                <c:pt idx="1618">
                  <c:v>-0.53600000000000003</c:v>
                </c:pt>
                <c:pt idx="1619">
                  <c:v>-0.62</c:v>
                </c:pt>
                <c:pt idx="1620">
                  <c:v>-0.62</c:v>
                </c:pt>
                <c:pt idx="1621">
                  <c:v>-0.70399999999999996</c:v>
                </c:pt>
                <c:pt idx="1622">
                  <c:v>-0.70399999999999996</c:v>
                </c:pt>
                <c:pt idx="1623">
                  <c:v>-0.2</c:v>
                </c:pt>
                <c:pt idx="1624">
                  <c:v>-0.2</c:v>
                </c:pt>
                <c:pt idx="1625">
                  <c:v>-0.2</c:v>
                </c:pt>
                <c:pt idx="1626">
                  <c:v>-0.2</c:v>
                </c:pt>
                <c:pt idx="1627">
                  <c:v>-0.2</c:v>
                </c:pt>
                <c:pt idx="1628">
                  <c:v>-0.53600000000000003</c:v>
                </c:pt>
                <c:pt idx="1629">
                  <c:v>-0.53600000000000003</c:v>
                </c:pt>
                <c:pt idx="1630">
                  <c:v>-0.53600000000000003</c:v>
                </c:pt>
                <c:pt idx="1631">
                  <c:v>-0.28399999999999997</c:v>
                </c:pt>
                <c:pt idx="1632">
                  <c:v>-0.28399999999999997</c:v>
                </c:pt>
                <c:pt idx="1633">
                  <c:v>-0.53600000000000003</c:v>
                </c:pt>
                <c:pt idx="1634">
                  <c:v>-0.53600000000000003</c:v>
                </c:pt>
                <c:pt idx="1635">
                  <c:v>-0.53600000000000003</c:v>
                </c:pt>
                <c:pt idx="1636">
                  <c:v>-0.36799999999999999</c:v>
                </c:pt>
                <c:pt idx="1637">
                  <c:v>-0.36799999999999999</c:v>
                </c:pt>
                <c:pt idx="1638">
                  <c:v>-0.53600000000000003</c:v>
                </c:pt>
                <c:pt idx="1639">
                  <c:v>-0.45200000000000001</c:v>
                </c:pt>
                <c:pt idx="1640">
                  <c:v>-0.45200000000000001</c:v>
                </c:pt>
                <c:pt idx="1641">
                  <c:v>-0.45200000000000001</c:v>
                </c:pt>
                <c:pt idx="1642">
                  <c:v>-0.45200000000000001</c:v>
                </c:pt>
                <c:pt idx="1643">
                  <c:v>-0.45200000000000001</c:v>
                </c:pt>
                <c:pt idx="1644">
                  <c:v>-0.872</c:v>
                </c:pt>
                <c:pt idx="1645">
                  <c:v>-0.872</c:v>
                </c:pt>
                <c:pt idx="1646">
                  <c:v>-1.04</c:v>
                </c:pt>
                <c:pt idx="1647">
                  <c:v>-1.04</c:v>
                </c:pt>
                <c:pt idx="1648">
                  <c:v>-1.46</c:v>
                </c:pt>
                <c:pt idx="1649">
                  <c:v>-1.46</c:v>
                </c:pt>
                <c:pt idx="1650">
                  <c:v>-1.46</c:v>
                </c:pt>
                <c:pt idx="1651">
                  <c:v>-1.292</c:v>
                </c:pt>
                <c:pt idx="1652">
                  <c:v>-1.292</c:v>
                </c:pt>
                <c:pt idx="1653">
                  <c:v>-1.6279999999999999</c:v>
                </c:pt>
                <c:pt idx="1654">
                  <c:v>-1.6279999999999999</c:v>
                </c:pt>
                <c:pt idx="1655">
                  <c:v>-1.712</c:v>
                </c:pt>
                <c:pt idx="1656">
                  <c:v>-1.712</c:v>
                </c:pt>
                <c:pt idx="1657">
                  <c:v>-1.712</c:v>
                </c:pt>
                <c:pt idx="1658">
                  <c:v>-1.544</c:v>
                </c:pt>
                <c:pt idx="1659">
                  <c:v>-1.544</c:v>
                </c:pt>
                <c:pt idx="1660">
                  <c:v>-1.46</c:v>
                </c:pt>
                <c:pt idx="1661">
                  <c:v>-1.46</c:v>
                </c:pt>
                <c:pt idx="1662">
                  <c:v>-1.6279999999999999</c:v>
                </c:pt>
                <c:pt idx="1663">
                  <c:v>-1.6279999999999999</c:v>
                </c:pt>
                <c:pt idx="1664">
                  <c:v>-1.292</c:v>
                </c:pt>
                <c:pt idx="1665">
                  <c:v>-1.292</c:v>
                </c:pt>
                <c:pt idx="1666">
                  <c:v>-1.46</c:v>
                </c:pt>
                <c:pt idx="1667">
                  <c:v>-1.46</c:v>
                </c:pt>
                <c:pt idx="1668">
                  <c:v>-1.46</c:v>
                </c:pt>
                <c:pt idx="1669">
                  <c:v>-1.46</c:v>
                </c:pt>
                <c:pt idx="1670">
                  <c:v>-1.208</c:v>
                </c:pt>
                <c:pt idx="1671">
                  <c:v>-1.208</c:v>
                </c:pt>
                <c:pt idx="1672">
                  <c:v>-1.3759999999999999</c:v>
                </c:pt>
                <c:pt idx="1673">
                  <c:v>-1.3759999999999999</c:v>
                </c:pt>
                <c:pt idx="1674">
                  <c:v>-1.3759999999999999</c:v>
                </c:pt>
                <c:pt idx="1675">
                  <c:v>-1.3759999999999999</c:v>
                </c:pt>
                <c:pt idx="1676">
                  <c:v>-1.3759999999999999</c:v>
                </c:pt>
                <c:pt idx="1677">
                  <c:v>-1.208</c:v>
                </c:pt>
                <c:pt idx="1678">
                  <c:v>-1.208</c:v>
                </c:pt>
                <c:pt idx="1679">
                  <c:v>-0.95599999999999996</c:v>
                </c:pt>
                <c:pt idx="1680">
                  <c:v>-0.95599999999999996</c:v>
                </c:pt>
                <c:pt idx="1681">
                  <c:v>-0.95599999999999996</c:v>
                </c:pt>
                <c:pt idx="1682">
                  <c:v>-0.872</c:v>
                </c:pt>
                <c:pt idx="1683">
                  <c:v>-0.872</c:v>
                </c:pt>
                <c:pt idx="1684">
                  <c:v>-0.45200000000000001</c:v>
                </c:pt>
                <c:pt idx="1685">
                  <c:v>-0.45200000000000001</c:v>
                </c:pt>
                <c:pt idx="1686">
                  <c:v>-0.28399999999999997</c:v>
                </c:pt>
                <c:pt idx="1687">
                  <c:v>-0.28399999999999997</c:v>
                </c:pt>
                <c:pt idx="1688">
                  <c:v>-0.70399999999999996</c:v>
                </c:pt>
                <c:pt idx="1689">
                  <c:v>-0.70399999999999996</c:v>
                </c:pt>
                <c:pt idx="1690">
                  <c:v>-0.70399999999999996</c:v>
                </c:pt>
                <c:pt idx="1691">
                  <c:v>-0.53600000000000003</c:v>
                </c:pt>
                <c:pt idx="1692">
                  <c:v>-0.53600000000000003</c:v>
                </c:pt>
                <c:pt idx="1693">
                  <c:v>-0.28399999999999997</c:v>
                </c:pt>
                <c:pt idx="1694">
                  <c:v>-0.28399999999999997</c:v>
                </c:pt>
                <c:pt idx="1695">
                  <c:v>-0.45200000000000001</c:v>
                </c:pt>
                <c:pt idx="1696">
                  <c:v>-0.45200000000000001</c:v>
                </c:pt>
                <c:pt idx="1697">
                  <c:v>-0.45200000000000001</c:v>
                </c:pt>
                <c:pt idx="1698">
                  <c:v>-0.36799999999999999</c:v>
                </c:pt>
                <c:pt idx="1699">
                  <c:v>-0.36799999999999999</c:v>
                </c:pt>
                <c:pt idx="1700">
                  <c:v>-0.53600000000000003</c:v>
                </c:pt>
                <c:pt idx="1701">
                  <c:v>-0.53600000000000003</c:v>
                </c:pt>
                <c:pt idx="1702">
                  <c:v>-0.95599999999999996</c:v>
                </c:pt>
                <c:pt idx="1703">
                  <c:v>-0.95599999999999996</c:v>
                </c:pt>
                <c:pt idx="1704">
                  <c:v>-1.544</c:v>
                </c:pt>
                <c:pt idx="1705">
                  <c:v>-1.544</c:v>
                </c:pt>
                <c:pt idx="1706">
                  <c:v>-1.544</c:v>
                </c:pt>
                <c:pt idx="1707">
                  <c:v>-1.544</c:v>
                </c:pt>
                <c:pt idx="1708">
                  <c:v>-1.544</c:v>
                </c:pt>
                <c:pt idx="1709">
                  <c:v>-1.292</c:v>
                </c:pt>
                <c:pt idx="1710">
                  <c:v>-1.292</c:v>
                </c:pt>
                <c:pt idx="1711">
                  <c:v>-1.46</c:v>
                </c:pt>
                <c:pt idx="1712">
                  <c:v>-1.46</c:v>
                </c:pt>
                <c:pt idx="1713">
                  <c:v>-1.46</c:v>
                </c:pt>
                <c:pt idx="1714">
                  <c:v>-1.544</c:v>
                </c:pt>
                <c:pt idx="1715">
                  <c:v>-1.544</c:v>
                </c:pt>
                <c:pt idx="1716">
                  <c:v>-1.6279999999999999</c:v>
                </c:pt>
                <c:pt idx="1717">
                  <c:v>-1.6279999999999999</c:v>
                </c:pt>
                <c:pt idx="1718">
                  <c:v>-1.6279999999999999</c:v>
                </c:pt>
                <c:pt idx="1719">
                  <c:v>-1.796</c:v>
                </c:pt>
                <c:pt idx="1720">
                  <c:v>-1.796</c:v>
                </c:pt>
                <c:pt idx="1721">
                  <c:v>-1.6279999999999999</c:v>
                </c:pt>
                <c:pt idx="1722">
                  <c:v>-1.6279999999999999</c:v>
                </c:pt>
                <c:pt idx="1723">
                  <c:v>-1.796</c:v>
                </c:pt>
                <c:pt idx="1724">
                  <c:v>-1.796</c:v>
                </c:pt>
                <c:pt idx="1725">
                  <c:v>-1.796</c:v>
                </c:pt>
                <c:pt idx="1726">
                  <c:v>-1.796</c:v>
                </c:pt>
                <c:pt idx="1727">
                  <c:v>-1.796</c:v>
                </c:pt>
                <c:pt idx="1728">
                  <c:v>-1.964</c:v>
                </c:pt>
                <c:pt idx="1729">
                  <c:v>-1.964</c:v>
                </c:pt>
                <c:pt idx="1730">
                  <c:v>-1.964</c:v>
                </c:pt>
                <c:pt idx="1731">
                  <c:v>-1.6279999999999999</c:v>
                </c:pt>
                <c:pt idx="1732">
                  <c:v>-1.6279999999999999</c:v>
                </c:pt>
                <c:pt idx="1733">
                  <c:v>-1.88</c:v>
                </c:pt>
                <c:pt idx="1734">
                  <c:v>-1.88</c:v>
                </c:pt>
                <c:pt idx="1735">
                  <c:v>-1.712</c:v>
                </c:pt>
                <c:pt idx="1736">
                  <c:v>-1.712</c:v>
                </c:pt>
                <c:pt idx="1737">
                  <c:v>-1.544</c:v>
                </c:pt>
                <c:pt idx="1738">
                  <c:v>-1.544</c:v>
                </c:pt>
                <c:pt idx="1739">
                  <c:v>-1.46</c:v>
                </c:pt>
                <c:pt idx="1740">
                  <c:v>-1.46</c:v>
                </c:pt>
                <c:pt idx="1741">
                  <c:v>-1.46</c:v>
                </c:pt>
                <c:pt idx="1742">
                  <c:v>-1.796</c:v>
                </c:pt>
                <c:pt idx="1743">
                  <c:v>-1.796</c:v>
                </c:pt>
                <c:pt idx="1744">
                  <c:v>-1.6279999999999999</c:v>
                </c:pt>
                <c:pt idx="1745">
                  <c:v>-1.6279999999999999</c:v>
                </c:pt>
                <c:pt idx="1746">
                  <c:v>-1.964</c:v>
                </c:pt>
                <c:pt idx="1747">
                  <c:v>-1.964</c:v>
                </c:pt>
                <c:pt idx="1748">
                  <c:v>-1.964</c:v>
                </c:pt>
                <c:pt idx="1749">
                  <c:v>-1.796</c:v>
                </c:pt>
                <c:pt idx="1750">
                  <c:v>-1.796</c:v>
                </c:pt>
                <c:pt idx="1751">
                  <c:v>-1.964</c:v>
                </c:pt>
                <c:pt idx="1752">
                  <c:v>-1.964</c:v>
                </c:pt>
                <c:pt idx="1753">
                  <c:v>-1.964</c:v>
                </c:pt>
                <c:pt idx="1754">
                  <c:v>-1.964</c:v>
                </c:pt>
                <c:pt idx="1755">
                  <c:v>-1.712</c:v>
                </c:pt>
                <c:pt idx="1756">
                  <c:v>-1.712</c:v>
                </c:pt>
                <c:pt idx="1757">
                  <c:v>-1.88</c:v>
                </c:pt>
                <c:pt idx="1758">
                  <c:v>-1.88</c:v>
                </c:pt>
                <c:pt idx="1759">
                  <c:v>-1.208</c:v>
                </c:pt>
                <c:pt idx="1760">
                  <c:v>-1.208</c:v>
                </c:pt>
                <c:pt idx="1761">
                  <c:v>-1.208</c:v>
                </c:pt>
                <c:pt idx="1762">
                  <c:v>-1.208</c:v>
                </c:pt>
                <c:pt idx="1763">
                  <c:v>-1.208</c:v>
                </c:pt>
                <c:pt idx="1764">
                  <c:v>-0.95599999999999996</c:v>
                </c:pt>
                <c:pt idx="1765">
                  <c:v>-0.95599999999999996</c:v>
                </c:pt>
                <c:pt idx="1766">
                  <c:v>-0.45200000000000001</c:v>
                </c:pt>
                <c:pt idx="1767">
                  <c:v>-0.45200000000000001</c:v>
                </c:pt>
                <c:pt idx="1768">
                  <c:v>-0.45200000000000001</c:v>
                </c:pt>
                <c:pt idx="1769">
                  <c:v>-3.2000000000000001E-2</c:v>
                </c:pt>
                <c:pt idx="1770">
                  <c:v>-3.2000000000000001E-2</c:v>
                </c:pt>
                <c:pt idx="1771">
                  <c:v>-0.45200000000000001</c:v>
                </c:pt>
                <c:pt idx="1772">
                  <c:v>-0.45200000000000001</c:v>
                </c:pt>
                <c:pt idx="1773">
                  <c:v>-0.2</c:v>
                </c:pt>
                <c:pt idx="1774">
                  <c:v>-0.2</c:v>
                </c:pt>
                <c:pt idx="1775">
                  <c:v>-0.2</c:v>
                </c:pt>
                <c:pt idx="1776">
                  <c:v>-0.36799999999999999</c:v>
                </c:pt>
                <c:pt idx="1777">
                  <c:v>-0.36799999999999999</c:v>
                </c:pt>
                <c:pt idx="1778">
                  <c:v>-0.36799999999999999</c:v>
                </c:pt>
                <c:pt idx="1779">
                  <c:v>-0.36799999999999999</c:v>
                </c:pt>
                <c:pt idx="1780">
                  <c:v>-0.2</c:v>
                </c:pt>
                <c:pt idx="1781">
                  <c:v>-0.2</c:v>
                </c:pt>
                <c:pt idx="1782">
                  <c:v>-0.36799999999999999</c:v>
                </c:pt>
                <c:pt idx="1783">
                  <c:v>-0.36799999999999999</c:v>
                </c:pt>
                <c:pt idx="1784">
                  <c:v>-0.36799999999999999</c:v>
                </c:pt>
                <c:pt idx="1785">
                  <c:v>-0.45200000000000001</c:v>
                </c:pt>
                <c:pt idx="1786">
                  <c:v>-0.45200000000000001</c:v>
                </c:pt>
                <c:pt idx="1787">
                  <c:v>-0.28399999999999997</c:v>
                </c:pt>
                <c:pt idx="1788">
                  <c:v>-0.28399999999999997</c:v>
                </c:pt>
                <c:pt idx="1789">
                  <c:v>-0.53600000000000003</c:v>
                </c:pt>
                <c:pt idx="1790">
                  <c:v>-0.53600000000000003</c:v>
                </c:pt>
                <c:pt idx="1791">
                  <c:v>-0.53600000000000003</c:v>
                </c:pt>
                <c:pt idx="1792">
                  <c:v>-0.28399999999999997</c:v>
                </c:pt>
                <c:pt idx="1793">
                  <c:v>-0.28399999999999997</c:v>
                </c:pt>
                <c:pt idx="1794">
                  <c:v>-0.62</c:v>
                </c:pt>
                <c:pt idx="1795">
                  <c:v>-0.62</c:v>
                </c:pt>
                <c:pt idx="1796">
                  <c:v>-0.62</c:v>
                </c:pt>
                <c:pt idx="1797">
                  <c:v>-0.70399999999999996</c:v>
                </c:pt>
                <c:pt idx="1798">
                  <c:v>-0.70399999999999996</c:v>
                </c:pt>
                <c:pt idx="1799">
                  <c:v>-1.04</c:v>
                </c:pt>
                <c:pt idx="1800">
                  <c:v>-1.04</c:v>
                </c:pt>
                <c:pt idx="1801">
                  <c:v>-1.1240000000000001</c:v>
                </c:pt>
                <c:pt idx="1802">
                  <c:v>-1.1240000000000001</c:v>
                </c:pt>
                <c:pt idx="1803">
                  <c:v>-1.208</c:v>
                </c:pt>
                <c:pt idx="1804">
                  <c:v>-1.208</c:v>
                </c:pt>
                <c:pt idx="1805">
                  <c:v>-1.208</c:v>
                </c:pt>
                <c:pt idx="1806">
                  <c:v>-1.208</c:v>
                </c:pt>
                <c:pt idx="1807">
                  <c:v>-1.208</c:v>
                </c:pt>
                <c:pt idx="1808">
                  <c:v>-1.544</c:v>
                </c:pt>
                <c:pt idx="1809">
                  <c:v>-1.544</c:v>
                </c:pt>
                <c:pt idx="1810">
                  <c:v>-1.544</c:v>
                </c:pt>
                <c:pt idx="1811">
                  <c:v>-1.46</c:v>
                </c:pt>
                <c:pt idx="1812">
                  <c:v>-1.46</c:v>
                </c:pt>
                <c:pt idx="1813">
                  <c:v>-1.544</c:v>
                </c:pt>
                <c:pt idx="1814">
                  <c:v>-1.544</c:v>
                </c:pt>
                <c:pt idx="1815">
                  <c:v>-1.292</c:v>
                </c:pt>
                <c:pt idx="1816">
                  <c:v>-1.292</c:v>
                </c:pt>
                <c:pt idx="1817">
                  <c:v>-1.292</c:v>
                </c:pt>
                <c:pt idx="1818">
                  <c:v>-1.46</c:v>
                </c:pt>
                <c:pt idx="1819">
                  <c:v>-1.46</c:v>
                </c:pt>
                <c:pt idx="1820">
                  <c:v>-1.46</c:v>
                </c:pt>
                <c:pt idx="1821">
                  <c:v>-1.46</c:v>
                </c:pt>
                <c:pt idx="1822">
                  <c:v>-1.6279999999999999</c:v>
                </c:pt>
                <c:pt idx="1823">
                  <c:v>-1.6279999999999999</c:v>
                </c:pt>
                <c:pt idx="1824">
                  <c:v>-1.46</c:v>
                </c:pt>
                <c:pt idx="1825">
                  <c:v>-1.46</c:v>
                </c:pt>
                <c:pt idx="1826">
                  <c:v>-1.712</c:v>
                </c:pt>
                <c:pt idx="1827">
                  <c:v>-1.712</c:v>
                </c:pt>
                <c:pt idx="1828">
                  <c:v>-1.964</c:v>
                </c:pt>
                <c:pt idx="1829">
                  <c:v>-1.964</c:v>
                </c:pt>
                <c:pt idx="1830">
                  <c:v>-1.964</c:v>
                </c:pt>
                <c:pt idx="1831">
                  <c:v>-1.3759999999999999</c:v>
                </c:pt>
                <c:pt idx="1832">
                  <c:v>-1.3759999999999999</c:v>
                </c:pt>
                <c:pt idx="1833">
                  <c:v>-1.04</c:v>
                </c:pt>
                <c:pt idx="1834">
                  <c:v>-1.04</c:v>
                </c:pt>
                <c:pt idx="1835">
                  <c:v>-1.04</c:v>
                </c:pt>
                <c:pt idx="1836">
                  <c:v>-1.04</c:v>
                </c:pt>
                <c:pt idx="1837">
                  <c:v>-1.04</c:v>
                </c:pt>
                <c:pt idx="1838">
                  <c:v>-1.46</c:v>
                </c:pt>
                <c:pt idx="1839">
                  <c:v>-1.46</c:v>
                </c:pt>
                <c:pt idx="1840">
                  <c:v>-1.88</c:v>
                </c:pt>
                <c:pt idx="1841">
                  <c:v>-1.88</c:v>
                </c:pt>
                <c:pt idx="1842">
                  <c:v>-1.796</c:v>
                </c:pt>
                <c:pt idx="1843">
                  <c:v>-1.796</c:v>
                </c:pt>
                <c:pt idx="1844">
                  <c:v>-1.292</c:v>
                </c:pt>
                <c:pt idx="1845">
                  <c:v>-1.292</c:v>
                </c:pt>
                <c:pt idx="1846">
                  <c:v>-1.292</c:v>
                </c:pt>
                <c:pt idx="1847">
                  <c:v>-1.208</c:v>
                </c:pt>
                <c:pt idx="1848">
                  <c:v>-1.208</c:v>
                </c:pt>
                <c:pt idx="1849">
                  <c:v>-1.46</c:v>
                </c:pt>
                <c:pt idx="1850">
                  <c:v>-1.46</c:v>
                </c:pt>
                <c:pt idx="1851">
                  <c:v>-1.46</c:v>
                </c:pt>
                <c:pt idx="1852">
                  <c:v>-1.544</c:v>
                </c:pt>
                <c:pt idx="1853">
                  <c:v>-1.544</c:v>
                </c:pt>
                <c:pt idx="1854">
                  <c:v>-1.208</c:v>
                </c:pt>
                <c:pt idx="1855">
                  <c:v>-1.208</c:v>
                </c:pt>
                <c:pt idx="1856">
                  <c:v>-1.544</c:v>
                </c:pt>
                <c:pt idx="1857">
                  <c:v>-1.544</c:v>
                </c:pt>
                <c:pt idx="1858">
                  <c:v>-1.292</c:v>
                </c:pt>
                <c:pt idx="1859">
                  <c:v>-1.292</c:v>
                </c:pt>
                <c:pt idx="1860">
                  <c:v>-1.04</c:v>
                </c:pt>
                <c:pt idx="1861">
                  <c:v>-1.04</c:v>
                </c:pt>
                <c:pt idx="1862">
                  <c:v>-1.04</c:v>
                </c:pt>
                <c:pt idx="1863">
                  <c:v>-0.70399999999999996</c:v>
                </c:pt>
                <c:pt idx="1864">
                  <c:v>-0.70399999999999996</c:v>
                </c:pt>
                <c:pt idx="1865">
                  <c:v>-0.45200000000000001</c:v>
                </c:pt>
                <c:pt idx="1866">
                  <c:v>-0.45200000000000001</c:v>
                </c:pt>
                <c:pt idx="1867">
                  <c:v>-0.45200000000000001</c:v>
                </c:pt>
                <c:pt idx="1868">
                  <c:v>-0.53600000000000003</c:v>
                </c:pt>
                <c:pt idx="1869">
                  <c:v>-0.53600000000000003</c:v>
                </c:pt>
                <c:pt idx="1870">
                  <c:v>-0.70399999999999996</c:v>
                </c:pt>
                <c:pt idx="1871">
                  <c:v>-0.70399999999999996</c:v>
                </c:pt>
                <c:pt idx="1872">
                  <c:v>-0.45200000000000001</c:v>
                </c:pt>
                <c:pt idx="1873">
                  <c:v>-0.45200000000000001</c:v>
                </c:pt>
                <c:pt idx="1874">
                  <c:v>-0.45200000000000001</c:v>
                </c:pt>
                <c:pt idx="1875">
                  <c:v>-0.70399999999999996</c:v>
                </c:pt>
                <c:pt idx="1876">
                  <c:v>-0.70399999999999996</c:v>
                </c:pt>
                <c:pt idx="1877">
                  <c:v>-0.62</c:v>
                </c:pt>
                <c:pt idx="1878">
                  <c:v>-0.62</c:v>
                </c:pt>
                <c:pt idx="1879">
                  <c:v>-0.45200000000000001</c:v>
                </c:pt>
                <c:pt idx="1880">
                  <c:v>-0.45200000000000001</c:v>
                </c:pt>
                <c:pt idx="1881">
                  <c:v>-0.62</c:v>
                </c:pt>
                <c:pt idx="1882">
                  <c:v>-0.62</c:v>
                </c:pt>
                <c:pt idx="1883">
                  <c:v>-0.70399999999999996</c:v>
                </c:pt>
                <c:pt idx="1884">
                  <c:v>-0.70399999999999996</c:v>
                </c:pt>
                <c:pt idx="1885">
                  <c:v>-0.70399999999999996</c:v>
                </c:pt>
                <c:pt idx="1886">
                  <c:v>-0.62</c:v>
                </c:pt>
                <c:pt idx="1887">
                  <c:v>-0.62</c:v>
                </c:pt>
                <c:pt idx="1888">
                  <c:v>-0.45200000000000001</c:v>
                </c:pt>
                <c:pt idx="1889">
                  <c:v>-0.45200000000000001</c:v>
                </c:pt>
                <c:pt idx="1890">
                  <c:v>-0.70399999999999996</c:v>
                </c:pt>
                <c:pt idx="1891">
                  <c:v>-0.70399999999999996</c:v>
                </c:pt>
                <c:pt idx="1892">
                  <c:v>-0.45200000000000001</c:v>
                </c:pt>
                <c:pt idx="1893">
                  <c:v>-0.45200000000000001</c:v>
                </c:pt>
                <c:pt idx="1894">
                  <c:v>-0.36799999999999999</c:v>
                </c:pt>
                <c:pt idx="1895">
                  <c:v>-0.36799999999999999</c:v>
                </c:pt>
                <c:pt idx="1896">
                  <c:v>-0.53600000000000003</c:v>
                </c:pt>
                <c:pt idx="1897">
                  <c:v>-0.53600000000000003</c:v>
                </c:pt>
                <c:pt idx="1898">
                  <c:v>-0.36799999999999999</c:v>
                </c:pt>
                <c:pt idx="1899">
                  <c:v>-0.36799999999999999</c:v>
                </c:pt>
                <c:pt idx="1900">
                  <c:v>-0.36799999999999999</c:v>
                </c:pt>
                <c:pt idx="1901">
                  <c:v>-0.36799999999999999</c:v>
                </c:pt>
                <c:pt idx="1902">
                  <c:v>-0.45200000000000001</c:v>
                </c:pt>
                <c:pt idx="1903">
                  <c:v>-0.45200000000000001</c:v>
                </c:pt>
                <c:pt idx="1904">
                  <c:v>-0.36799999999999999</c:v>
                </c:pt>
                <c:pt idx="1905">
                  <c:v>-0.36799999999999999</c:v>
                </c:pt>
                <c:pt idx="1906">
                  <c:v>-0.78800000000000003</c:v>
                </c:pt>
                <c:pt idx="1907">
                  <c:v>-0.78800000000000003</c:v>
                </c:pt>
                <c:pt idx="1908">
                  <c:v>-0.78800000000000003</c:v>
                </c:pt>
                <c:pt idx="1909">
                  <c:v>-0.78800000000000003</c:v>
                </c:pt>
                <c:pt idx="1910">
                  <c:v>-0.78800000000000003</c:v>
                </c:pt>
                <c:pt idx="1911">
                  <c:v>-0.45200000000000001</c:v>
                </c:pt>
                <c:pt idx="1912">
                  <c:v>-0.45200000000000001</c:v>
                </c:pt>
                <c:pt idx="1913">
                  <c:v>-0.872</c:v>
                </c:pt>
                <c:pt idx="1914">
                  <c:v>-0.872</c:v>
                </c:pt>
                <c:pt idx="1915">
                  <c:v>-0.872</c:v>
                </c:pt>
                <c:pt idx="1916">
                  <c:v>-0.70399999999999996</c:v>
                </c:pt>
                <c:pt idx="1917">
                  <c:v>-0.70399999999999996</c:v>
                </c:pt>
                <c:pt idx="1918">
                  <c:v>-0.62</c:v>
                </c:pt>
                <c:pt idx="1919">
                  <c:v>-0.62</c:v>
                </c:pt>
                <c:pt idx="1920">
                  <c:v>-0.62</c:v>
                </c:pt>
                <c:pt idx="1921">
                  <c:v>-0.872</c:v>
                </c:pt>
                <c:pt idx="1922">
                  <c:v>-0.872</c:v>
                </c:pt>
                <c:pt idx="1923">
                  <c:v>-1.208</c:v>
                </c:pt>
                <c:pt idx="1924">
                  <c:v>-1.208</c:v>
                </c:pt>
                <c:pt idx="1925">
                  <c:v>-0.95599999999999996</c:v>
                </c:pt>
                <c:pt idx="1926">
                  <c:v>-0.95599999999999996</c:v>
                </c:pt>
                <c:pt idx="1927">
                  <c:v>-0.95599999999999996</c:v>
                </c:pt>
                <c:pt idx="1928">
                  <c:v>-1.292</c:v>
                </c:pt>
                <c:pt idx="1929">
                  <c:v>-1.292</c:v>
                </c:pt>
                <c:pt idx="1930">
                  <c:v>-1.04</c:v>
                </c:pt>
                <c:pt idx="1931">
                  <c:v>-1.04</c:v>
                </c:pt>
                <c:pt idx="1932">
                  <c:v>-1.208</c:v>
                </c:pt>
                <c:pt idx="1933">
                  <c:v>-1.208</c:v>
                </c:pt>
                <c:pt idx="1934">
                  <c:v>-1.04</c:v>
                </c:pt>
                <c:pt idx="1935">
                  <c:v>-1.04</c:v>
                </c:pt>
                <c:pt idx="1936">
                  <c:v>-1.04</c:v>
                </c:pt>
                <c:pt idx="1937">
                  <c:v>-1.04</c:v>
                </c:pt>
                <c:pt idx="1938">
                  <c:v>-1.04</c:v>
                </c:pt>
                <c:pt idx="1939">
                  <c:v>-1.46</c:v>
                </c:pt>
                <c:pt idx="1940">
                  <c:v>-1.46</c:v>
                </c:pt>
                <c:pt idx="1941">
                  <c:v>-1.3759999999999999</c:v>
                </c:pt>
                <c:pt idx="1942">
                  <c:v>-1.3759999999999999</c:v>
                </c:pt>
                <c:pt idx="1943">
                  <c:v>-1.46</c:v>
                </c:pt>
                <c:pt idx="1944">
                  <c:v>-1.46</c:v>
                </c:pt>
                <c:pt idx="1945">
                  <c:v>-1.3759999999999999</c:v>
                </c:pt>
                <c:pt idx="1946">
                  <c:v>-1.3759999999999999</c:v>
                </c:pt>
                <c:pt idx="1947">
                  <c:v>-1.3759999999999999</c:v>
                </c:pt>
                <c:pt idx="1948">
                  <c:v>-1.3759999999999999</c:v>
                </c:pt>
                <c:pt idx="1949">
                  <c:v>-1.3759999999999999</c:v>
                </c:pt>
                <c:pt idx="1950">
                  <c:v>-1.544</c:v>
                </c:pt>
                <c:pt idx="1951">
                  <c:v>-1.544</c:v>
                </c:pt>
                <c:pt idx="1952">
                  <c:v>-1.544</c:v>
                </c:pt>
                <c:pt idx="1953">
                  <c:v>-1.544</c:v>
                </c:pt>
                <c:pt idx="1954">
                  <c:v>-1.544</c:v>
                </c:pt>
                <c:pt idx="1955">
                  <c:v>-1.1240000000000001</c:v>
                </c:pt>
                <c:pt idx="1956">
                  <c:v>-1.1240000000000001</c:v>
                </c:pt>
                <c:pt idx="1957">
                  <c:v>-1.1240000000000001</c:v>
                </c:pt>
                <c:pt idx="1958">
                  <c:v>-1.1240000000000001</c:v>
                </c:pt>
                <c:pt idx="1959">
                  <c:v>-1.1240000000000001</c:v>
                </c:pt>
                <c:pt idx="1960">
                  <c:v>-1.208</c:v>
                </c:pt>
                <c:pt idx="1961">
                  <c:v>-1.208</c:v>
                </c:pt>
                <c:pt idx="1962">
                  <c:v>-1.1240000000000001</c:v>
                </c:pt>
                <c:pt idx="1963">
                  <c:v>-1.1240000000000001</c:v>
                </c:pt>
                <c:pt idx="1964">
                  <c:v>-1.1240000000000001</c:v>
                </c:pt>
                <c:pt idx="1965">
                  <c:v>-1.46</c:v>
                </c:pt>
                <c:pt idx="1966">
                  <c:v>-1.46</c:v>
                </c:pt>
                <c:pt idx="1967">
                  <c:v>-0.70399999999999996</c:v>
                </c:pt>
                <c:pt idx="1968">
                  <c:v>-0.70399999999999996</c:v>
                </c:pt>
                <c:pt idx="1969">
                  <c:v>-0.70399999999999996</c:v>
                </c:pt>
                <c:pt idx="1970">
                  <c:v>-0.2</c:v>
                </c:pt>
                <c:pt idx="1971">
                  <c:v>-0.2</c:v>
                </c:pt>
                <c:pt idx="1972">
                  <c:v>0.22</c:v>
                </c:pt>
                <c:pt idx="1973">
                  <c:v>0.22</c:v>
                </c:pt>
                <c:pt idx="1974">
                  <c:v>0.22</c:v>
                </c:pt>
                <c:pt idx="1975">
                  <c:v>0.30399999999999999</c:v>
                </c:pt>
                <c:pt idx="1976">
                  <c:v>0.30399999999999999</c:v>
                </c:pt>
                <c:pt idx="1977">
                  <c:v>0.97599999999999998</c:v>
                </c:pt>
                <c:pt idx="1978">
                  <c:v>0.97599999999999998</c:v>
                </c:pt>
                <c:pt idx="1979">
                  <c:v>0.97599999999999998</c:v>
                </c:pt>
                <c:pt idx="1980">
                  <c:v>1.06</c:v>
                </c:pt>
                <c:pt idx="1981">
                  <c:v>1.06</c:v>
                </c:pt>
                <c:pt idx="1982">
                  <c:v>1.06</c:v>
                </c:pt>
                <c:pt idx="1983">
                  <c:v>1.06</c:v>
                </c:pt>
                <c:pt idx="1984">
                  <c:v>1.06</c:v>
                </c:pt>
                <c:pt idx="1985">
                  <c:v>1.3120000000000001</c:v>
                </c:pt>
                <c:pt idx="1986">
                  <c:v>1.3120000000000001</c:v>
                </c:pt>
                <c:pt idx="1987">
                  <c:v>1.06</c:v>
                </c:pt>
                <c:pt idx="1988">
                  <c:v>1.06</c:v>
                </c:pt>
                <c:pt idx="1989">
                  <c:v>1.3959999999999999</c:v>
                </c:pt>
                <c:pt idx="1990">
                  <c:v>1.3959999999999999</c:v>
                </c:pt>
                <c:pt idx="1991">
                  <c:v>1.3959999999999999</c:v>
                </c:pt>
                <c:pt idx="1992">
                  <c:v>0.97599999999999998</c:v>
                </c:pt>
                <c:pt idx="1993">
                  <c:v>0.97599999999999998</c:v>
                </c:pt>
                <c:pt idx="1994">
                  <c:v>1.1439999999999999</c:v>
                </c:pt>
                <c:pt idx="1995">
                  <c:v>1.1439999999999999</c:v>
                </c:pt>
                <c:pt idx="1996">
                  <c:v>1.228</c:v>
                </c:pt>
                <c:pt idx="1997">
                  <c:v>1.228</c:v>
                </c:pt>
                <c:pt idx="1998">
                  <c:v>1.228</c:v>
                </c:pt>
                <c:pt idx="1999">
                  <c:v>0.55600000000000005</c:v>
                </c:pt>
                <c:pt idx="2000">
                  <c:v>0.55600000000000005</c:v>
                </c:pt>
                <c:pt idx="2001">
                  <c:v>0.80800000000000005</c:v>
                </c:pt>
                <c:pt idx="2002">
                  <c:v>0.80800000000000005</c:v>
                </c:pt>
                <c:pt idx="2003">
                  <c:v>0.80800000000000005</c:v>
                </c:pt>
                <c:pt idx="2004">
                  <c:v>0.38800000000000001</c:v>
                </c:pt>
                <c:pt idx="2005">
                  <c:v>0.38800000000000001</c:v>
                </c:pt>
                <c:pt idx="2006">
                  <c:v>0.47199999999999998</c:v>
                </c:pt>
                <c:pt idx="2007">
                  <c:v>0.47199999999999998</c:v>
                </c:pt>
                <c:pt idx="2008">
                  <c:v>0.55600000000000005</c:v>
                </c:pt>
                <c:pt idx="2009">
                  <c:v>0.55600000000000005</c:v>
                </c:pt>
                <c:pt idx="2010">
                  <c:v>0.55600000000000005</c:v>
                </c:pt>
                <c:pt idx="2011">
                  <c:v>0.55600000000000005</c:v>
                </c:pt>
                <c:pt idx="2012">
                  <c:v>0.55600000000000005</c:v>
                </c:pt>
                <c:pt idx="2013">
                  <c:v>0.30399999999999999</c:v>
                </c:pt>
                <c:pt idx="2014">
                  <c:v>0.30399999999999999</c:v>
                </c:pt>
                <c:pt idx="2015">
                  <c:v>0.55600000000000005</c:v>
                </c:pt>
                <c:pt idx="2016">
                  <c:v>0.55600000000000005</c:v>
                </c:pt>
                <c:pt idx="2017">
                  <c:v>0.55600000000000005</c:v>
                </c:pt>
                <c:pt idx="2018">
                  <c:v>0.55600000000000005</c:v>
                </c:pt>
                <c:pt idx="2019">
                  <c:v>0.55600000000000005</c:v>
                </c:pt>
                <c:pt idx="2020">
                  <c:v>0.89200000000000002</c:v>
                </c:pt>
                <c:pt idx="2021">
                  <c:v>0.89200000000000002</c:v>
                </c:pt>
                <c:pt idx="2022">
                  <c:v>1.228</c:v>
                </c:pt>
                <c:pt idx="2023">
                  <c:v>1.228</c:v>
                </c:pt>
                <c:pt idx="2024">
                  <c:v>1.5640000000000001</c:v>
                </c:pt>
                <c:pt idx="2025">
                  <c:v>1.5640000000000001</c:v>
                </c:pt>
                <c:pt idx="2026">
                  <c:v>1.6479999999999999</c:v>
                </c:pt>
                <c:pt idx="2027">
                  <c:v>1.6479999999999999</c:v>
                </c:pt>
                <c:pt idx="2028">
                  <c:v>1.6479999999999999</c:v>
                </c:pt>
                <c:pt idx="2029">
                  <c:v>1.732</c:v>
                </c:pt>
                <c:pt idx="2030">
                  <c:v>1.732</c:v>
                </c:pt>
                <c:pt idx="2031">
                  <c:v>1.732</c:v>
                </c:pt>
                <c:pt idx="2032">
                  <c:v>1.732</c:v>
                </c:pt>
                <c:pt idx="2033">
                  <c:v>1.732</c:v>
                </c:pt>
                <c:pt idx="2034">
                  <c:v>1.9</c:v>
                </c:pt>
                <c:pt idx="2035">
                  <c:v>1.9</c:v>
                </c:pt>
                <c:pt idx="2036">
                  <c:v>1.8160000000000001</c:v>
                </c:pt>
                <c:pt idx="2037">
                  <c:v>1.8160000000000001</c:v>
                </c:pt>
                <c:pt idx="2038">
                  <c:v>1.732</c:v>
                </c:pt>
                <c:pt idx="2039">
                  <c:v>1.732</c:v>
                </c:pt>
                <c:pt idx="2040">
                  <c:v>1.732</c:v>
                </c:pt>
                <c:pt idx="2041">
                  <c:v>1.6479999999999999</c:v>
                </c:pt>
                <c:pt idx="2042">
                  <c:v>1.6479999999999999</c:v>
                </c:pt>
                <c:pt idx="2043">
                  <c:v>1.8160000000000001</c:v>
                </c:pt>
                <c:pt idx="2044">
                  <c:v>1.8160000000000001</c:v>
                </c:pt>
                <c:pt idx="2045">
                  <c:v>1.8160000000000001</c:v>
                </c:pt>
                <c:pt idx="2046">
                  <c:v>1.732</c:v>
                </c:pt>
                <c:pt idx="2047">
                  <c:v>1.732</c:v>
                </c:pt>
                <c:pt idx="2048">
                  <c:v>1.732</c:v>
                </c:pt>
                <c:pt idx="2049">
                  <c:v>1.732</c:v>
                </c:pt>
                <c:pt idx="2050">
                  <c:v>1.732</c:v>
                </c:pt>
                <c:pt idx="2051">
                  <c:v>1.8160000000000001</c:v>
                </c:pt>
                <c:pt idx="2052">
                  <c:v>1.8160000000000001</c:v>
                </c:pt>
                <c:pt idx="2053">
                  <c:v>1.9</c:v>
                </c:pt>
                <c:pt idx="2054">
                  <c:v>1.9</c:v>
                </c:pt>
                <c:pt idx="2055">
                  <c:v>1.9</c:v>
                </c:pt>
                <c:pt idx="2056">
                  <c:v>1.5640000000000001</c:v>
                </c:pt>
                <c:pt idx="2057">
                  <c:v>1.5640000000000001</c:v>
                </c:pt>
                <c:pt idx="2058">
                  <c:v>1.6479999999999999</c:v>
                </c:pt>
                <c:pt idx="2059">
                  <c:v>1.6479999999999999</c:v>
                </c:pt>
                <c:pt idx="2060">
                  <c:v>1.9</c:v>
                </c:pt>
                <c:pt idx="2061">
                  <c:v>1.9</c:v>
                </c:pt>
                <c:pt idx="2062">
                  <c:v>1.6479999999999999</c:v>
                </c:pt>
                <c:pt idx="2063">
                  <c:v>1.6479999999999999</c:v>
                </c:pt>
                <c:pt idx="2064">
                  <c:v>1.6479999999999999</c:v>
                </c:pt>
                <c:pt idx="2065">
                  <c:v>1.48</c:v>
                </c:pt>
                <c:pt idx="2066">
                  <c:v>1.48</c:v>
                </c:pt>
                <c:pt idx="2067">
                  <c:v>1.48</c:v>
                </c:pt>
                <c:pt idx="2068">
                  <c:v>1.48</c:v>
                </c:pt>
                <c:pt idx="2069">
                  <c:v>1.5640000000000001</c:v>
                </c:pt>
                <c:pt idx="2070">
                  <c:v>1.5640000000000001</c:v>
                </c:pt>
                <c:pt idx="2071">
                  <c:v>1.6479999999999999</c:v>
                </c:pt>
                <c:pt idx="2072">
                  <c:v>1.6479999999999999</c:v>
                </c:pt>
                <c:pt idx="2073">
                  <c:v>1.6479999999999999</c:v>
                </c:pt>
                <c:pt idx="2074">
                  <c:v>1.6479999999999999</c:v>
                </c:pt>
                <c:pt idx="2075">
                  <c:v>1.6479999999999999</c:v>
                </c:pt>
                <c:pt idx="2076">
                  <c:v>1.48</c:v>
                </c:pt>
                <c:pt idx="2077">
                  <c:v>1.48</c:v>
                </c:pt>
                <c:pt idx="2078">
                  <c:v>1.5640000000000001</c:v>
                </c:pt>
                <c:pt idx="2079">
                  <c:v>1.5640000000000001</c:v>
                </c:pt>
                <c:pt idx="2080">
                  <c:v>1.5640000000000001</c:v>
                </c:pt>
                <c:pt idx="2081">
                  <c:v>1.1439999999999999</c:v>
                </c:pt>
                <c:pt idx="2082">
                  <c:v>1.1439999999999999</c:v>
                </c:pt>
                <c:pt idx="2083">
                  <c:v>1.1439999999999999</c:v>
                </c:pt>
                <c:pt idx="2084">
                  <c:v>1.1439999999999999</c:v>
                </c:pt>
                <c:pt idx="2085">
                  <c:v>1.1439999999999999</c:v>
                </c:pt>
                <c:pt idx="2086">
                  <c:v>1.228</c:v>
                </c:pt>
                <c:pt idx="2087">
                  <c:v>1.228</c:v>
                </c:pt>
                <c:pt idx="2088">
                  <c:v>1.48</c:v>
                </c:pt>
                <c:pt idx="2089">
                  <c:v>1.48</c:v>
                </c:pt>
                <c:pt idx="2090">
                  <c:v>1.3120000000000001</c:v>
                </c:pt>
                <c:pt idx="2091">
                  <c:v>1.3120000000000001</c:v>
                </c:pt>
                <c:pt idx="2092">
                  <c:v>1.3120000000000001</c:v>
                </c:pt>
                <c:pt idx="2093">
                  <c:v>1.228</c:v>
                </c:pt>
                <c:pt idx="2094">
                  <c:v>1.228</c:v>
                </c:pt>
                <c:pt idx="2095">
                  <c:v>1.06</c:v>
                </c:pt>
                <c:pt idx="2096">
                  <c:v>1.06</c:v>
                </c:pt>
                <c:pt idx="2097">
                  <c:v>0.97599999999999998</c:v>
                </c:pt>
                <c:pt idx="2098">
                  <c:v>0.97599999999999998</c:v>
                </c:pt>
                <c:pt idx="2099">
                  <c:v>0.80800000000000005</c:v>
                </c:pt>
                <c:pt idx="2100">
                  <c:v>0.80800000000000005</c:v>
                </c:pt>
                <c:pt idx="2101">
                  <c:v>0.89200000000000002</c:v>
                </c:pt>
                <c:pt idx="2102">
                  <c:v>0.89200000000000002</c:v>
                </c:pt>
                <c:pt idx="2103">
                  <c:v>0.72399999999999998</c:v>
                </c:pt>
                <c:pt idx="2104">
                  <c:v>0.47199999999999998</c:v>
                </c:pt>
                <c:pt idx="2105">
                  <c:v>0.47199999999999998</c:v>
                </c:pt>
                <c:pt idx="2106">
                  <c:v>0.64</c:v>
                </c:pt>
                <c:pt idx="2107">
                  <c:v>0.64</c:v>
                </c:pt>
                <c:pt idx="2108">
                  <c:v>0.13600000000000001</c:v>
                </c:pt>
                <c:pt idx="2109">
                  <c:v>0.13600000000000001</c:v>
                </c:pt>
                <c:pt idx="2110">
                  <c:v>0.13600000000000001</c:v>
                </c:pt>
                <c:pt idx="2111">
                  <c:v>0.13600000000000001</c:v>
                </c:pt>
                <c:pt idx="2112">
                  <c:v>-0.2</c:v>
                </c:pt>
                <c:pt idx="2113">
                  <c:v>-0.2</c:v>
                </c:pt>
                <c:pt idx="2114">
                  <c:v>-0.2</c:v>
                </c:pt>
                <c:pt idx="2115">
                  <c:v>-0.2</c:v>
                </c:pt>
                <c:pt idx="2116">
                  <c:v>-0.2</c:v>
                </c:pt>
                <c:pt idx="2117">
                  <c:v>-0.2</c:v>
                </c:pt>
                <c:pt idx="2118">
                  <c:v>-0.2</c:v>
                </c:pt>
                <c:pt idx="2119">
                  <c:v>-0.11600000000000001</c:v>
                </c:pt>
                <c:pt idx="2120">
                  <c:v>-0.11600000000000001</c:v>
                </c:pt>
                <c:pt idx="2121">
                  <c:v>-0.2</c:v>
                </c:pt>
                <c:pt idx="2122">
                  <c:v>-0.2</c:v>
                </c:pt>
                <c:pt idx="2123">
                  <c:v>-0.2</c:v>
                </c:pt>
                <c:pt idx="2124">
                  <c:v>-0.45200000000000001</c:v>
                </c:pt>
                <c:pt idx="2125">
                  <c:v>-0.45200000000000001</c:v>
                </c:pt>
                <c:pt idx="2126">
                  <c:v>-0.53600000000000003</c:v>
                </c:pt>
                <c:pt idx="2127">
                  <c:v>-0.53600000000000003</c:v>
                </c:pt>
                <c:pt idx="2128">
                  <c:v>-0.53600000000000003</c:v>
                </c:pt>
                <c:pt idx="2129">
                  <c:v>-0.53600000000000003</c:v>
                </c:pt>
                <c:pt idx="2130">
                  <c:v>-0.53600000000000003</c:v>
                </c:pt>
                <c:pt idx="2131">
                  <c:v>-1.04</c:v>
                </c:pt>
                <c:pt idx="2132">
                  <c:v>-1.04</c:v>
                </c:pt>
                <c:pt idx="2133">
                  <c:v>-0.95599999999999996</c:v>
                </c:pt>
                <c:pt idx="2134">
                  <c:v>-0.95599999999999996</c:v>
                </c:pt>
                <c:pt idx="2135">
                  <c:v>-0.95599999999999996</c:v>
                </c:pt>
                <c:pt idx="2136">
                  <c:v>-0.95599999999999996</c:v>
                </c:pt>
                <c:pt idx="2137">
                  <c:v>-0.95599999999999996</c:v>
                </c:pt>
                <c:pt idx="2138">
                  <c:v>-0.95599999999999996</c:v>
                </c:pt>
                <c:pt idx="2139">
                  <c:v>-1.04</c:v>
                </c:pt>
                <c:pt idx="2140">
                  <c:v>-1.04</c:v>
                </c:pt>
                <c:pt idx="2141">
                  <c:v>-1.292</c:v>
                </c:pt>
                <c:pt idx="2142">
                  <c:v>-1.292</c:v>
                </c:pt>
                <c:pt idx="2143">
                  <c:v>-1.292</c:v>
                </c:pt>
                <c:pt idx="2144">
                  <c:v>-1.292</c:v>
                </c:pt>
                <c:pt idx="2145">
                  <c:v>-1.292</c:v>
                </c:pt>
                <c:pt idx="2146">
                  <c:v>-1.3759999999999999</c:v>
                </c:pt>
                <c:pt idx="2147">
                  <c:v>-1.292</c:v>
                </c:pt>
                <c:pt idx="2148">
                  <c:v>-1.292</c:v>
                </c:pt>
                <c:pt idx="2149">
                  <c:v>-1.04</c:v>
                </c:pt>
                <c:pt idx="2150">
                  <c:v>-1.04</c:v>
                </c:pt>
                <c:pt idx="2151">
                  <c:v>-1.04</c:v>
                </c:pt>
                <c:pt idx="2152">
                  <c:v>-1.04</c:v>
                </c:pt>
                <c:pt idx="2153">
                  <c:v>-1.04</c:v>
                </c:pt>
                <c:pt idx="2154">
                  <c:v>-1.04</c:v>
                </c:pt>
                <c:pt idx="2155">
                  <c:v>-1.04</c:v>
                </c:pt>
                <c:pt idx="2156">
                  <c:v>-1.04</c:v>
                </c:pt>
                <c:pt idx="2157">
                  <c:v>-1.46</c:v>
                </c:pt>
                <c:pt idx="2158">
                  <c:v>-1.46</c:v>
                </c:pt>
                <c:pt idx="2159">
                  <c:v>-1.6279999999999999</c:v>
                </c:pt>
                <c:pt idx="2160">
                  <c:v>-1.6279999999999999</c:v>
                </c:pt>
                <c:pt idx="2161">
                  <c:v>-1.6279999999999999</c:v>
                </c:pt>
                <c:pt idx="2162">
                  <c:v>-1.712</c:v>
                </c:pt>
                <c:pt idx="2163">
                  <c:v>-1.712</c:v>
                </c:pt>
                <c:pt idx="2164">
                  <c:v>-1.544</c:v>
                </c:pt>
                <c:pt idx="2165">
                  <c:v>-1.544</c:v>
                </c:pt>
                <c:pt idx="2166">
                  <c:v>-1.04</c:v>
                </c:pt>
                <c:pt idx="2167">
                  <c:v>-1.04</c:v>
                </c:pt>
                <c:pt idx="2168">
                  <c:v>-1.04</c:v>
                </c:pt>
                <c:pt idx="2169">
                  <c:v>-0.872</c:v>
                </c:pt>
                <c:pt idx="2170">
                  <c:v>-0.872</c:v>
                </c:pt>
                <c:pt idx="2171">
                  <c:v>-0.45200000000000001</c:v>
                </c:pt>
                <c:pt idx="2172">
                  <c:v>-0.45200000000000001</c:v>
                </c:pt>
                <c:pt idx="2173">
                  <c:v>-0.45200000000000001</c:v>
                </c:pt>
                <c:pt idx="2174">
                  <c:v>-1.1240000000000001</c:v>
                </c:pt>
                <c:pt idx="2175">
                  <c:v>-1.1240000000000001</c:v>
                </c:pt>
                <c:pt idx="2176">
                  <c:v>-1.208</c:v>
                </c:pt>
                <c:pt idx="2177">
                  <c:v>-1.208</c:v>
                </c:pt>
                <c:pt idx="2178">
                  <c:v>-1.46</c:v>
                </c:pt>
                <c:pt idx="2179">
                  <c:v>-1.46</c:v>
                </c:pt>
                <c:pt idx="2180">
                  <c:v>-1.46</c:v>
                </c:pt>
                <c:pt idx="2181">
                  <c:v>-0.95599999999999996</c:v>
                </c:pt>
                <c:pt idx="2182">
                  <c:v>-0.95599999999999996</c:v>
                </c:pt>
                <c:pt idx="2183">
                  <c:v>-0.95599999999999996</c:v>
                </c:pt>
                <c:pt idx="2184">
                  <c:v>-0.36799999999999999</c:v>
                </c:pt>
                <c:pt idx="2185">
                  <c:v>-0.36799999999999999</c:v>
                </c:pt>
                <c:pt idx="2186">
                  <c:v>-0.28399999999999997</c:v>
                </c:pt>
                <c:pt idx="2187">
                  <c:v>-0.28399999999999997</c:v>
                </c:pt>
                <c:pt idx="2188">
                  <c:v>-0.28399999999999997</c:v>
                </c:pt>
                <c:pt idx="2189">
                  <c:v>-3.2000000000000001E-2</c:v>
                </c:pt>
                <c:pt idx="2190">
                  <c:v>-3.2000000000000001E-2</c:v>
                </c:pt>
                <c:pt idx="2191">
                  <c:v>-3.2000000000000001E-2</c:v>
                </c:pt>
                <c:pt idx="2192">
                  <c:v>-3.2000000000000001E-2</c:v>
                </c:pt>
                <c:pt idx="2193">
                  <c:v>-0.28399999999999997</c:v>
                </c:pt>
                <c:pt idx="2194">
                  <c:v>-0.28399999999999997</c:v>
                </c:pt>
                <c:pt idx="2195">
                  <c:v>-0.28399999999999997</c:v>
                </c:pt>
                <c:pt idx="2196">
                  <c:v>-0.36799999999999999</c:v>
                </c:pt>
                <c:pt idx="2197">
                  <c:v>-0.36799999999999999</c:v>
                </c:pt>
                <c:pt idx="2198">
                  <c:v>-0.36799999999999999</c:v>
                </c:pt>
                <c:pt idx="2199">
                  <c:v>-0.78800000000000003</c:v>
                </c:pt>
                <c:pt idx="2200">
                  <c:v>-0.78800000000000003</c:v>
                </c:pt>
                <c:pt idx="2201">
                  <c:v>-0.36799999999999999</c:v>
                </c:pt>
                <c:pt idx="2202">
                  <c:v>-0.36799999999999999</c:v>
                </c:pt>
                <c:pt idx="2203">
                  <c:v>0.13600000000000001</c:v>
                </c:pt>
                <c:pt idx="2204">
                  <c:v>0.13600000000000001</c:v>
                </c:pt>
                <c:pt idx="2205">
                  <c:v>0.47199999999999998</c:v>
                </c:pt>
                <c:pt idx="2206">
                  <c:v>0.47199999999999998</c:v>
                </c:pt>
                <c:pt idx="2207">
                  <c:v>0.47199999999999998</c:v>
                </c:pt>
                <c:pt idx="2208">
                  <c:v>0.80800000000000005</c:v>
                </c:pt>
                <c:pt idx="2209">
                  <c:v>0.80800000000000005</c:v>
                </c:pt>
                <c:pt idx="2210">
                  <c:v>1.3120000000000001</c:v>
                </c:pt>
                <c:pt idx="2211">
                  <c:v>1.3120000000000001</c:v>
                </c:pt>
                <c:pt idx="2212">
                  <c:v>1.3120000000000001</c:v>
                </c:pt>
                <c:pt idx="2213">
                  <c:v>1.3120000000000001</c:v>
                </c:pt>
                <c:pt idx="2214">
                  <c:v>1.3120000000000001</c:v>
                </c:pt>
                <c:pt idx="2215">
                  <c:v>1.3959999999999999</c:v>
                </c:pt>
                <c:pt idx="2216">
                  <c:v>1.3959999999999999</c:v>
                </c:pt>
                <c:pt idx="2217">
                  <c:v>1.2490000000000001</c:v>
                </c:pt>
                <c:pt idx="2218">
                  <c:v>1.2490000000000001</c:v>
                </c:pt>
                <c:pt idx="2219">
                  <c:v>1.2490000000000001</c:v>
                </c:pt>
                <c:pt idx="2220">
                  <c:v>1.18</c:v>
                </c:pt>
                <c:pt idx="2221">
                  <c:v>1.18</c:v>
                </c:pt>
                <c:pt idx="2222">
                  <c:v>1.18</c:v>
                </c:pt>
                <c:pt idx="2223">
                  <c:v>1.18</c:v>
                </c:pt>
                <c:pt idx="2224">
                  <c:v>1.8009999999999999</c:v>
                </c:pt>
                <c:pt idx="2225">
                  <c:v>1.8009999999999999</c:v>
                </c:pt>
                <c:pt idx="2226">
                  <c:v>1.8009999999999999</c:v>
                </c:pt>
                <c:pt idx="2227">
                  <c:v>1.9390000000000001</c:v>
                </c:pt>
                <c:pt idx="2228">
                  <c:v>1.9390000000000001</c:v>
                </c:pt>
                <c:pt idx="2229">
                  <c:v>2.008</c:v>
                </c:pt>
                <c:pt idx="2230">
                  <c:v>2.008</c:v>
                </c:pt>
                <c:pt idx="2231">
                  <c:v>1.8009999999999999</c:v>
                </c:pt>
                <c:pt idx="2232">
                  <c:v>1.8009999999999999</c:v>
                </c:pt>
                <c:pt idx="2233">
                  <c:v>1.663</c:v>
                </c:pt>
                <c:pt idx="2234">
                  <c:v>1.663</c:v>
                </c:pt>
                <c:pt idx="2235">
                  <c:v>1.87</c:v>
                </c:pt>
                <c:pt idx="2236">
                  <c:v>1.87</c:v>
                </c:pt>
                <c:pt idx="2237">
                  <c:v>2.2149999999999999</c:v>
                </c:pt>
                <c:pt idx="2238">
                  <c:v>2.2149999999999999</c:v>
                </c:pt>
                <c:pt idx="2239">
                  <c:v>2.2149999999999999</c:v>
                </c:pt>
                <c:pt idx="2240">
                  <c:v>2.1459999999999999</c:v>
                </c:pt>
                <c:pt idx="2241">
                  <c:v>2.1459999999999999</c:v>
                </c:pt>
                <c:pt idx="2242">
                  <c:v>2.008</c:v>
                </c:pt>
                <c:pt idx="2243">
                  <c:v>1.732</c:v>
                </c:pt>
                <c:pt idx="2244">
                  <c:v>1.732</c:v>
                </c:pt>
                <c:pt idx="2245">
                  <c:v>2.2839999999999998</c:v>
                </c:pt>
                <c:pt idx="2246">
                  <c:v>2.2839999999999998</c:v>
                </c:pt>
                <c:pt idx="2247">
                  <c:v>2.4220000000000002</c:v>
                </c:pt>
                <c:pt idx="2248">
                  <c:v>2.3530000000000002</c:v>
                </c:pt>
                <c:pt idx="2249">
                  <c:v>2.3530000000000002</c:v>
                </c:pt>
                <c:pt idx="2250">
                  <c:v>2.56</c:v>
                </c:pt>
                <c:pt idx="2251">
                  <c:v>2.56</c:v>
                </c:pt>
                <c:pt idx="2252">
                  <c:v>2.56</c:v>
                </c:pt>
                <c:pt idx="2253">
                  <c:v>2.698</c:v>
                </c:pt>
                <c:pt idx="2254">
                  <c:v>2.698</c:v>
                </c:pt>
                <c:pt idx="2255">
                  <c:v>2.3530000000000002</c:v>
                </c:pt>
                <c:pt idx="2256">
                  <c:v>2.3530000000000002</c:v>
                </c:pt>
                <c:pt idx="2257">
                  <c:v>2.698</c:v>
                </c:pt>
                <c:pt idx="2258">
                  <c:v>2.698</c:v>
                </c:pt>
                <c:pt idx="2259">
                  <c:v>2.629</c:v>
                </c:pt>
                <c:pt idx="2260">
                  <c:v>2.629</c:v>
                </c:pt>
                <c:pt idx="2261">
                  <c:v>2.4220000000000002</c:v>
                </c:pt>
                <c:pt idx="2262">
                  <c:v>2.4220000000000002</c:v>
                </c:pt>
                <c:pt idx="2263">
                  <c:v>2.4220000000000002</c:v>
                </c:pt>
                <c:pt idx="2264">
                  <c:v>2.3530000000000002</c:v>
                </c:pt>
                <c:pt idx="2265">
                  <c:v>2.3530000000000002</c:v>
                </c:pt>
                <c:pt idx="2266">
                  <c:v>2.629</c:v>
                </c:pt>
                <c:pt idx="2267">
                  <c:v>2.629</c:v>
                </c:pt>
                <c:pt idx="2268">
                  <c:v>2.629</c:v>
                </c:pt>
                <c:pt idx="2269">
                  <c:v>2.4910000000000001</c:v>
                </c:pt>
                <c:pt idx="2270">
                  <c:v>2.3530000000000002</c:v>
                </c:pt>
                <c:pt idx="2271">
                  <c:v>2.3530000000000002</c:v>
                </c:pt>
                <c:pt idx="2272">
                  <c:v>2.3530000000000002</c:v>
                </c:pt>
                <c:pt idx="2273">
                  <c:v>2.629</c:v>
                </c:pt>
                <c:pt idx="2274">
                  <c:v>2.629</c:v>
                </c:pt>
                <c:pt idx="2275">
                  <c:v>2.629</c:v>
                </c:pt>
                <c:pt idx="2276">
                  <c:v>2.629</c:v>
                </c:pt>
                <c:pt idx="2277">
                  <c:v>2.629</c:v>
                </c:pt>
                <c:pt idx="2278">
                  <c:v>2.3530000000000002</c:v>
                </c:pt>
                <c:pt idx="2279">
                  <c:v>2.3530000000000002</c:v>
                </c:pt>
                <c:pt idx="2280">
                  <c:v>2.2839999999999998</c:v>
                </c:pt>
                <c:pt idx="2281">
                  <c:v>2.2839999999999998</c:v>
                </c:pt>
                <c:pt idx="2282">
                  <c:v>2.4910000000000001</c:v>
                </c:pt>
                <c:pt idx="2283">
                  <c:v>2.4910000000000001</c:v>
                </c:pt>
                <c:pt idx="2284">
                  <c:v>2.629</c:v>
                </c:pt>
                <c:pt idx="2285">
                  <c:v>2.629</c:v>
                </c:pt>
                <c:pt idx="2286">
                  <c:v>2.629</c:v>
                </c:pt>
                <c:pt idx="2287">
                  <c:v>2.3530000000000002</c:v>
                </c:pt>
                <c:pt idx="2288">
                  <c:v>2.3530000000000002</c:v>
                </c:pt>
                <c:pt idx="2289">
                  <c:v>2.4220000000000002</c:v>
                </c:pt>
                <c:pt idx="2290">
                  <c:v>2.4220000000000002</c:v>
                </c:pt>
                <c:pt idx="2291">
                  <c:v>2.698</c:v>
                </c:pt>
                <c:pt idx="2292">
                  <c:v>2.698</c:v>
                </c:pt>
                <c:pt idx="2293">
                  <c:v>2.3530000000000002</c:v>
                </c:pt>
                <c:pt idx="2294">
                  <c:v>2.3530000000000002</c:v>
                </c:pt>
                <c:pt idx="2295">
                  <c:v>2.7669999999999999</c:v>
                </c:pt>
                <c:pt idx="2296">
                  <c:v>2.7669999999999999</c:v>
                </c:pt>
                <c:pt idx="2297">
                  <c:v>2.7669999999999999</c:v>
                </c:pt>
                <c:pt idx="2298">
                  <c:v>2.56</c:v>
                </c:pt>
                <c:pt idx="2299">
                  <c:v>2.56</c:v>
                </c:pt>
                <c:pt idx="2300">
                  <c:v>2.56</c:v>
                </c:pt>
                <c:pt idx="2301">
                  <c:v>2.56</c:v>
                </c:pt>
                <c:pt idx="2302">
                  <c:v>2.7669999999999999</c:v>
                </c:pt>
                <c:pt idx="2303">
                  <c:v>2.7669999999999999</c:v>
                </c:pt>
                <c:pt idx="2304">
                  <c:v>2.1459999999999999</c:v>
                </c:pt>
                <c:pt idx="2305">
                  <c:v>2.1459999999999999</c:v>
                </c:pt>
                <c:pt idx="2306">
                  <c:v>2.3530000000000002</c:v>
                </c:pt>
                <c:pt idx="2307">
                  <c:v>2.3530000000000002</c:v>
                </c:pt>
                <c:pt idx="2308">
                  <c:v>2.3530000000000002</c:v>
                </c:pt>
                <c:pt idx="2309">
                  <c:v>2.3530000000000002</c:v>
                </c:pt>
                <c:pt idx="2310">
                  <c:v>2.2839999999999998</c:v>
                </c:pt>
                <c:pt idx="2311">
                  <c:v>2.2839999999999998</c:v>
                </c:pt>
                <c:pt idx="2312">
                  <c:v>2.3530000000000002</c:v>
                </c:pt>
                <c:pt idx="2313">
                  <c:v>2.3530000000000002</c:v>
                </c:pt>
                <c:pt idx="2314">
                  <c:v>2.3530000000000002</c:v>
                </c:pt>
                <c:pt idx="2315">
                  <c:v>2.629</c:v>
                </c:pt>
                <c:pt idx="2316">
                  <c:v>2.56</c:v>
                </c:pt>
                <c:pt idx="2317">
                  <c:v>2.56</c:v>
                </c:pt>
                <c:pt idx="2318">
                  <c:v>2.56</c:v>
                </c:pt>
                <c:pt idx="2319">
                  <c:v>2.56</c:v>
                </c:pt>
                <c:pt idx="2320">
                  <c:v>2.629</c:v>
                </c:pt>
                <c:pt idx="2321">
                  <c:v>2.629</c:v>
                </c:pt>
                <c:pt idx="2322">
                  <c:v>2.629</c:v>
                </c:pt>
                <c:pt idx="2323">
                  <c:v>2.56</c:v>
                </c:pt>
                <c:pt idx="2324">
                  <c:v>2.56</c:v>
                </c:pt>
                <c:pt idx="2325">
                  <c:v>2.3530000000000002</c:v>
                </c:pt>
                <c:pt idx="2326">
                  <c:v>2.3530000000000002</c:v>
                </c:pt>
                <c:pt idx="2327">
                  <c:v>2.698</c:v>
                </c:pt>
                <c:pt idx="2328">
                  <c:v>2.698</c:v>
                </c:pt>
                <c:pt idx="2329">
                  <c:v>2.698</c:v>
                </c:pt>
                <c:pt idx="2330">
                  <c:v>2.3530000000000002</c:v>
                </c:pt>
                <c:pt idx="2331">
                  <c:v>2.3530000000000002</c:v>
                </c:pt>
                <c:pt idx="2332">
                  <c:v>2.698</c:v>
                </c:pt>
                <c:pt idx="2333">
                  <c:v>2.698</c:v>
                </c:pt>
                <c:pt idx="2334">
                  <c:v>2.4910000000000001</c:v>
                </c:pt>
                <c:pt idx="2335">
                  <c:v>2.4910000000000001</c:v>
                </c:pt>
                <c:pt idx="2336">
                  <c:v>2.4910000000000001</c:v>
                </c:pt>
                <c:pt idx="2337">
                  <c:v>2.3530000000000002</c:v>
                </c:pt>
                <c:pt idx="2338">
                  <c:v>2.3530000000000002</c:v>
                </c:pt>
                <c:pt idx="2339">
                  <c:v>2.56</c:v>
                </c:pt>
                <c:pt idx="2340">
                  <c:v>2.56</c:v>
                </c:pt>
                <c:pt idx="2341">
                  <c:v>2.56</c:v>
                </c:pt>
                <c:pt idx="2342">
                  <c:v>2.56</c:v>
                </c:pt>
                <c:pt idx="2343">
                  <c:v>2.56</c:v>
                </c:pt>
                <c:pt idx="2344">
                  <c:v>2.56</c:v>
                </c:pt>
                <c:pt idx="2345">
                  <c:v>2.56</c:v>
                </c:pt>
                <c:pt idx="2346">
                  <c:v>2.629</c:v>
                </c:pt>
                <c:pt idx="2347">
                  <c:v>2.629</c:v>
                </c:pt>
                <c:pt idx="2348">
                  <c:v>2.3530000000000002</c:v>
                </c:pt>
                <c:pt idx="2349">
                  <c:v>2.3530000000000002</c:v>
                </c:pt>
                <c:pt idx="2350">
                  <c:v>2.7669999999999999</c:v>
                </c:pt>
                <c:pt idx="2351">
                  <c:v>2.7669999999999999</c:v>
                </c:pt>
                <c:pt idx="2352">
                  <c:v>2.7669999999999999</c:v>
                </c:pt>
                <c:pt idx="2353">
                  <c:v>2.56</c:v>
                </c:pt>
                <c:pt idx="2354">
                  <c:v>2.56</c:v>
                </c:pt>
                <c:pt idx="2355">
                  <c:v>2.629</c:v>
                </c:pt>
                <c:pt idx="2356">
                  <c:v>2.629</c:v>
                </c:pt>
                <c:pt idx="2357">
                  <c:v>2.2839999999999998</c:v>
                </c:pt>
                <c:pt idx="2358">
                  <c:v>2.2839999999999998</c:v>
                </c:pt>
                <c:pt idx="2359">
                  <c:v>2.4220000000000002</c:v>
                </c:pt>
                <c:pt idx="2360">
                  <c:v>2.4220000000000002</c:v>
                </c:pt>
                <c:pt idx="2361">
                  <c:v>2.4910000000000001</c:v>
                </c:pt>
                <c:pt idx="2362">
                  <c:v>2.4910000000000001</c:v>
                </c:pt>
                <c:pt idx="2363">
                  <c:v>2.4910000000000001</c:v>
                </c:pt>
                <c:pt idx="2364">
                  <c:v>2.56</c:v>
                </c:pt>
                <c:pt idx="2365">
                  <c:v>2.56</c:v>
                </c:pt>
                <c:pt idx="2366">
                  <c:v>2.56</c:v>
                </c:pt>
                <c:pt idx="2367">
                  <c:v>2.56</c:v>
                </c:pt>
                <c:pt idx="2368">
                  <c:v>2.698</c:v>
                </c:pt>
                <c:pt idx="2369">
                  <c:v>2.698</c:v>
                </c:pt>
                <c:pt idx="2370">
                  <c:v>2.4910000000000001</c:v>
                </c:pt>
                <c:pt idx="2371">
                  <c:v>2.4910000000000001</c:v>
                </c:pt>
                <c:pt idx="2372">
                  <c:v>2.4910000000000001</c:v>
                </c:pt>
                <c:pt idx="2373">
                  <c:v>2.4910000000000001</c:v>
                </c:pt>
                <c:pt idx="2374">
                  <c:v>2.4910000000000001</c:v>
                </c:pt>
                <c:pt idx="2375">
                  <c:v>2.629</c:v>
                </c:pt>
                <c:pt idx="2376">
                  <c:v>2.629</c:v>
                </c:pt>
                <c:pt idx="2377">
                  <c:v>2.629</c:v>
                </c:pt>
                <c:pt idx="2378">
                  <c:v>2.4910000000000001</c:v>
                </c:pt>
                <c:pt idx="2379">
                  <c:v>2.4910000000000001</c:v>
                </c:pt>
                <c:pt idx="2380">
                  <c:v>2.4910000000000001</c:v>
                </c:pt>
                <c:pt idx="2381">
                  <c:v>2.4910000000000001</c:v>
                </c:pt>
                <c:pt idx="2382">
                  <c:v>2.2149999999999999</c:v>
                </c:pt>
                <c:pt idx="2383">
                  <c:v>2.2149999999999999</c:v>
                </c:pt>
                <c:pt idx="2384">
                  <c:v>2.2149999999999999</c:v>
                </c:pt>
                <c:pt idx="2385">
                  <c:v>1.87</c:v>
                </c:pt>
                <c:pt idx="2386">
                  <c:v>1.87</c:v>
                </c:pt>
                <c:pt idx="2387">
                  <c:v>1.9390000000000001</c:v>
                </c:pt>
                <c:pt idx="2388">
                  <c:v>1.9390000000000001</c:v>
                </c:pt>
                <c:pt idx="2389">
                  <c:v>1.9390000000000001</c:v>
                </c:pt>
                <c:pt idx="2390">
                  <c:v>2.3530000000000002</c:v>
                </c:pt>
                <c:pt idx="2391">
                  <c:v>2.3530000000000002</c:v>
                </c:pt>
                <c:pt idx="2392">
                  <c:v>2.1459999999999999</c:v>
                </c:pt>
                <c:pt idx="2393">
                  <c:v>2.1459999999999999</c:v>
                </c:pt>
                <c:pt idx="2394">
                  <c:v>2.1459999999999999</c:v>
                </c:pt>
                <c:pt idx="2395">
                  <c:v>2.2149999999999999</c:v>
                </c:pt>
                <c:pt idx="2396">
                  <c:v>2.2149999999999999</c:v>
                </c:pt>
                <c:pt idx="2397">
                  <c:v>2.2149999999999999</c:v>
                </c:pt>
                <c:pt idx="2398">
                  <c:v>2.2149999999999999</c:v>
                </c:pt>
                <c:pt idx="2399">
                  <c:v>1.663</c:v>
                </c:pt>
                <c:pt idx="2400">
                  <c:v>1.663</c:v>
                </c:pt>
                <c:pt idx="2401">
                  <c:v>1.663</c:v>
                </c:pt>
                <c:pt idx="2402">
                  <c:v>1.9390000000000001</c:v>
                </c:pt>
                <c:pt idx="2403">
                  <c:v>1.9390000000000001</c:v>
                </c:pt>
                <c:pt idx="2404">
                  <c:v>1.87</c:v>
                </c:pt>
                <c:pt idx="2405">
                  <c:v>1.87</c:v>
                </c:pt>
                <c:pt idx="2406">
                  <c:v>1.9390000000000001</c:v>
                </c:pt>
                <c:pt idx="2407">
                  <c:v>1.9390000000000001</c:v>
                </c:pt>
                <c:pt idx="2408">
                  <c:v>1.5940000000000001</c:v>
                </c:pt>
                <c:pt idx="2409">
                  <c:v>1.5940000000000001</c:v>
                </c:pt>
                <c:pt idx="2410">
                  <c:v>1.5249999999999999</c:v>
                </c:pt>
                <c:pt idx="2411">
                  <c:v>1.5249999999999999</c:v>
                </c:pt>
                <c:pt idx="2412">
                  <c:v>1.5249999999999999</c:v>
                </c:pt>
                <c:pt idx="2413">
                  <c:v>1.456</c:v>
                </c:pt>
                <c:pt idx="2414">
                  <c:v>1.456</c:v>
                </c:pt>
                <c:pt idx="2415">
                  <c:v>1.3180000000000001</c:v>
                </c:pt>
                <c:pt idx="2416">
                  <c:v>1.3180000000000001</c:v>
                </c:pt>
                <c:pt idx="2417">
                  <c:v>1.042</c:v>
                </c:pt>
                <c:pt idx="2418">
                  <c:v>1.042</c:v>
                </c:pt>
                <c:pt idx="2419">
                  <c:v>1.042</c:v>
                </c:pt>
                <c:pt idx="2420">
                  <c:v>1.042</c:v>
                </c:pt>
                <c:pt idx="2421">
                  <c:v>0.97299999999999998</c:v>
                </c:pt>
                <c:pt idx="2422">
                  <c:v>0.97299999999999998</c:v>
                </c:pt>
                <c:pt idx="2423">
                  <c:v>0.97299999999999998</c:v>
                </c:pt>
                <c:pt idx="2424">
                  <c:v>0.76600000000000001</c:v>
                </c:pt>
                <c:pt idx="2425">
                  <c:v>0.76600000000000001</c:v>
                </c:pt>
                <c:pt idx="2426">
                  <c:v>0.42099999999999999</c:v>
                </c:pt>
                <c:pt idx="2427">
                  <c:v>0.42099999999999999</c:v>
                </c:pt>
                <c:pt idx="2428">
                  <c:v>0.42099999999999999</c:v>
                </c:pt>
                <c:pt idx="2429">
                  <c:v>0.42099999999999999</c:v>
                </c:pt>
                <c:pt idx="2430">
                  <c:v>0.42099999999999999</c:v>
                </c:pt>
                <c:pt idx="2431">
                  <c:v>0.42099999999999999</c:v>
                </c:pt>
                <c:pt idx="2432">
                  <c:v>0.42099999999999999</c:v>
                </c:pt>
                <c:pt idx="2433">
                  <c:v>0.214</c:v>
                </c:pt>
                <c:pt idx="2434">
                  <c:v>0.214</c:v>
                </c:pt>
                <c:pt idx="2435">
                  <c:v>-0.2</c:v>
                </c:pt>
                <c:pt idx="2436">
                  <c:v>-0.2</c:v>
                </c:pt>
                <c:pt idx="2437">
                  <c:v>0.14499999999999999</c:v>
                </c:pt>
                <c:pt idx="2438">
                  <c:v>0.14499999999999999</c:v>
                </c:pt>
                <c:pt idx="2439">
                  <c:v>-0.40699999999999997</c:v>
                </c:pt>
                <c:pt idx="2440">
                  <c:v>-0.40699999999999997</c:v>
                </c:pt>
                <c:pt idx="2441">
                  <c:v>-6.2E-2</c:v>
                </c:pt>
                <c:pt idx="2442">
                  <c:v>-6.2E-2</c:v>
                </c:pt>
                <c:pt idx="2443">
                  <c:v>-0.2</c:v>
                </c:pt>
                <c:pt idx="2444">
                  <c:v>-0.2</c:v>
                </c:pt>
                <c:pt idx="2445">
                  <c:v>-0.2</c:v>
                </c:pt>
                <c:pt idx="2446">
                  <c:v>-0.2</c:v>
                </c:pt>
                <c:pt idx="2447">
                  <c:v>-0.2</c:v>
                </c:pt>
                <c:pt idx="2448">
                  <c:v>-0.26900000000000002</c:v>
                </c:pt>
                <c:pt idx="2449">
                  <c:v>-0.26900000000000002</c:v>
                </c:pt>
                <c:pt idx="2450">
                  <c:v>-0.40699999999999997</c:v>
                </c:pt>
                <c:pt idx="2451">
                  <c:v>-0.40699999999999997</c:v>
                </c:pt>
                <c:pt idx="2452">
                  <c:v>-0.40699999999999997</c:v>
                </c:pt>
                <c:pt idx="2453">
                  <c:v>-0.61399999999999999</c:v>
                </c:pt>
                <c:pt idx="2454">
                  <c:v>-0.61399999999999999</c:v>
                </c:pt>
                <c:pt idx="2455">
                  <c:v>-0.68300000000000005</c:v>
                </c:pt>
                <c:pt idx="2456">
                  <c:v>-0.68300000000000005</c:v>
                </c:pt>
                <c:pt idx="2457">
                  <c:v>-0.752</c:v>
                </c:pt>
                <c:pt idx="2458">
                  <c:v>-0.752</c:v>
                </c:pt>
                <c:pt idx="2459">
                  <c:v>-0.26900000000000002</c:v>
                </c:pt>
                <c:pt idx="2460">
                  <c:v>-0.26900000000000002</c:v>
                </c:pt>
                <c:pt idx="2461">
                  <c:v>-0.26900000000000002</c:v>
                </c:pt>
                <c:pt idx="2462">
                  <c:v>-6.2E-2</c:v>
                </c:pt>
                <c:pt idx="2463">
                  <c:v>-6.2E-2</c:v>
                </c:pt>
                <c:pt idx="2464">
                  <c:v>-0.13100000000000001</c:v>
                </c:pt>
                <c:pt idx="2465">
                  <c:v>0.14499999999999999</c:v>
                </c:pt>
                <c:pt idx="2466">
                  <c:v>0.14499999999999999</c:v>
                </c:pt>
                <c:pt idx="2467">
                  <c:v>0.14499999999999999</c:v>
                </c:pt>
                <c:pt idx="2468">
                  <c:v>0.214</c:v>
                </c:pt>
                <c:pt idx="2469">
                  <c:v>0.214</c:v>
                </c:pt>
                <c:pt idx="2470">
                  <c:v>0.42099999999999999</c:v>
                </c:pt>
                <c:pt idx="2471">
                  <c:v>0.42099999999999999</c:v>
                </c:pt>
                <c:pt idx="2472">
                  <c:v>0.14499999999999999</c:v>
                </c:pt>
                <c:pt idx="2473">
                  <c:v>0.14499999999999999</c:v>
                </c:pt>
                <c:pt idx="2474">
                  <c:v>-0.2</c:v>
                </c:pt>
                <c:pt idx="2475">
                  <c:v>-0.2</c:v>
                </c:pt>
                <c:pt idx="2476">
                  <c:v>-0.13100000000000001</c:v>
                </c:pt>
                <c:pt idx="2477">
                  <c:v>-0.13100000000000001</c:v>
                </c:pt>
                <c:pt idx="2478">
                  <c:v>-0.26900000000000002</c:v>
                </c:pt>
                <c:pt idx="2479">
                  <c:v>-0.26900000000000002</c:v>
                </c:pt>
                <c:pt idx="2480">
                  <c:v>-0.13100000000000001</c:v>
                </c:pt>
                <c:pt idx="2481">
                  <c:v>-0.13100000000000001</c:v>
                </c:pt>
                <c:pt idx="2482">
                  <c:v>-0.13100000000000001</c:v>
                </c:pt>
                <c:pt idx="2483">
                  <c:v>-0.13100000000000001</c:v>
                </c:pt>
                <c:pt idx="2484">
                  <c:v>-0.13100000000000001</c:v>
                </c:pt>
                <c:pt idx="2485">
                  <c:v>-6.2E-2</c:v>
                </c:pt>
                <c:pt idx="2486">
                  <c:v>-6.2E-2</c:v>
                </c:pt>
                <c:pt idx="2487">
                  <c:v>-0.26900000000000002</c:v>
                </c:pt>
                <c:pt idx="2488">
                  <c:v>-0.26900000000000002</c:v>
                </c:pt>
                <c:pt idx="2489">
                  <c:v>-0.54500000000000004</c:v>
                </c:pt>
                <c:pt idx="2490">
                  <c:v>-0.54500000000000004</c:v>
                </c:pt>
                <c:pt idx="2491">
                  <c:v>-0.54500000000000004</c:v>
                </c:pt>
                <c:pt idx="2492">
                  <c:v>-0.68300000000000005</c:v>
                </c:pt>
                <c:pt idx="2493">
                  <c:v>-0.68300000000000005</c:v>
                </c:pt>
                <c:pt idx="2494">
                  <c:v>-0.68300000000000005</c:v>
                </c:pt>
                <c:pt idx="2495">
                  <c:v>-0.68300000000000005</c:v>
                </c:pt>
                <c:pt idx="2496">
                  <c:v>-0.54500000000000004</c:v>
                </c:pt>
                <c:pt idx="2497">
                  <c:v>-0.54500000000000004</c:v>
                </c:pt>
                <c:pt idx="2498">
                  <c:v>-0.54500000000000004</c:v>
                </c:pt>
                <c:pt idx="2499">
                  <c:v>-0.54500000000000004</c:v>
                </c:pt>
                <c:pt idx="2500">
                  <c:v>-0.54500000000000004</c:v>
                </c:pt>
                <c:pt idx="2501">
                  <c:v>-0.47599999999999998</c:v>
                </c:pt>
                <c:pt idx="2502">
                  <c:v>-0.47599999999999998</c:v>
                </c:pt>
                <c:pt idx="2503">
                  <c:v>-0.82099999999999995</c:v>
                </c:pt>
                <c:pt idx="2504">
                  <c:v>-0.82099999999999995</c:v>
                </c:pt>
                <c:pt idx="2505">
                  <c:v>-0.82099999999999995</c:v>
                </c:pt>
                <c:pt idx="2506">
                  <c:v>-0.752</c:v>
                </c:pt>
                <c:pt idx="2507">
                  <c:v>-0.752</c:v>
                </c:pt>
                <c:pt idx="2508">
                  <c:v>-0.89</c:v>
                </c:pt>
                <c:pt idx="2509">
                  <c:v>-0.89</c:v>
                </c:pt>
                <c:pt idx="2510">
                  <c:v>-0.89</c:v>
                </c:pt>
                <c:pt idx="2511">
                  <c:v>-0.61399999999999999</c:v>
                </c:pt>
                <c:pt idx="2512">
                  <c:v>-0.61399999999999999</c:v>
                </c:pt>
                <c:pt idx="2513">
                  <c:v>-0.40699999999999997</c:v>
                </c:pt>
                <c:pt idx="2514">
                  <c:v>-0.40699999999999997</c:v>
                </c:pt>
                <c:pt idx="2515">
                  <c:v>0.14499999999999999</c:v>
                </c:pt>
                <c:pt idx="2516">
                  <c:v>0.14499999999999999</c:v>
                </c:pt>
                <c:pt idx="2517">
                  <c:v>0.214</c:v>
                </c:pt>
                <c:pt idx="2518">
                  <c:v>0.214</c:v>
                </c:pt>
                <c:pt idx="2519">
                  <c:v>-0.26900000000000002</c:v>
                </c:pt>
                <c:pt idx="2520">
                  <c:v>-0.26900000000000002</c:v>
                </c:pt>
                <c:pt idx="2521">
                  <c:v>-0.40699999999999997</c:v>
                </c:pt>
                <c:pt idx="2522">
                  <c:v>-0.40699999999999997</c:v>
                </c:pt>
                <c:pt idx="2523">
                  <c:v>-0.40699999999999997</c:v>
                </c:pt>
                <c:pt idx="2524">
                  <c:v>-0.61399999999999999</c:v>
                </c:pt>
                <c:pt idx="2525">
                  <c:v>-0.61399999999999999</c:v>
                </c:pt>
                <c:pt idx="2526">
                  <c:v>-0.89</c:v>
                </c:pt>
                <c:pt idx="2527">
                  <c:v>-0.89</c:v>
                </c:pt>
                <c:pt idx="2528">
                  <c:v>-0.33800000000000002</c:v>
                </c:pt>
                <c:pt idx="2529">
                  <c:v>-0.33800000000000002</c:v>
                </c:pt>
                <c:pt idx="2530">
                  <c:v>-0.33800000000000002</c:v>
                </c:pt>
                <c:pt idx="2531">
                  <c:v>-0.13100000000000001</c:v>
                </c:pt>
                <c:pt idx="2532">
                  <c:v>-0.13100000000000001</c:v>
                </c:pt>
                <c:pt idx="2533">
                  <c:v>-6.2E-2</c:v>
                </c:pt>
                <c:pt idx="2534">
                  <c:v>-6.2E-2</c:v>
                </c:pt>
                <c:pt idx="2535">
                  <c:v>-0.26900000000000002</c:v>
                </c:pt>
                <c:pt idx="2536">
                  <c:v>-0.26900000000000002</c:v>
                </c:pt>
                <c:pt idx="2537">
                  <c:v>-0.33800000000000002</c:v>
                </c:pt>
                <c:pt idx="2538">
                  <c:v>-0.33800000000000002</c:v>
                </c:pt>
                <c:pt idx="2539">
                  <c:v>-0.33800000000000002</c:v>
                </c:pt>
                <c:pt idx="2540">
                  <c:v>-0.33800000000000002</c:v>
                </c:pt>
                <c:pt idx="2541">
                  <c:v>-0.33800000000000002</c:v>
                </c:pt>
                <c:pt idx="2542">
                  <c:v>-0.47599999999999998</c:v>
                </c:pt>
                <c:pt idx="2543">
                  <c:v>-0.47599999999999998</c:v>
                </c:pt>
                <c:pt idx="2544">
                  <c:v>-0.40699999999999997</c:v>
                </c:pt>
                <c:pt idx="2545">
                  <c:v>-0.40699999999999997</c:v>
                </c:pt>
                <c:pt idx="2546">
                  <c:v>-0.13100000000000001</c:v>
                </c:pt>
                <c:pt idx="2547">
                  <c:v>-0.13100000000000001</c:v>
                </c:pt>
                <c:pt idx="2548">
                  <c:v>7.0000000000000001E-3</c:v>
                </c:pt>
                <c:pt idx="2549">
                  <c:v>7.0000000000000001E-3</c:v>
                </c:pt>
              </c:numCache>
            </c:numRef>
          </c:yVal>
          <c:smooth val="0"/>
          <c:extLst>
            <c:ext xmlns:c16="http://schemas.microsoft.com/office/drawing/2014/chart" uri="{C3380CC4-5D6E-409C-BE32-E72D297353CC}">
              <c16:uniqueId val="{00000006-83F3-4528-99AE-526ECA7D6CE3}"/>
            </c:ext>
          </c:extLst>
        </c:ser>
        <c:ser>
          <c:idx val="2"/>
          <c:order val="2"/>
          <c:tx>
            <c:strRef>
              <c:f>Sheet1!$D$1</c:f>
              <c:strCache>
                <c:ptCount val="1"/>
                <c:pt idx="0">
                  <c:v>transparentLower</c:v>
                </c:pt>
              </c:strCache>
            </c:strRef>
          </c:tx>
          <c:spPr>
            <a:ln w="38100" cap="rnd">
              <a:solidFill>
                <a:srgbClr val="22C7F3"/>
              </a:solidFill>
              <a:round/>
            </a:ln>
            <a:effectLst/>
          </c:spPr>
          <c:marker>
            <c:symbol val="none"/>
          </c:marker>
          <c:xVal>
            <c:numRef>
              <c:f>Sheet1!$A$2:$A$2551</c:f>
              <c:numCache>
                <c:formatCode>General</c:formatCode>
                <c:ptCount val="2550"/>
                <c:pt idx="0">
                  <c:v>3.3599999999999998E-2</c:v>
                </c:pt>
                <c:pt idx="1">
                  <c:v>5.7000000000000002E-2</c:v>
                </c:pt>
                <c:pt idx="2">
                  <c:v>7.8600000000000003E-2</c:v>
                </c:pt>
                <c:pt idx="3">
                  <c:v>0.108</c:v>
                </c:pt>
                <c:pt idx="4">
                  <c:v>0.1283</c:v>
                </c:pt>
                <c:pt idx="5">
                  <c:v>0.14990000000000001</c:v>
                </c:pt>
                <c:pt idx="6">
                  <c:v>0.17199999999999999</c:v>
                </c:pt>
                <c:pt idx="7">
                  <c:v>0.19600000000000001</c:v>
                </c:pt>
                <c:pt idx="8">
                  <c:v>0.22170000000000001</c:v>
                </c:pt>
                <c:pt idx="9">
                  <c:v>0.2442</c:v>
                </c:pt>
                <c:pt idx="10">
                  <c:v>0.2646</c:v>
                </c:pt>
                <c:pt idx="11">
                  <c:v>0.28510000000000002</c:v>
                </c:pt>
                <c:pt idx="12">
                  <c:v>0.30559999999999998</c:v>
                </c:pt>
                <c:pt idx="13">
                  <c:v>0.32619999999999999</c:v>
                </c:pt>
                <c:pt idx="14">
                  <c:v>0.34910000000000002</c:v>
                </c:pt>
                <c:pt idx="15">
                  <c:v>0.37019999999999997</c:v>
                </c:pt>
                <c:pt idx="16">
                  <c:v>0.39929999999999999</c:v>
                </c:pt>
                <c:pt idx="17">
                  <c:v>0.42420000000000002</c:v>
                </c:pt>
                <c:pt idx="18">
                  <c:v>0.4521</c:v>
                </c:pt>
                <c:pt idx="19">
                  <c:v>0.47810000000000002</c:v>
                </c:pt>
                <c:pt idx="20">
                  <c:v>0.50160000000000005</c:v>
                </c:pt>
                <c:pt idx="21">
                  <c:v>0.52480000000000004</c:v>
                </c:pt>
                <c:pt idx="22">
                  <c:v>0.55289999999999995</c:v>
                </c:pt>
                <c:pt idx="23">
                  <c:v>0.57650000000000001</c:v>
                </c:pt>
                <c:pt idx="24">
                  <c:v>0.60070000000000001</c:v>
                </c:pt>
                <c:pt idx="25">
                  <c:v>0.63090000000000002</c:v>
                </c:pt>
                <c:pt idx="26">
                  <c:v>0.65229999999999999</c:v>
                </c:pt>
                <c:pt idx="27">
                  <c:v>0.67579999999999996</c:v>
                </c:pt>
                <c:pt idx="28">
                  <c:v>0.7137</c:v>
                </c:pt>
                <c:pt idx="29">
                  <c:v>0.75229999999999997</c:v>
                </c:pt>
                <c:pt idx="30">
                  <c:v>0.78269999999999995</c:v>
                </c:pt>
                <c:pt idx="31">
                  <c:v>0.82199999999999995</c:v>
                </c:pt>
                <c:pt idx="32">
                  <c:v>0.8427</c:v>
                </c:pt>
                <c:pt idx="33">
                  <c:v>0.88039999999999996</c:v>
                </c:pt>
                <c:pt idx="34">
                  <c:v>0.90169999999999995</c:v>
                </c:pt>
                <c:pt idx="35">
                  <c:v>0.94030000000000002</c:v>
                </c:pt>
                <c:pt idx="36">
                  <c:v>0.96640000000000004</c:v>
                </c:pt>
                <c:pt idx="37">
                  <c:v>0.98699999999999999</c:v>
                </c:pt>
                <c:pt idx="38">
                  <c:v>1.0099</c:v>
                </c:pt>
                <c:pt idx="39">
                  <c:v>1.0306</c:v>
                </c:pt>
                <c:pt idx="40">
                  <c:v>1.0601</c:v>
                </c:pt>
                <c:pt idx="41">
                  <c:v>1.0885</c:v>
                </c:pt>
                <c:pt idx="42">
                  <c:v>1.1137999999999999</c:v>
                </c:pt>
                <c:pt idx="43">
                  <c:v>1.1389</c:v>
                </c:pt>
                <c:pt idx="44">
                  <c:v>1.1868000000000001</c:v>
                </c:pt>
                <c:pt idx="45">
                  <c:v>1.2107000000000001</c:v>
                </c:pt>
                <c:pt idx="46">
                  <c:v>1.2316</c:v>
                </c:pt>
                <c:pt idx="47">
                  <c:v>1.2538</c:v>
                </c:pt>
                <c:pt idx="48">
                  <c:v>1.2833000000000001</c:v>
                </c:pt>
                <c:pt idx="49">
                  <c:v>1.3071999999999999</c:v>
                </c:pt>
                <c:pt idx="50">
                  <c:v>1.3329</c:v>
                </c:pt>
                <c:pt idx="51">
                  <c:v>1.3560000000000001</c:v>
                </c:pt>
                <c:pt idx="52">
                  <c:v>1.3855999999999999</c:v>
                </c:pt>
                <c:pt idx="53">
                  <c:v>1.4060999999999999</c:v>
                </c:pt>
                <c:pt idx="54">
                  <c:v>1.4379999999999999</c:v>
                </c:pt>
                <c:pt idx="55">
                  <c:v>1.4608000000000001</c:v>
                </c:pt>
                <c:pt idx="56">
                  <c:v>1.4817</c:v>
                </c:pt>
                <c:pt idx="57">
                  <c:v>1.5127999999999999</c:v>
                </c:pt>
                <c:pt idx="58">
                  <c:v>1.5386</c:v>
                </c:pt>
                <c:pt idx="59">
                  <c:v>1.5588</c:v>
                </c:pt>
                <c:pt idx="60">
                  <c:v>1.5804</c:v>
                </c:pt>
                <c:pt idx="61">
                  <c:v>1.6009</c:v>
                </c:pt>
                <c:pt idx="62">
                  <c:v>1.6224000000000001</c:v>
                </c:pt>
                <c:pt idx="63">
                  <c:v>1.6545000000000001</c:v>
                </c:pt>
                <c:pt idx="64">
                  <c:v>1.6793</c:v>
                </c:pt>
                <c:pt idx="65">
                  <c:v>1.7021999999999999</c:v>
                </c:pt>
                <c:pt idx="66">
                  <c:v>1.7258</c:v>
                </c:pt>
                <c:pt idx="67">
                  <c:v>1.7462</c:v>
                </c:pt>
                <c:pt idx="68">
                  <c:v>1.7692000000000001</c:v>
                </c:pt>
                <c:pt idx="69">
                  <c:v>1.7915000000000001</c:v>
                </c:pt>
                <c:pt idx="70">
                  <c:v>1.8153999999999999</c:v>
                </c:pt>
                <c:pt idx="71">
                  <c:v>1.8389</c:v>
                </c:pt>
                <c:pt idx="72">
                  <c:v>1.8623000000000001</c:v>
                </c:pt>
                <c:pt idx="73">
                  <c:v>1.8925000000000001</c:v>
                </c:pt>
                <c:pt idx="74">
                  <c:v>1.9134</c:v>
                </c:pt>
                <c:pt idx="75">
                  <c:v>1.9430000000000001</c:v>
                </c:pt>
                <c:pt idx="76">
                  <c:v>1.9631000000000001</c:v>
                </c:pt>
                <c:pt idx="77">
                  <c:v>1.9926999999999999</c:v>
                </c:pt>
                <c:pt idx="78">
                  <c:v>2.0219</c:v>
                </c:pt>
                <c:pt idx="79">
                  <c:v>2.0478999999999998</c:v>
                </c:pt>
                <c:pt idx="80">
                  <c:v>2.0737999999999999</c:v>
                </c:pt>
                <c:pt idx="81">
                  <c:v>2.1017000000000001</c:v>
                </c:pt>
                <c:pt idx="82">
                  <c:v>2.1276000000000002</c:v>
                </c:pt>
                <c:pt idx="83">
                  <c:v>2.157</c:v>
                </c:pt>
                <c:pt idx="84">
                  <c:v>2.1812999999999998</c:v>
                </c:pt>
                <c:pt idx="85">
                  <c:v>2.2130999999999998</c:v>
                </c:pt>
                <c:pt idx="86">
                  <c:v>2.2389999999999999</c:v>
                </c:pt>
                <c:pt idx="87">
                  <c:v>2.2631999999999999</c:v>
                </c:pt>
                <c:pt idx="88">
                  <c:v>2.2886000000000002</c:v>
                </c:pt>
                <c:pt idx="89">
                  <c:v>2.3161999999999998</c:v>
                </c:pt>
                <c:pt idx="90">
                  <c:v>2.3408000000000002</c:v>
                </c:pt>
                <c:pt idx="91">
                  <c:v>2.3654999999999999</c:v>
                </c:pt>
                <c:pt idx="92">
                  <c:v>2.3893</c:v>
                </c:pt>
                <c:pt idx="93">
                  <c:v>2.4136000000000002</c:v>
                </c:pt>
                <c:pt idx="94">
                  <c:v>2.4367000000000001</c:v>
                </c:pt>
                <c:pt idx="95">
                  <c:v>2.4582000000000002</c:v>
                </c:pt>
                <c:pt idx="96">
                  <c:v>2.4809999999999999</c:v>
                </c:pt>
                <c:pt idx="97">
                  <c:v>2.5047999999999999</c:v>
                </c:pt>
                <c:pt idx="98">
                  <c:v>2.5255000000000001</c:v>
                </c:pt>
                <c:pt idx="99">
                  <c:v>2.5516000000000001</c:v>
                </c:pt>
                <c:pt idx="100">
                  <c:v>2.5802</c:v>
                </c:pt>
                <c:pt idx="101">
                  <c:v>2.6044999999999998</c:v>
                </c:pt>
                <c:pt idx="102">
                  <c:v>2.6311</c:v>
                </c:pt>
                <c:pt idx="103">
                  <c:v>2.6537999999999999</c:v>
                </c:pt>
                <c:pt idx="104">
                  <c:v>2.6757</c:v>
                </c:pt>
                <c:pt idx="105">
                  <c:v>2.6981999999999999</c:v>
                </c:pt>
                <c:pt idx="106">
                  <c:v>2.7187999999999999</c:v>
                </c:pt>
                <c:pt idx="107">
                  <c:v>2.7423999999999999</c:v>
                </c:pt>
                <c:pt idx="108">
                  <c:v>2.7669999999999999</c:v>
                </c:pt>
                <c:pt idx="109">
                  <c:v>2.7883</c:v>
                </c:pt>
                <c:pt idx="110">
                  <c:v>2.8123999999999998</c:v>
                </c:pt>
                <c:pt idx="111">
                  <c:v>2.8353000000000002</c:v>
                </c:pt>
                <c:pt idx="112">
                  <c:v>2.8570000000000002</c:v>
                </c:pt>
                <c:pt idx="113">
                  <c:v>2.8784000000000001</c:v>
                </c:pt>
                <c:pt idx="114">
                  <c:v>2.9026000000000001</c:v>
                </c:pt>
                <c:pt idx="115">
                  <c:v>2.9264999999999999</c:v>
                </c:pt>
                <c:pt idx="116">
                  <c:v>2.9474999999999998</c:v>
                </c:pt>
                <c:pt idx="117">
                  <c:v>2.9710000000000001</c:v>
                </c:pt>
                <c:pt idx="118">
                  <c:v>2.9929999999999999</c:v>
                </c:pt>
                <c:pt idx="119">
                  <c:v>3.0137</c:v>
                </c:pt>
                <c:pt idx="120">
                  <c:v>3.0438000000000001</c:v>
                </c:pt>
                <c:pt idx="121">
                  <c:v>3.0649999999999999</c:v>
                </c:pt>
                <c:pt idx="122">
                  <c:v>3.0871</c:v>
                </c:pt>
                <c:pt idx="123">
                  <c:v>3.1107999999999998</c:v>
                </c:pt>
                <c:pt idx="124">
                  <c:v>3.1316999999999999</c:v>
                </c:pt>
                <c:pt idx="125">
                  <c:v>3.1524999999999999</c:v>
                </c:pt>
                <c:pt idx="126">
                  <c:v>3.1749999999999998</c:v>
                </c:pt>
                <c:pt idx="127">
                  <c:v>3.2052999999999998</c:v>
                </c:pt>
                <c:pt idx="128">
                  <c:v>3.2292000000000001</c:v>
                </c:pt>
                <c:pt idx="129">
                  <c:v>3.2492000000000001</c:v>
                </c:pt>
                <c:pt idx="130">
                  <c:v>3.2728999999999999</c:v>
                </c:pt>
                <c:pt idx="131">
                  <c:v>3.2963</c:v>
                </c:pt>
                <c:pt idx="132">
                  <c:v>3.3165</c:v>
                </c:pt>
                <c:pt idx="133">
                  <c:v>3.3367</c:v>
                </c:pt>
                <c:pt idx="134">
                  <c:v>3.3660999999999999</c:v>
                </c:pt>
                <c:pt idx="135">
                  <c:v>3.3883999999999999</c:v>
                </c:pt>
                <c:pt idx="136">
                  <c:v>3.4098999999999999</c:v>
                </c:pt>
                <c:pt idx="137">
                  <c:v>3.4306999999999999</c:v>
                </c:pt>
                <c:pt idx="138">
                  <c:v>3.4521999999999999</c:v>
                </c:pt>
                <c:pt idx="139">
                  <c:v>3.4733000000000001</c:v>
                </c:pt>
                <c:pt idx="140">
                  <c:v>3.4962</c:v>
                </c:pt>
                <c:pt idx="141">
                  <c:v>3.5202</c:v>
                </c:pt>
                <c:pt idx="142">
                  <c:v>3.5451999999999999</c:v>
                </c:pt>
                <c:pt idx="143">
                  <c:v>3.5657999999999999</c:v>
                </c:pt>
                <c:pt idx="144">
                  <c:v>3.5905</c:v>
                </c:pt>
                <c:pt idx="145">
                  <c:v>3.6110000000000002</c:v>
                </c:pt>
                <c:pt idx="146">
                  <c:v>3.6377000000000002</c:v>
                </c:pt>
                <c:pt idx="147">
                  <c:v>3.6593</c:v>
                </c:pt>
                <c:pt idx="148">
                  <c:v>3.6798000000000002</c:v>
                </c:pt>
                <c:pt idx="149">
                  <c:v>3.7044000000000001</c:v>
                </c:pt>
                <c:pt idx="150">
                  <c:v>3.7281</c:v>
                </c:pt>
                <c:pt idx="151">
                  <c:v>3.7538999999999998</c:v>
                </c:pt>
                <c:pt idx="152">
                  <c:v>3.7782</c:v>
                </c:pt>
                <c:pt idx="153">
                  <c:v>3.8014999999999999</c:v>
                </c:pt>
                <c:pt idx="154">
                  <c:v>3.8228</c:v>
                </c:pt>
                <c:pt idx="155">
                  <c:v>3.8443999999999998</c:v>
                </c:pt>
                <c:pt idx="156">
                  <c:v>3.8702000000000001</c:v>
                </c:pt>
                <c:pt idx="157">
                  <c:v>3.8929</c:v>
                </c:pt>
                <c:pt idx="158">
                  <c:v>3.9207000000000001</c:v>
                </c:pt>
                <c:pt idx="159">
                  <c:v>3.9428999999999998</c:v>
                </c:pt>
                <c:pt idx="160">
                  <c:v>3.9632999999999998</c:v>
                </c:pt>
                <c:pt idx="161">
                  <c:v>3.9836999999999998</c:v>
                </c:pt>
                <c:pt idx="162">
                  <c:v>4.0042999999999997</c:v>
                </c:pt>
                <c:pt idx="163">
                  <c:v>4.0267999999999997</c:v>
                </c:pt>
                <c:pt idx="164">
                  <c:v>4.0513000000000003</c:v>
                </c:pt>
                <c:pt idx="165">
                  <c:v>4.0724</c:v>
                </c:pt>
                <c:pt idx="166">
                  <c:v>4.0968</c:v>
                </c:pt>
                <c:pt idx="167">
                  <c:v>4.1180000000000003</c:v>
                </c:pt>
                <c:pt idx="168">
                  <c:v>4.1435000000000004</c:v>
                </c:pt>
                <c:pt idx="169">
                  <c:v>4.1661999999999999</c:v>
                </c:pt>
                <c:pt idx="170">
                  <c:v>4.1898</c:v>
                </c:pt>
                <c:pt idx="171">
                  <c:v>4.2122000000000002</c:v>
                </c:pt>
                <c:pt idx="172">
                  <c:v>4.2351999999999999</c:v>
                </c:pt>
                <c:pt idx="173">
                  <c:v>4.2582000000000004</c:v>
                </c:pt>
                <c:pt idx="174">
                  <c:v>4.2788000000000004</c:v>
                </c:pt>
                <c:pt idx="175">
                  <c:v>4.2990000000000004</c:v>
                </c:pt>
                <c:pt idx="176">
                  <c:v>4.3303000000000003</c:v>
                </c:pt>
                <c:pt idx="177">
                  <c:v>4.3521000000000001</c:v>
                </c:pt>
                <c:pt idx="178">
                  <c:v>4.3726000000000003</c:v>
                </c:pt>
                <c:pt idx="179">
                  <c:v>4.3945999999999996</c:v>
                </c:pt>
                <c:pt idx="180">
                  <c:v>4.4183000000000003</c:v>
                </c:pt>
                <c:pt idx="181">
                  <c:v>4.4409999999999998</c:v>
                </c:pt>
                <c:pt idx="182">
                  <c:v>4.4638</c:v>
                </c:pt>
                <c:pt idx="183">
                  <c:v>4.4843000000000002</c:v>
                </c:pt>
                <c:pt idx="184">
                  <c:v>4.5067000000000004</c:v>
                </c:pt>
                <c:pt idx="185">
                  <c:v>4.5275999999999996</c:v>
                </c:pt>
                <c:pt idx="186">
                  <c:v>4.5503999999999998</c:v>
                </c:pt>
                <c:pt idx="187">
                  <c:v>4.5709</c:v>
                </c:pt>
                <c:pt idx="188">
                  <c:v>4.5967000000000002</c:v>
                </c:pt>
                <c:pt idx="189">
                  <c:v>4.6193</c:v>
                </c:pt>
                <c:pt idx="190">
                  <c:v>4.6448999999999998</c:v>
                </c:pt>
                <c:pt idx="191">
                  <c:v>4.6670999999999996</c:v>
                </c:pt>
                <c:pt idx="192">
                  <c:v>4.6910999999999996</c:v>
                </c:pt>
                <c:pt idx="193">
                  <c:v>4.7129000000000003</c:v>
                </c:pt>
                <c:pt idx="194">
                  <c:v>4.7352999999999996</c:v>
                </c:pt>
                <c:pt idx="195">
                  <c:v>4.7634999999999996</c:v>
                </c:pt>
                <c:pt idx="196">
                  <c:v>4.7896999999999998</c:v>
                </c:pt>
                <c:pt idx="197">
                  <c:v>4.8124000000000002</c:v>
                </c:pt>
                <c:pt idx="198">
                  <c:v>4.8329000000000004</c:v>
                </c:pt>
                <c:pt idx="199">
                  <c:v>4.8532999999999999</c:v>
                </c:pt>
                <c:pt idx="200">
                  <c:v>4.8745000000000003</c:v>
                </c:pt>
                <c:pt idx="201">
                  <c:v>4.8967000000000001</c:v>
                </c:pt>
                <c:pt idx="202">
                  <c:v>4.9166999999999996</c:v>
                </c:pt>
                <c:pt idx="203">
                  <c:v>4.9406999999999996</c:v>
                </c:pt>
                <c:pt idx="204">
                  <c:v>4.9617000000000004</c:v>
                </c:pt>
                <c:pt idx="205">
                  <c:v>4.9832000000000001</c:v>
                </c:pt>
                <c:pt idx="206">
                  <c:v>5.0034999999999998</c:v>
                </c:pt>
                <c:pt idx="207">
                  <c:v>5.0285000000000002</c:v>
                </c:pt>
                <c:pt idx="208">
                  <c:v>5.0486000000000004</c:v>
                </c:pt>
                <c:pt idx="209">
                  <c:v>5.0716000000000001</c:v>
                </c:pt>
                <c:pt idx="210">
                  <c:v>5.0938999999999997</c:v>
                </c:pt>
                <c:pt idx="211">
                  <c:v>5.1143000000000001</c:v>
                </c:pt>
                <c:pt idx="212">
                  <c:v>5.1406999999999998</c:v>
                </c:pt>
                <c:pt idx="213">
                  <c:v>5.1612999999999998</c:v>
                </c:pt>
                <c:pt idx="214">
                  <c:v>5.1879</c:v>
                </c:pt>
                <c:pt idx="215">
                  <c:v>5.2099000000000002</c:v>
                </c:pt>
                <c:pt idx="216">
                  <c:v>5.2313999999999998</c:v>
                </c:pt>
                <c:pt idx="217">
                  <c:v>5.2592999999999996</c:v>
                </c:pt>
                <c:pt idx="218">
                  <c:v>5.2801</c:v>
                </c:pt>
                <c:pt idx="219">
                  <c:v>5.3011999999999997</c:v>
                </c:pt>
                <c:pt idx="220">
                  <c:v>5.3226000000000004</c:v>
                </c:pt>
                <c:pt idx="221">
                  <c:v>5.3514999999999997</c:v>
                </c:pt>
                <c:pt idx="222">
                  <c:v>5.3716999999999997</c:v>
                </c:pt>
                <c:pt idx="223">
                  <c:v>5.3936000000000002</c:v>
                </c:pt>
                <c:pt idx="224">
                  <c:v>5.4208999999999996</c:v>
                </c:pt>
                <c:pt idx="225">
                  <c:v>5.4428999999999998</c:v>
                </c:pt>
                <c:pt idx="226">
                  <c:v>5.4641000000000002</c:v>
                </c:pt>
                <c:pt idx="227">
                  <c:v>5.4842000000000004</c:v>
                </c:pt>
                <c:pt idx="228">
                  <c:v>5.5115999999999996</c:v>
                </c:pt>
                <c:pt idx="229">
                  <c:v>5.5324</c:v>
                </c:pt>
                <c:pt idx="230">
                  <c:v>5.5541999999999998</c:v>
                </c:pt>
                <c:pt idx="231">
                  <c:v>5.5815999999999999</c:v>
                </c:pt>
                <c:pt idx="232">
                  <c:v>5.6035000000000004</c:v>
                </c:pt>
                <c:pt idx="233">
                  <c:v>5.6308999999999996</c:v>
                </c:pt>
                <c:pt idx="234">
                  <c:v>5.6581000000000001</c:v>
                </c:pt>
                <c:pt idx="235">
                  <c:v>5.6787000000000001</c:v>
                </c:pt>
                <c:pt idx="236">
                  <c:v>5.6990999999999996</c:v>
                </c:pt>
                <c:pt idx="237">
                  <c:v>5.7256</c:v>
                </c:pt>
                <c:pt idx="238">
                  <c:v>5.7481</c:v>
                </c:pt>
                <c:pt idx="239">
                  <c:v>5.7759</c:v>
                </c:pt>
                <c:pt idx="240">
                  <c:v>5.7965</c:v>
                </c:pt>
                <c:pt idx="241">
                  <c:v>5.8178000000000001</c:v>
                </c:pt>
                <c:pt idx="242">
                  <c:v>5.8444000000000003</c:v>
                </c:pt>
                <c:pt idx="243">
                  <c:v>5.8680000000000003</c:v>
                </c:pt>
                <c:pt idx="244">
                  <c:v>5.8893000000000004</c:v>
                </c:pt>
                <c:pt idx="245">
                  <c:v>5.9164000000000003</c:v>
                </c:pt>
                <c:pt idx="246">
                  <c:v>5.9420999999999999</c:v>
                </c:pt>
                <c:pt idx="247">
                  <c:v>5.9642999999999997</c:v>
                </c:pt>
                <c:pt idx="248">
                  <c:v>5.9907000000000004</c:v>
                </c:pt>
                <c:pt idx="249">
                  <c:v>6.0122</c:v>
                </c:pt>
                <c:pt idx="250">
                  <c:v>6.0324</c:v>
                </c:pt>
                <c:pt idx="251">
                  <c:v>6.0610999999999997</c:v>
                </c:pt>
                <c:pt idx="252">
                  <c:v>6.0831999999999997</c:v>
                </c:pt>
                <c:pt idx="253">
                  <c:v>6.1047000000000002</c:v>
                </c:pt>
                <c:pt idx="254">
                  <c:v>6.1317000000000004</c:v>
                </c:pt>
                <c:pt idx="255">
                  <c:v>6.1535000000000002</c:v>
                </c:pt>
                <c:pt idx="256">
                  <c:v>6.1832000000000003</c:v>
                </c:pt>
                <c:pt idx="257">
                  <c:v>6.2057000000000002</c:v>
                </c:pt>
                <c:pt idx="258">
                  <c:v>6.2282000000000002</c:v>
                </c:pt>
                <c:pt idx="259">
                  <c:v>6.2502000000000004</c:v>
                </c:pt>
                <c:pt idx="260">
                  <c:v>6.2801</c:v>
                </c:pt>
                <c:pt idx="261">
                  <c:v>6.3026999999999997</c:v>
                </c:pt>
                <c:pt idx="262">
                  <c:v>6.3247</c:v>
                </c:pt>
                <c:pt idx="263">
                  <c:v>6.3491</c:v>
                </c:pt>
                <c:pt idx="264">
                  <c:v>6.3704000000000001</c:v>
                </c:pt>
                <c:pt idx="265">
                  <c:v>6.3933</c:v>
                </c:pt>
                <c:pt idx="266">
                  <c:v>6.4146000000000001</c:v>
                </c:pt>
                <c:pt idx="267">
                  <c:v>6.4370000000000003</c:v>
                </c:pt>
                <c:pt idx="268">
                  <c:v>6.4588999999999999</c:v>
                </c:pt>
                <c:pt idx="269">
                  <c:v>6.4790000000000001</c:v>
                </c:pt>
                <c:pt idx="270">
                  <c:v>6.5052000000000003</c:v>
                </c:pt>
                <c:pt idx="271">
                  <c:v>6.5282999999999998</c:v>
                </c:pt>
                <c:pt idx="272">
                  <c:v>6.5500999999999996</c:v>
                </c:pt>
                <c:pt idx="273">
                  <c:v>6.5728</c:v>
                </c:pt>
                <c:pt idx="274">
                  <c:v>6.6013999999999999</c:v>
                </c:pt>
                <c:pt idx="275">
                  <c:v>6.6261000000000001</c:v>
                </c:pt>
                <c:pt idx="276">
                  <c:v>6.6492000000000004</c:v>
                </c:pt>
                <c:pt idx="277">
                  <c:v>6.6714000000000002</c:v>
                </c:pt>
                <c:pt idx="278">
                  <c:v>6.6923000000000004</c:v>
                </c:pt>
                <c:pt idx="279">
                  <c:v>6.7134</c:v>
                </c:pt>
                <c:pt idx="280">
                  <c:v>6.7381000000000002</c:v>
                </c:pt>
                <c:pt idx="281">
                  <c:v>6.7605000000000004</c:v>
                </c:pt>
                <c:pt idx="282">
                  <c:v>6.7842000000000002</c:v>
                </c:pt>
                <c:pt idx="283">
                  <c:v>6.8045</c:v>
                </c:pt>
                <c:pt idx="284">
                  <c:v>6.8291000000000004</c:v>
                </c:pt>
                <c:pt idx="285">
                  <c:v>6.8555000000000001</c:v>
                </c:pt>
                <c:pt idx="286">
                  <c:v>6.8765000000000001</c:v>
                </c:pt>
                <c:pt idx="287">
                  <c:v>6.9115000000000002</c:v>
                </c:pt>
                <c:pt idx="288">
                  <c:v>6.9366000000000003</c:v>
                </c:pt>
                <c:pt idx="289">
                  <c:v>6.9569000000000001</c:v>
                </c:pt>
                <c:pt idx="290">
                  <c:v>6.9825999999999997</c:v>
                </c:pt>
                <c:pt idx="291">
                  <c:v>7.0076999999999998</c:v>
                </c:pt>
                <c:pt idx="292">
                  <c:v>7.0309999999999997</c:v>
                </c:pt>
                <c:pt idx="293">
                  <c:v>7.0545999999999998</c:v>
                </c:pt>
                <c:pt idx="294">
                  <c:v>7.0792999999999999</c:v>
                </c:pt>
                <c:pt idx="295">
                  <c:v>7.1032000000000002</c:v>
                </c:pt>
                <c:pt idx="296">
                  <c:v>7.1303999999999998</c:v>
                </c:pt>
                <c:pt idx="297">
                  <c:v>7.1540999999999997</c:v>
                </c:pt>
                <c:pt idx="298">
                  <c:v>7.1752000000000002</c:v>
                </c:pt>
                <c:pt idx="299">
                  <c:v>7.2004999999999999</c:v>
                </c:pt>
                <c:pt idx="300">
                  <c:v>7.2221000000000002</c:v>
                </c:pt>
                <c:pt idx="301">
                  <c:v>7.2469000000000001</c:v>
                </c:pt>
                <c:pt idx="302">
                  <c:v>7.2675999999999998</c:v>
                </c:pt>
                <c:pt idx="303">
                  <c:v>7.2930000000000001</c:v>
                </c:pt>
                <c:pt idx="304">
                  <c:v>7.32</c:v>
                </c:pt>
                <c:pt idx="305">
                  <c:v>7.3434999999999997</c:v>
                </c:pt>
                <c:pt idx="306">
                  <c:v>7.3714000000000004</c:v>
                </c:pt>
                <c:pt idx="307">
                  <c:v>7.3933999999999997</c:v>
                </c:pt>
                <c:pt idx="308">
                  <c:v>7.4160000000000004</c:v>
                </c:pt>
                <c:pt idx="309">
                  <c:v>7.4394</c:v>
                </c:pt>
                <c:pt idx="310">
                  <c:v>7.4640000000000004</c:v>
                </c:pt>
                <c:pt idx="311">
                  <c:v>7.4858000000000002</c:v>
                </c:pt>
                <c:pt idx="312">
                  <c:v>7.5086000000000004</c:v>
                </c:pt>
                <c:pt idx="313">
                  <c:v>7.5369000000000002</c:v>
                </c:pt>
                <c:pt idx="314">
                  <c:v>7.5621999999999998</c:v>
                </c:pt>
                <c:pt idx="315">
                  <c:v>7.5838999999999999</c:v>
                </c:pt>
                <c:pt idx="316">
                  <c:v>7.6073000000000004</c:v>
                </c:pt>
                <c:pt idx="317">
                  <c:v>7.6345000000000001</c:v>
                </c:pt>
                <c:pt idx="318">
                  <c:v>7.6577999999999999</c:v>
                </c:pt>
                <c:pt idx="319">
                  <c:v>7.6795</c:v>
                </c:pt>
                <c:pt idx="320">
                  <c:v>7.7008000000000001</c:v>
                </c:pt>
                <c:pt idx="321">
                  <c:v>7.7286999999999999</c:v>
                </c:pt>
                <c:pt idx="322">
                  <c:v>7.7489999999999997</c:v>
                </c:pt>
                <c:pt idx="323">
                  <c:v>7.7717999999999998</c:v>
                </c:pt>
                <c:pt idx="324">
                  <c:v>7.7962999999999996</c:v>
                </c:pt>
                <c:pt idx="325">
                  <c:v>7.8174000000000001</c:v>
                </c:pt>
                <c:pt idx="326">
                  <c:v>7.8414999999999999</c:v>
                </c:pt>
                <c:pt idx="327">
                  <c:v>7.8619000000000003</c:v>
                </c:pt>
                <c:pt idx="328">
                  <c:v>7.8864000000000001</c:v>
                </c:pt>
                <c:pt idx="329">
                  <c:v>7.9077999999999999</c:v>
                </c:pt>
                <c:pt idx="330">
                  <c:v>7.9333</c:v>
                </c:pt>
                <c:pt idx="331">
                  <c:v>7.9614000000000003</c:v>
                </c:pt>
                <c:pt idx="332">
                  <c:v>7.9835000000000003</c:v>
                </c:pt>
                <c:pt idx="333">
                  <c:v>8.0088000000000008</c:v>
                </c:pt>
                <c:pt idx="334">
                  <c:v>8.0330999999999992</c:v>
                </c:pt>
                <c:pt idx="335">
                  <c:v>8.0564999999999998</c:v>
                </c:pt>
                <c:pt idx="336">
                  <c:v>8.077</c:v>
                </c:pt>
                <c:pt idx="337">
                  <c:v>8.1</c:v>
                </c:pt>
                <c:pt idx="338">
                  <c:v>8.1218000000000004</c:v>
                </c:pt>
                <c:pt idx="339">
                  <c:v>8.1515000000000004</c:v>
                </c:pt>
                <c:pt idx="340">
                  <c:v>8.1781000000000006</c:v>
                </c:pt>
                <c:pt idx="341">
                  <c:v>8.1988000000000003</c:v>
                </c:pt>
                <c:pt idx="342">
                  <c:v>8.2207000000000008</c:v>
                </c:pt>
                <c:pt idx="343">
                  <c:v>8.2408999999999999</c:v>
                </c:pt>
                <c:pt idx="344">
                  <c:v>8.2622</c:v>
                </c:pt>
                <c:pt idx="345">
                  <c:v>8.2844999999999995</c:v>
                </c:pt>
                <c:pt idx="346">
                  <c:v>8.3054000000000006</c:v>
                </c:pt>
                <c:pt idx="347">
                  <c:v>8.3292999999999999</c:v>
                </c:pt>
                <c:pt idx="348">
                  <c:v>8.3496000000000006</c:v>
                </c:pt>
                <c:pt idx="349">
                  <c:v>8.3702000000000005</c:v>
                </c:pt>
                <c:pt idx="350">
                  <c:v>8.3964999999999996</c:v>
                </c:pt>
                <c:pt idx="351">
                  <c:v>8.4202999999999992</c:v>
                </c:pt>
                <c:pt idx="352">
                  <c:v>8.4413999999999998</c:v>
                </c:pt>
                <c:pt idx="353">
                  <c:v>8.4624000000000006</c:v>
                </c:pt>
                <c:pt idx="354">
                  <c:v>8.4856999999999996</c:v>
                </c:pt>
                <c:pt idx="355">
                  <c:v>8.5122999999999998</c:v>
                </c:pt>
                <c:pt idx="356">
                  <c:v>8.5418000000000003</c:v>
                </c:pt>
                <c:pt idx="357">
                  <c:v>8.5658999999999992</c:v>
                </c:pt>
                <c:pt idx="358">
                  <c:v>8.5873000000000008</c:v>
                </c:pt>
                <c:pt idx="359">
                  <c:v>8.6140000000000008</c:v>
                </c:pt>
                <c:pt idx="360">
                  <c:v>8.6371000000000002</c:v>
                </c:pt>
                <c:pt idx="361">
                  <c:v>8.6603999999999992</c:v>
                </c:pt>
                <c:pt idx="362">
                  <c:v>8.6812000000000005</c:v>
                </c:pt>
                <c:pt idx="363">
                  <c:v>8.7025000000000006</c:v>
                </c:pt>
                <c:pt idx="364">
                  <c:v>8.7227999999999994</c:v>
                </c:pt>
                <c:pt idx="365">
                  <c:v>8.7495999999999992</c:v>
                </c:pt>
                <c:pt idx="366">
                  <c:v>8.7744</c:v>
                </c:pt>
                <c:pt idx="367">
                  <c:v>8.7980999999999998</c:v>
                </c:pt>
                <c:pt idx="368">
                  <c:v>8.8199000000000005</c:v>
                </c:pt>
                <c:pt idx="369">
                  <c:v>8.8438999999999997</c:v>
                </c:pt>
                <c:pt idx="370">
                  <c:v>8.8658999999999999</c:v>
                </c:pt>
                <c:pt idx="371">
                  <c:v>8.8933999999999997</c:v>
                </c:pt>
                <c:pt idx="372">
                  <c:v>8.9220000000000006</c:v>
                </c:pt>
                <c:pt idx="373">
                  <c:v>8.9515999999999991</c:v>
                </c:pt>
                <c:pt idx="374">
                  <c:v>8.9754000000000005</c:v>
                </c:pt>
                <c:pt idx="375">
                  <c:v>9.0007999999999999</c:v>
                </c:pt>
                <c:pt idx="376">
                  <c:v>9.0219000000000005</c:v>
                </c:pt>
                <c:pt idx="377">
                  <c:v>9.0465999999999998</c:v>
                </c:pt>
                <c:pt idx="378">
                  <c:v>9.0723000000000003</c:v>
                </c:pt>
                <c:pt idx="379">
                  <c:v>9.0958000000000006</c:v>
                </c:pt>
                <c:pt idx="380">
                  <c:v>9.1196999999999999</c:v>
                </c:pt>
                <c:pt idx="381">
                  <c:v>9.1440000000000001</c:v>
                </c:pt>
                <c:pt idx="382">
                  <c:v>9.1655999999999995</c:v>
                </c:pt>
                <c:pt idx="383">
                  <c:v>9.1865000000000006</c:v>
                </c:pt>
                <c:pt idx="384">
                  <c:v>9.2134</c:v>
                </c:pt>
                <c:pt idx="385">
                  <c:v>9.2363</c:v>
                </c:pt>
                <c:pt idx="386">
                  <c:v>9.2615999999999996</c:v>
                </c:pt>
                <c:pt idx="387">
                  <c:v>9.2843999999999998</c:v>
                </c:pt>
                <c:pt idx="388">
                  <c:v>9.3132000000000001</c:v>
                </c:pt>
                <c:pt idx="389">
                  <c:v>9.3427000000000007</c:v>
                </c:pt>
                <c:pt idx="390">
                  <c:v>9.3724000000000007</c:v>
                </c:pt>
                <c:pt idx="391">
                  <c:v>9.3998000000000008</c:v>
                </c:pt>
                <c:pt idx="392">
                  <c:v>9.4212000000000007</c:v>
                </c:pt>
                <c:pt idx="393">
                  <c:v>9.4501000000000008</c:v>
                </c:pt>
                <c:pt idx="394">
                  <c:v>9.4739000000000004</c:v>
                </c:pt>
                <c:pt idx="395">
                  <c:v>9.4992000000000001</c:v>
                </c:pt>
                <c:pt idx="396">
                  <c:v>9.5228000000000002</c:v>
                </c:pt>
                <c:pt idx="397">
                  <c:v>9.5432000000000006</c:v>
                </c:pt>
                <c:pt idx="398">
                  <c:v>9.5706000000000007</c:v>
                </c:pt>
                <c:pt idx="399">
                  <c:v>9.5985999999999994</c:v>
                </c:pt>
                <c:pt idx="400">
                  <c:v>9.6204000000000001</c:v>
                </c:pt>
                <c:pt idx="401">
                  <c:v>9.6411999999999995</c:v>
                </c:pt>
                <c:pt idx="402">
                  <c:v>9.6613000000000007</c:v>
                </c:pt>
                <c:pt idx="403">
                  <c:v>9.6836000000000002</c:v>
                </c:pt>
                <c:pt idx="404">
                  <c:v>9.7067999999999994</c:v>
                </c:pt>
                <c:pt idx="405">
                  <c:v>9.7311999999999994</c:v>
                </c:pt>
                <c:pt idx="406">
                  <c:v>9.7529000000000003</c:v>
                </c:pt>
                <c:pt idx="407">
                  <c:v>9.7772000000000006</c:v>
                </c:pt>
                <c:pt idx="408">
                  <c:v>9.7985000000000007</c:v>
                </c:pt>
                <c:pt idx="409">
                  <c:v>9.8196999999999992</c:v>
                </c:pt>
                <c:pt idx="410">
                  <c:v>9.8420000000000005</c:v>
                </c:pt>
                <c:pt idx="411">
                  <c:v>9.8656000000000006</c:v>
                </c:pt>
                <c:pt idx="412">
                  <c:v>9.8864999999999998</c:v>
                </c:pt>
                <c:pt idx="413">
                  <c:v>9.9115000000000002</c:v>
                </c:pt>
                <c:pt idx="414">
                  <c:v>9.9329000000000001</c:v>
                </c:pt>
                <c:pt idx="415">
                  <c:v>9.9540000000000006</c:v>
                </c:pt>
                <c:pt idx="416">
                  <c:v>9.9741999999999997</c:v>
                </c:pt>
                <c:pt idx="417">
                  <c:v>9.9994999999999994</c:v>
                </c:pt>
                <c:pt idx="418">
                  <c:v>10.022500000000001</c:v>
                </c:pt>
                <c:pt idx="419">
                  <c:v>10.053100000000001</c:v>
                </c:pt>
                <c:pt idx="420">
                  <c:v>10.075100000000001</c:v>
                </c:pt>
                <c:pt idx="421">
                  <c:v>10.095800000000001</c:v>
                </c:pt>
                <c:pt idx="422">
                  <c:v>10.1206</c:v>
                </c:pt>
                <c:pt idx="423">
                  <c:v>10.150700000000001</c:v>
                </c:pt>
                <c:pt idx="424">
                  <c:v>10.173400000000001</c:v>
                </c:pt>
                <c:pt idx="425">
                  <c:v>10.2042</c:v>
                </c:pt>
                <c:pt idx="426">
                  <c:v>10.225199999999999</c:v>
                </c:pt>
                <c:pt idx="427">
                  <c:v>10.248200000000001</c:v>
                </c:pt>
                <c:pt idx="428">
                  <c:v>10.2699</c:v>
                </c:pt>
                <c:pt idx="429">
                  <c:v>10.292400000000001</c:v>
                </c:pt>
                <c:pt idx="430">
                  <c:v>10.3132</c:v>
                </c:pt>
                <c:pt idx="431">
                  <c:v>10.335800000000001</c:v>
                </c:pt>
                <c:pt idx="432">
                  <c:v>10.356</c:v>
                </c:pt>
                <c:pt idx="433">
                  <c:v>10.3786</c:v>
                </c:pt>
                <c:pt idx="434">
                  <c:v>10.4031</c:v>
                </c:pt>
                <c:pt idx="435">
                  <c:v>10.4262</c:v>
                </c:pt>
                <c:pt idx="436">
                  <c:v>10.4497</c:v>
                </c:pt>
                <c:pt idx="437">
                  <c:v>10.472</c:v>
                </c:pt>
                <c:pt idx="438">
                  <c:v>10.497</c:v>
                </c:pt>
                <c:pt idx="439">
                  <c:v>10.5198</c:v>
                </c:pt>
                <c:pt idx="440">
                  <c:v>10.541600000000001</c:v>
                </c:pt>
                <c:pt idx="441">
                  <c:v>10.5639</c:v>
                </c:pt>
                <c:pt idx="442">
                  <c:v>10.5884</c:v>
                </c:pt>
                <c:pt idx="443">
                  <c:v>10.616400000000001</c:v>
                </c:pt>
                <c:pt idx="444">
                  <c:v>10.640700000000001</c:v>
                </c:pt>
                <c:pt idx="445">
                  <c:v>10.6637</c:v>
                </c:pt>
                <c:pt idx="446">
                  <c:v>10.6851</c:v>
                </c:pt>
                <c:pt idx="447">
                  <c:v>10.7151</c:v>
                </c:pt>
                <c:pt idx="448">
                  <c:v>10.738899999999999</c:v>
                </c:pt>
                <c:pt idx="449">
                  <c:v>10.761100000000001</c:v>
                </c:pt>
                <c:pt idx="450">
                  <c:v>10.786799999999999</c:v>
                </c:pt>
                <c:pt idx="451">
                  <c:v>10.8133</c:v>
                </c:pt>
                <c:pt idx="452">
                  <c:v>10.8398</c:v>
                </c:pt>
                <c:pt idx="453">
                  <c:v>10.864000000000001</c:v>
                </c:pt>
                <c:pt idx="454">
                  <c:v>10.8902</c:v>
                </c:pt>
                <c:pt idx="455">
                  <c:v>10.9161</c:v>
                </c:pt>
                <c:pt idx="456">
                  <c:v>10.9373</c:v>
                </c:pt>
                <c:pt idx="457">
                  <c:v>10.963900000000001</c:v>
                </c:pt>
                <c:pt idx="458">
                  <c:v>10.988200000000001</c:v>
                </c:pt>
                <c:pt idx="459">
                  <c:v>11.015599999999999</c:v>
                </c:pt>
                <c:pt idx="460">
                  <c:v>11.0496</c:v>
                </c:pt>
                <c:pt idx="461">
                  <c:v>11.0822</c:v>
                </c:pt>
                <c:pt idx="462">
                  <c:v>11.1149</c:v>
                </c:pt>
                <c:pt idx="463">
                  <c:v>11.141400000000001</c:v>
                </c:pt>
                <c:pt idx="464">
                  <c:v>11.175599999999999</c:v>
                </c:pt>
                <c:pt idx="465">
                  <c:v>11.2409</c:v>
                </c:pt>
                <c:pt idx="466">
                  <c:v>11.2637</c:v>
                </c:pt>
                <c:pt idx="467">
                  <c:v>11.3012</c:v>
                </c:pt>
                <c:pt idx="468">
                  <c:v>11.3368</c:v>
                </c:pt>
                <c:pt idx="469">
                  <c:v>11.358700000000001</c:v>
                </c:pt>
                <c:pt idx="470">
                  <c:v>11.391</c:v>
                </c:pt>
                <c:pt idx="471">
                  <c:v>11.418200000000001</c:v>
                </c:pt>
                <c:pt idx="472">
                  <c:v>11.449199999999999</c:v>
                </c:pt>
                <c:pt idx="473">
                  <c:v>11.476000000000001</c:v>
                </c:pt>
                <c:pt idx="474">
                  <c:v>11.5032</c:v>
                </c:pt>
                <c:pt idx="475">
                  <c:v>11.5274</c:v>
                </c:pt>
                <c:pt idx="476">
                  <c:v>11.5525</c:v>
                </c:pt>
                <c:pt idx="477">
                  <c:v>11.576700000000001</c:v>
                </c:pt>
                <c:pt idx="478">
                  <c:v>11.5984</c:v>
                </c:pt>
                <c:pt idx="479">
                  <c:v>11.620200000000001</c:v>
                </c:pt>
                <c:pt idx="480">
                  <c:v>11.6418</c:v>
                </c:pt>
                <c:pt idx="481">
                  <c:v>11.6647</c:v>
                </c:pt>
                <c:pt idx="482">
                  <c:v>11.6861</c:v>
                </c:pt>
                <c:pt idx="483">
                  <c:v>11.714700000000001</c:v>
                </c:pt>
                <c:pt idx="484">
                  <c:v>11.7431</c:v>
                </c:pt>
                <c:pt idx="485">
                  <c:v>11.771599999999999</c:v>
                </c:pt>
                <c:pt idx="486">
                  <c:v>11.7918</c:v>
                </c:pt>
                <c:pt idx="487">
                  <c:v>11.813800000000001</c:v>
                </c:pt>
                <c:pt idx="488">
                  <c:v>11.8367</c:v>
                </c:pt>
                <c:pt idx="489">
                  <c:v>11.8653</c:v>
                </c:pt>
                <c:pt idx="490">
                  <c:v>11.885300000000001</c:v>
                </c:pt>
                <c:pt idx="491">
                  <c:v>11.913500000000001</c:v>
                </c:pt>
                <c:pt idx="492">
                  <c:v>11.9414</c:v>
                </c:pt>
                <c:pt idx="493">
                  <c:v>11.9633</c:v>
                </c:pt>
                <c:pt idx="494">
                  <c:v>11.992100000000001</c:v>
                </c:pt>
                <c:pt idx="495">
                  <c:v>12.018599999999999</c:v>
                </c:pt>
                <c:pt idx="496">
                  <c:v>12.0436</c:v>
                </c:pt>
                <c:pt idx="497">
                  <c:v>12.063700000000001</c:v>
                </c:pt>
                <c:pt idx="498">
                  <c:v>12.085800000000001</c:v>
                </c:pt>
                <c:pt idx="499">
                  <c:v>12.1061</c:v>
                </c:pt>
                <c:pt idx="500">
                  <c:v>12.1281</c:v>
                </c:pt>
                <c:pt idx="501">
                  <c:v>12.150700000000001</c:v>
                </c:pt>
                <c:pt idx="502">
                  <c:v>12.179</c:v>
                </c:pt>
                <c:pt idx="503">
                  <c:v>12.202</c:v>
                </c:pt>
                <c:pt idx="504">
                  <c:v>12.2235</c:v>
                </c:pt>
                <c:pt idx="505">
                  <c:v>12.249499999999999</c:v>
                </c:pt>
                <c:pt idx="506">
                  <c:v>12.272600000000001</c:v>
                </c:pt>
                <c:pt idx="507">
                  <c:v>12.302</c:v>
                </c:pt>
                <c:pt idx="508">
                  <c:v>12.3239</c:v>
                </c:pt>
                <c:pt idx="509">
                  <c:v>12.347099999999999</c:v>
                </c:pt>
                <c:pt idx="510">
                  <c:v>12.3713</c:v>
                </c:pt>
                <c:pt idx="511">
                  <c:v>12.393700000000001</c:v>
                </c:pt>
                <c:pt idx="512">
                  <c:v>12.416499999999999</c:v>
                </c:pt>
                <c:pt idx="513">
                  <c:v>12.4389</c:v>
                </c:pt>
                <c:pt idx="514">
                  <c:v>12.460100000000001</c:v>
                </c:pt>
                <c:pt idx="515">
                  <c:v>12.4847</c:v>
                </c:pt>
                <c:pt idx="516">
                  <c:v>12.5083</c:v>
                </c:pt>
                <c:pt idx="517">
                  <c:v>12.5312</c:v>
                </c:pt>
                <c:pt idx="518">
                  <c:v>12.559900000000001</c:v>
                </c:pt>
                <c:pt idx="519">
                  <c:v>12.582000000000001</c:v>
                </c:pt>
                <c:pt idx="520">
                  <c:v>12.604699999999999</c:v>
                </c:pt>
                <c:pt idx="521">
                  <c:v>12.6271</c:v>
                </c:pt>
                <c:pt idx="522">
                  <c:v>12.653</c:v>
                </c:pt>
                <c:pt idx="523">
                  <c:v>12.678100000000001</c:v>
                </c:pt>
                <c:pt idx="524">
                  <c:v>12.6995</c:v>
                </c:pt>
                <c:pt idx="525">
                  <c:v>12.721299999999999</c:v>
                </c:pt>
                <c:pt idx="526">
                  <c:v>12.742699999999999</c:v>
                </c:pt>
                <c:pt idx="527">
                  <c:v>12.765000000000001</c:v>
                </c:pt>
                <c:pt idx="528">
                  <c:v>12.7879</c:v>
                </c:pt>
                <c:pt idx="529">
                  <c:v>12.810499999999999</c:v>
                </c:pt>
                <c:pt idx="530">
                  <c:v>12.831</c:v>
                </c:pt>
                <c:pt idx="531">
                  <c:v>12.853400000000001</c:v>
                </c:pt>
                <c:pt idx="532">
                  <c:v>12.873900000000001</c:v>
                </c:pt>
                <c:pt idx="533">
                  <c:v>12.8988</c:v>
                </c:pt>
                <c:pt idx="534">
                  <c:v>12.921099999999999</c:v>
                </c:pt>
                <c:pt idx="535">
                  <c:v>12.942</c:v>
                </c:pt>
                <c:pt idx="536">
                  <c:v>12.9725</c:v>
                </c:pt>
                <c:pt idx="537">
                  <c:v>13.0009</c:v>
                </c:pt>
                <c:pt idx="538">
                  <c:v>13.024699999999999</c:v>
                </c:pt>
                <c:pt idx="539">
                  <c:v>13.0481</c:v>
                </c:pt>
                <c:pt idx="540">
                  <c:v>13.0738</c:v>
                </c:pt>
                <c:pt idx="541">
                  <c:v>13.0953</c:v>
                </c:pt>
                <c:pt idx="542">
                  <c:v>13.118399999999999</c:v>
                </c:pt>
                <c:pt idx="543">
                  <c:v>13.139099999999999</c:v>
                </c:pt>
                <c:pt idx="544">
                  <c:v>13.1624</c:v>
                </c:pt>
                <c:pt idx="545">
                  <c:v>13.1839</c:v>
                </c:pt>
                <c:pt idx="546">
                  <c:v>13.207000000000001</c:v>
                </c:pt>
                <c:pt idx="547">
                  <c:v>13.2272</c:v>
                </c:pt>
                <c:pt idx="548">
                  <c:v>13.248900000000001</c:v>
                </c:pt>
                <c:pt idx="549">
                  <c:v>13.276199999999999</c:v>
                </c:pt>
                <c:pt idx="550">
                  <c:v>13.298299999999999</c:v>
                </c:pt>
                <c:pt idx="551">
                  <c:v>13.3193</c:v>
                </c:pt>
                <c:pt idx="552">
                  <c:v>13.3413</c:v>
                </c:pt>
                <c:pt idx="553">
                  <c:v>13.3622</c:v>
                </c:pt>
                <c:pt idx="554">
                  <c:v>13.383900000000001</c:v>
                </c:pt>
                <c:pt idx="555">
                  <c:v>13.404299999999999</c:v>
                </c:pt>
                <c:pt idx="556">
                  <c:v>13.4252</c:v>
                </c:pt>
                <c:pt idx="557">
                  <c:v>13.4467</c:v>
                </c:pt>
                <c:pt idx="558">
                  <c:v>13.471399999999999</c:v>
                </c:pt>
                <c:pt idx="559">
                  <c:v>13.5007</c:v>
                </c:pt>
                <c:pt idx="560">
                  <c:v>13.5227</c:v>
                </c:pt>
                <c:pt idx="561">
                  <c:v>13.5448</c:v>
                </c:pt>
                <c:pt idx="562">
                  <c:v>13.573600000000001</c:v>
                </c:pt>
                <c:pt idx="563">
                  <c:v>13.595499999999999</c:v>
                </c:pt>
                <c:pt idx="564">
                  <c:v>13.616400000000001</c:v>
                </c:pt>
                <c:pt idx="565">
                  <c:v>13.6366</c:v>
                </c:pt>
                <c:pt idx="566">
                  <c:v>13.660399999999999</c:v>
                </c:pt>
                <c:pt idx="567">
                  <c:v>13.682600000000001</c:v>
                </c:pt>
                <c:pt idx="568">
                  <c:v>13.7051</c:v>
                </c:pt>
                <c:pt idx="569">
                  <c:v>13.7347</c:v>
                </c:pt>
                <c:pt idx="570">
                  <c:v>13.757199999999999</c:v>
                </c:pt>
                <c:pt idx="571">
                  <c:v>13.7789</c:v>
                </c:pt>
                <c:pt idx="572">
                  <c:v>13.801600000000001</c:v>
                </c:pt>
                <c:pt idx="573">
                  <c:v>13.8216</c:v>
                </c:pt>
                <c:pt idx="574">
                  <c:v>13.844200000000001</c:v>
                </c:pt>
                <c:pt idx="575">
                  <c:v>13.864699999999999</c:v>
                </c:pt>
                <c:pt idx="576">
                  <c:v>13.886100000000001</c:v>
                </c:pt>
                <c:pt idx="577">
                  <c:v>13.908300000000001</c:v>
                </c:pt>
                <c:pt idx="578">
                  <c:v>13.931800000000001</c:v>
                </c:pt>
                <c:pt idx="579">
                  <c:v>13.953099999999999</c:v>
                </c:pt>
                <c:pt idx="580">
                  <c:v>13.9742</c:v>
                </c:pt>
                <c:pt idx="581">
                  <c:v>13.9947</c:v>
                </c:pt>
                <c:pt idx="582">
                  <c:v>14.0169</c:v>
                </c:pt>
                <c:pt idx="583">
                  <c:v>14.0381</c:v>
                </c:pt>
                <c:pt idx="584">
                  <c:v>14.06</c:v>
                </c:pt>
                <c:pt idx="585">
                  <c:v>14.0891</c:v>
                </c:pt>
                <c:pt idx="586">
                  <c:v>14.109500000000001</c:v>
                </c:pt>
                <c:pt idx="587">
                  <c:v>14.1334</c:v>
                </c:pt>
                <c:pt idx="588">
                  <c:v>14.1584</c:v>
                </c:pt>
                <c:pt idx="589">
                  <c:v>14.1785</c:v>
                </c:pt>
                <c:pt idx="590">
                  <c:v>14.2003</c:v>
                </c:pt>
                <c:pt idx="591">
                  <c:v>14.2212</c:v>
                </c:pt>
                <c:pt idx="592">
                  <c:v>14.2416</c:v>
                </c:pt>
                <c:pt idx="593">
                  <c:v>14.261699999999999</c:v>
                </c:pt>
                <c:pt idx="594">
                  <c:v>14.2879</c:v>
                </c:pt>
                <c:pt idx="595">
                  <c:v>14.309100000000001</c:v>
                </c:pt>
                <c:pt idx="596">
                  <c:v>14.3308</c:v>
                </c:pt>
                <c:pt idx="597">
                  <c:v>14.3551</c:v>
                </c:pt>
                <c:pt idx="598">
                  <c:v>14.380100000000001</c:v>
                </c:pt>
                <c:pt idx="599">
                  <c:v>14.4017</c:v>
                </c:pt>
                <c:pt idx="600">
                  <c:v>14.422499999999999</c:v>
                </c:pt>
                <c:pt idx="601">
                  <c:v>14.4434</c:v>
                </c:pt>
                <c:pt idx="602">
                  <c:v>14.4648</c:v>
                </c:pt>
                <c:pt idx="603">
                  <c:v>14.4939</c:v>
                </c:pt>
                <c:pt idx="604">
                  <c:v>14.5161</c:v>
                </c:pt>
                <c:pt idx="605">
                  <c:v>14.5365</c:v>
                </c:pt>
                <c:pt idx="606">
                  <c:v>14.5619</c:v>
                </c:pt>
                <c:pt idx="607">
                  <c:v>14.5855</c:v>
                </c:pt>
                <c:pt idx="608">
                  <c:v>14.6074</c:v>
                </c:pt>
                <c:pt idx="609">
                  <c:v>14.629</c:v>
                </c:pt>
                <c:pt idx="610">
                  <c:v>14.650399999999999</c:v>
                </c:pt>
                <c:pt idx="611">
                  <c:v>14.671799999999999</c:v>
                </c:pt>
                <c:pt idx="612">
                  <c:v>14.6929</c:v>
                </c:pt>
                <c:pt idx="613">
                  <c:v>14.722</c:v>
                </c:pt>
                <c:pt idx="614">
                  <c:v>14.7447</c:v>
                </c:pt>
                <c:pt idx="615">
                  <c:v>14.7659</c:v>
                </c:pt>
                <c:pt idx="616">
                  <c:v>14.7865</c:v>
                </c:pt>
                <c:pt idx="617">
                  <c:v>14.8078</c:v>
                </c:pt>
                <c:pt idx="618">
                  <c:v>14.8306</c:v>
                </c:pt>
                <c:pt idx="619">
                  <c:v>14.8536</c:v>
                </c:pt>
                <c:pt idx="620">
                  <c:v>14.876099999999999</c:v>
                </c:pt>
                <c:pt idx="621">
                  <c:v>14.898999999999999</c:v>
                </c:pt>
                <c:pt idx="622">
                  <c:v>14.9193</c:v>
                </c:pt>
                <c:pt idx="623">
                  <c:v>14.942600000000001</c:v>
                </c:pt>
                <c:pt idx="624">
                  <c:v>14.9636</c:v>
                </c:pt>
                <c:pt idx="625">
                  <c:v>14.990600000000001</c:v>
                </c:pt>
                <c:pt idx="626">
                  <c:v>15.0183</c:v>
                </c:pt>
                <c:pt idx="627">
                  <c:v>15.0427</c:v>
                </c:pt>
                <c:pt idx="628">
                  <c:v>15.062900000000001</c:v>
                </c:pt>
                <c:pt idx="629">
                  <c:v>15.083600000000001</c:v>
                </c:pt>
                <c:pt idx="630">
                  <c:v>15.106199999999999</c:v>
                </c:pt>
                <c:pt idx="631">
                  <c:v>15.1286</c:v>
                </c:pt>
                <c:pt idx="632">
                  <c:v>15.149699999999999</c:v>
                </c:pt>
                <c:pt idx="633">
                  <c:v>15.1706</c:v>
                </c:pt>
                <c:pt idx="634">
                  <c:v>15.1915</c:v>
                </c:pt>
                <c:pt idx="635">
                  <c:v>15.2171</c:v>
                </c:pt>
                <c:pt idx="636">
                  <c:v>15.2399</c:v>
                </c:pt>
                <c:pt idx="637">
                  <c:v>15.260899999999999</c:v>
                </c:pt>
                <c:pt idx="638">
                  <c:v>15.2897</c:v>
                </c:pt>
                <c:pt idx="639">
                  <c:v>15.3101</c:v>
                </c:pt>
                <c:pt idx="640">
                  <c:v>15.332800000000001</c:v>
                </c:pt>
                <c:pt idx="641">
                  <c:v>15.3538</c:v>
                </c:pt>
                <c:pt idx="642">
                  <c:v>15.3772</c:v>
                </c:pt>
                <c:pt idx="643">
                  <c:v>15.3988</c:v>
                </c:pt>
                <c:pt idx="644">
                  <c:v>15.420500000000001</c:v>
                </c:pt>
                <c:pt idx="645">
                  <c:v>15.448600000000001</c:v>
                </c:pt>
                <c:pt idx="646">
                  <c:v>15.4689</c:v>
                </c:pt>
                <c:pt idx="647">
                  <c:v>15.4947</c:v>
                </c:pt>
                <c:pt idx="648">
                  <c:v>15.5159</c:v>
                </c:pt>
                <c:pt idx="649">
                  <c:v>15.538399999999999</c:v>
                </c:pt>
                <c:pt idx="650">
                  <c:v>15.56</c:v>
                </c:pt>
                <c:pt idx="651">
                  <c:v>15.582100000000001</c:v>
                </c:pt>
                <c:pt idx="652">
                  <c:v>15.605700000000001</c:v>
                </c:pt>
                <c:pt idx="653">
                  <c:v>15.625999999999999</c:v>
                </c:pt>
                <c:pt idx="654">
                  <c:v>15.6509</c:v>
                </c:pt>
                <c:pt idx="655">
                  <c:v>15.6713</c:v>
                </c:pt>
                <c:pt idx="656">
                  <c:v>15.6944</c:v>
                </c:pt>
                <c:pt idx="657">
                  <c:v>15.7196</c:v>
                </c:pt>
                <c:pt idx="658">
                  <c:v>15.7422</c:v>
                </c:pt>
                <c:pt idx="659">
                  <c:v>15.7676</c:v>
                </c:pt>
                <c:pt idx="660">
                  <c:v>15.788</c:v>
                </c:pt>
                <c:pt idx="661">
                  <c:v>15.810600000000001</c:v>
                </c:pt>
                <c:pt idx="662">
                  <c:v>15.8322</c:v>
                </c:pt>
                <c:pt idx="663">
                  <c:v>15.8552</c:v>
                </c:pt>
                <c:pt idx="664">
                  <c:v>15.876099999999999</c:v>
                </c:pt>
                <c:pt idx="665">
                  <c:v>15.8973</c:v>
                </c:pt>
                <c:pt idx="666">
                  <c:v>15.9222</c:v>
                </c:pt>
                <c:pt idx="667">
                  <c:v>15.943899999999999</c:v>
                </c:pt>
                <c:pt idx="668">
                  <c:v>15.964499999999999</c:v>
                </c:pt>
                <c:pt idx="669">
                  <c:v>15.9902</c:v>
                </c:pt>
                <c:pt idx="670">
                  <c:v>16.0121</c:v>
                </c:pt>
                <c:pt idx="671">
                  <c:v>16.034700000000001</c:v>
                </c:pt>
                <c:pt idx="672">
                  <c:v>16.0563</c:v>
                </c:pt>
                <c:pt idx="673">
                  <c:v>16.083300000000001</c:v>
                </c:pt>
                <c:pt idx="674">
                  <c:v>16.1066</c:v>
                </c:pt>
                <c:pt idx="675">
                  <c:v>16.128900000000002</c:v>
                </c:pt>
                <c:pt idx="676">
                  <c:v>16.155000000000001</c:v>
                </c:pt>
                <c:pt idx="677">
                  <c:v>16.183700000000002</c:v>
                </c:pt>
                <c:pt idx="678">
                  <c:v>16.206299999999999</c:v>
                </c:pt>
                <c:pt idx="679">
                  <c:v>16.233699999999999</c:v>
                </c:pt>
                <c:pt idx="680">
                  <c:v>16.256399999999999</c:v>
                </c:pt>
                <c:pt idx="681">
                  <c:v>16.278600000000001</c:v>
                </c:pt>
                <c:pt idx="682">
                  <c:v>16.299800000000001</c:v>
                </c:pt>
                <c:pt idx="683">
                  <c:v>16.327000000000002</c:v>
                </c:pt>
                <c:pt idx="684">
                  <c:v>16.3489</c:v>
                </c:pt>
                <c:pt idx="685">
                  <c:v>16.374600000000001</c:v>
                </c:pt>
                <c:pt idx="686">
                  <c:v>16.397099999999998</c:v>
                </c:pt>
                <c:pt idx="687">
                  <c:v>16.417200000000001</c:v>
                </c:pt>
                <c:pt idx="688">
                  <c:v>16.439499999999999</c:v>
                </c:pt>
                <c:pt idx="689">
                  <c:v>16.4602</c:v>
                </c:pt>
                <c:pt idx="690">
                  <c:v>16.482199999999999</c:v>
                </c:pt>
                <c:pt idx="691">
                  <c:v>16.508700000000001</c:v>
                </c:pt>
                <c:pt idx="692">
                  <c:v>16.5304</c:v>
                </c:pt>
                <c:pt idx="693">
                  <c:v>16.553699999999999</c:v>
                </c:pt>
                <c:pt idx="694">
                  <c:v>16.575800000000001</c:v>
                </c:pt>
                <c:pt idx="695">
                  <c:v>16.596900000000002</c:v>
                </c:pt>
                <c:pt idx="696">
                  <c:v>16.617000000000001</c:v>
                </c:pt>
                <c:pt idx="697">
                  <c:v>16.6389</c:v>
                </c:pt>
                <c:pt idx="698">
                  <c:v>16.660399999999999</c:v>
                </c:pt>
                <c:pt idx="699">
                  <c:v>16.681100000000001</c:v>
                </c:pt>
                <c:pt idx="700">
                  <c:v>16.710699999999999</c:v>
                </c:pt>
                <c:pt idx="701">
                  <c:v>16.731300000000001</c:v>
                </c:pt>
                <c:pt idx="702">
                  <c:v>16.754100000000001</c:v>
                </c:pt>
                <c:pt idx="703">
                  <c:v>16.775300000000001</c:v>
                </c:pt>
                <c:pt idx="704">
                  <c:v>16.7958</c:v>
                </c:pt>
                <c:pt idx="705">
                  <c:v>16.8188</c:v>
                </c:pt>
                <c:pt idx="706">
                  <c:v>16.838999999999999</c:v>
                </c:pt>
                <c:pt idx="707">
                  <c:v>16.860399999999998</c:v>
                </c:pt>
                <c:pt idx="708">
                  <c:v>16.8827</c:v>
                </c:pt>
                <c:pt idx="709">
                  <c:v>16.903700000000001</c:v>
                </c:pt>
                <c:pt idx="710">
                  <c:v>16.9315</c:v>
                </c:pt>
                <c:pt idx="711">
                  <c:v>16.9529</c:v>
                </c:pt>
                <c:pt idx="712">
                  <c:v>16.980599999999999</c:v>
                </c:pt>
                <c:pt idx="713">
                  <c:v>17.0014</c:v>
                </c:pt>
                <c:pt idx="714">
                  <c:v>17.025400000000001</c:v>
                </c:pt>
                <c:pt idx="715">
                  <c:v>17.047499999999999</c:v>
                </c:pt>
                <c:pt idx="716">
                  <c:v>17.075399999999998</c:v>
                </c:pt>
                <c:pt idx="717">
                  <c:v>17.098500000000001</c:v>
                </c:pt>
                <c:pt idx="718">
                  <c:v>17.1188</c:v>
                </c:pt>
                <c:pt idx="719">
                  <c:v>17.1417</c:v>
                </c:pt>
                <c:pt idx="720">
                  <c:v>17.1678</c:v>
                </c:pt>
                <c:pt idx="721">
                  <c:v>17.191099999999999</c:v>
                </c:pt>
                <c:pt idx="722">
                  <c:v>17.212399999999999</c:v>
                </c:pt>
                <c:pt idx="723">
                  <c:v>17.2348</c:v>
                </c:pt>
                <c:pt idx="724">
                  <c:v>17.255299999999998</c:v>
                </c:pt>
                <c:pt idx="725">
                  <c:v>17.277799999999999</c:v>
                </c:pt>
                <c:pt idx="726">
                  <c:v>17.298500000000001</c:v>
                </c:pt>
                <c:pt idx="727">
                  <c:v>17.3217</c:v>
                </c:pt>
                <c:pt idx="728">
                  <c:v>17.342099999999999</c:v>
                </c:pt>
                <c:pt idx="729">
                  <c:v>17.3658</c:v>
                </c:pt>
                <c:pt idx="730">
                  <c:v>17.387799999999999</c:v>
                </c:pt>
                <c:pt idx="731">
                  <c:v>17.411899999999999</c:v>
                </c:pt>
                <c:pt idx="732">
                  <c:v>17.432099999999998</c:v>
                </c:pt>
                <c:pt idx="733">
                  <c:v>17.454499999999999</c:v>
                </c:pt>
                <c:pt idx="734">
                  <c:v>17.476600000000001</c:v>
                </c:pt>
                <c:pt idx="735">
                  <c:v>17.4985</c:v>
                </c:pt>
                <c:pt idx="736">
                  <c:v>17.519500000000001</c:v>
                </c:pt>
                <c:pt idx="737">
                  <c:v>17.542400000000001</c:v>
                </c:pt>
                <c:pt idx="738">
                  <c:v>17.5657</c:v>
                </c:pt>
                <c:pt idx="739">
                  <c:v>17.596</c:v>
                </c:pt>
                <c:pt idx="740">
                  <c:v>17.619299999999999</c:v>
                </c:pt>
                <c:pt idx="741">
                  <c:v>17.641999999999999</c:v>
                </c:pt>
                <c:pt idx="742">
                  <c:v>17.665299999999998</c:v>
                </c:pt>
                <c:pt idx="743">
                  <c:v>17.687999999999999</c:v>
                </c:pt>
                <c:pt idx="744">
                  <c:v>17.7102</c:v>
                </c:pt>
                <c:pt idx="745">
                  <c:v>17.730899999999998</c:v>
                </c:pt>
                <c:pt idx="746">
                  <c:v>17.752700000000001</c:v>
                </c:pt>
                <c:pt idx="747">
                  <c:v>17.776499999999999</c:v>
                </c:pt>
                <c:pt idx="748">
                  <c:v>17.799800000000001</c:v>
                </c:pt>
                <c:pt idx="749">
                  <c:v>17.821999999999999</c:v>
                </c:pt>
                <c:pt idx="750">
                  <c:v>17.842500000000001</c:v>
                </c:pt>
                <c:pt idx="751">
                  <c:v>17.864000000000001</c:v>
                </c:pt>
                <c:pt idx="752">
                  <c:v>17.8842</c:v>
                </c:pt>
                <c:pt idx="753">
                  <c:v>17.9068</c:v>
                </c:pt>
                <c:pt idx="754">
                  <c:v>17.931100000000001</c:v>
                </c:pt>
                <c:pt idx="755">
                  <c:v>17.954999999999998</c:v>
                </c:pt>
                <c:pt idx="756">
                  <c:v>17.975999999999999</c:v>
                </c:pt>
                <c:pt idx="757">
                  <c:v>17.999600000000001</c:v>
                </c:pt>
                <c:pt idx="758">
                  <c:v>18.0214</c:v>
                </c:pt>
                <c:pt idx="759">
                  <c:v>18.043900000000001</c:v>
                </c:pt>
                <c:pt idx="760">
                  <c:v>18.0748</c:v>
                </c:pt>
                <c:pt idx="761">
                  <c:v>18.095400000000001</c:v>
                </c:pt>
                <c:pt idx="762">
                  <c:v>18.118200000000002</c:v>
                </c:pt>
                <c:pt idx="763">
                  <c:v>18.140799999999999</c:v>
                </c:pt>
                <c:pt idx="764">
                  <c:v>18.167200000000001</c:v>
                </c:pt>
                <c:pt idx="765">
                  <c:v>18.190100000000001</c:v>
                </c:pt>
                <c:pt idx="766">
                  <c:v>18.211300000000001</c:v>
                </c:pt>
                <c:pt idx="767">
                  <c:v>18.233699999999999</c:v>
                </c:pt>
                <c:pt idx="768">
                  <c:v>18.255800000000001</c:v>
                </c:pt>
                <c:pt idx="769">
                  <c:v>18.278099999999998</c:v>
                </c:pt>
                <c:pt idx="770">
                  <c:v>18.3</c:v>
                </c:pt>
                <c:pt idx="771">
                  <c:v>18.321400000000001</c:v>
                </c:pt>
                <c:pt idx="772">
                  <c:v>18.3432</c:v>
                </c:pt>
                <c:pt idx="773">
                  <c:v>18.365200000000002</c:v>
                </c:pt>
                <c:pt idx="774">
                  <c:v>18.390599999999999</c:v>
                </c:pt>
                <c:pt idx="775">
                  <c:v>18.4133</c:v>
                </c:pt>
                <c:pt idx="776">
                  <c:v>18.435400000000001</c:v>
                </c:pt>
                <c:pt idx="777">
                  <c:v>18.456099999999999</c:v>
                </c:pt>
                <c:pt idx="778">
                  <c:v>18.478000000000002</c:v>
                </c:pt>
                <c:pt idx="779">
                  <c:v>18.500499999999999</c:v>
                </c:pt>
                <c:pt idx="780">
                  <c:v>18.5306</c:v>
                </c:pt>
                <c:pt idx="781">
                  <c:v>18.552499999999998</c:v>
                </c:pt>
                <c:pt idx="782">
                  <c:v>18.575500000000002</c:v>
                </c:pt>
                <c:pt idx="783">
                  <c:v>18.5992</c:v>
                </c:pt>
                <c:pt idx="784">
                  <c:v>18.619299999999999</c:v>
                </c:pt>
                <c:pt idx="785">
                  <c:v>18.6416</c:v>
                </c:pt>
                <c:pt idx="786">
                  <c:v>18.661999999999999</c:v>
                </c:pt>
                <c:pt idx="787">
                  <c:v>18.684899999999999</c:v>
                </c:pt>
                <c:pt idx="788">
                  <c:v>18.705200000000001</c:v>
                </c:pt>
                <c:pt idx="789">
                  <c:v>18.727799999999998</c:v>
                </c:pt>
                <c:pt idx="790">
                  <c:v>18.7517</c:v>
                </c:pt>
                <c:pt idx="791">
                  <c:v>18.775200000000002</c:v>
                </c:pt>
                <c:pt idx="792">
                  <c:v>18.802299999999999</c:v>
                </c:pt>
                <c:pt idx="793">
                  <c:v>18.823799999999999</c:v>
                </c:pt>
                <c:pt idx="794">
                  <c:v>18.846399999999999</c:v>
                </c:pt>
                <c:pt idx="795">
                  <c:v>18.8673</c:v>
                </c:pt>
                <c:pt idx="796">
                  <c:v>18.887599999999999</c:v>
                </c:pt>
                <c:pt idx="797">
                  <c:v>18.911799999999999</c:v>
                </c:pt>
                <c:pt idx="798">
                  <c:v>18.935400000000001</c:v>
                </c:pt>
                <c:pt idx="799">
                  <c:v>18.955400000000001</c:v>
                </c:pt>
                <c:pt idx="800">
                  <c:v>18.980899999999998</c:v>
                </c:pt>
                <c:pt idx="801">
                  <c:v>19.006499999999999</c:v>
                </c:pt>
                <c:pt idx="802">
                  <c:v>19.0304</c:v>
                </c:pt>
                <c:pt idx="803">
                  <c:v>19.054400000000001</c:v>
                </c:pt>
                <c:pt idx="804">
                  <c:v>19.0749</c:v>
                </c:pt>
                <c:pt idx="805">
                  <c:v>19.101800000000001</c:v>
                </c:pt>
                <c:pt idx="806">
                  <c:v>19.1234</c:v>
                </c:pt>
                <c:pt idx="807">
                  <c:v>19.148</c:v>
                </c:pt>
                <c:pt idx="808">
                  <c:v>19.175000000000001</c:v>
                </c:pt>
                <c:pt idx="809">
                  <c:v>19.200800000000001</c:v>
                </c:pt>
                <c:pt idx="810">
                  <c:v>19.2286</c:v>
                </c:pt>
                <c:pt idx="811">
                  <c:v>19.2562</c:v>
                </c:pt>
                <c:pt idx="812">
                  <c:v>19.276700000000002</c:v>
                </c:pt>
                <c:pt idx="813">
                  <c:v>19.308499999999999</c:v>
                </c:pt>
                <c:pt idx="814">
                  <c:v>19.337399999999999</c:v>
                </c:pt>
                <c:pt idx="815">
                  <c:v>19.358000000000001</c:v>
                </c:pt>
                <c:pt idx="816">
                  <c:v>19.3813</c:v>
                </c:pt>
                <c:pt idx="817">
                  <c:v>19.404199999999999</c:v>
                </c:pt>
                <c:pt idx="818">
                  <c:v>19.433299999999999</c:v>
                </c:pt>
                <c:pt idx="819">
                  <c:v>19.454799999999999</c:v>
                </c:pt>
                <c:pt idx="820">
                  <c:v>19.477499999999999</c:v>
                </c:pt>
                <c:pt idx="821">
                  <c:v>19.5014</c:v>
                </c:pt>
                <c:pt idx="822">
                  <c:v>19.5246</c:v>
                </c:pt>
                <c:pt idx="823">
                  <c:v>19.547699999999999</c:v>
                </c:pt>
                <c:pt idx="824">
                  <c:v>19.570599999999999</c:v>
                </c:pt>
                <c:pt idx="825">
                  <c:v>19.592199999999998</c:v>
                </c:pt>
                <c:pt idx="826">
                  <c:v>19.624199999999998</c:v>
                </c:pt>
                <c:pt idx="827">
                  <c:v>19.646799999999999</c:v>
                </c:pt>
                <c:pt idx="828">
                  <c:v>19.668299999999999</c:v>
                </c:pt>
                <c:pt idx="829">
                  <c:v>19.6905</c:v>
                </c:pt>
                <c:pt idx="830">
                  <c:v>19.7117</c:v>
                </c:pt>
                <c:pt idx="831">
                  <c:v>19.732299999999999</c:v>
                </c:pt>
                <c:pt idx="832">
                  <c:v>19.7545</c:v>
                </c:pt>
                <c:pt idx="833">
                  <c:v>19.777100000000001</c:v>
                </c:pt>
                <c:pt idx="834">
                  <c:v>19.799499999999998</c:v>
                </c:pt>
                <c:pt idx="835">
                  <c:v>19.820799999999998</c:v>
                </c:pt>
                <c:pt idx="836">
                  <c:v>19.846800000000002</c:v>
                </c:pt>
                <c:pt idx="837">
                  <c:v>19.871600000000001</c:v>
                </c:pt>
                <c:pt idx="838">
                  <c:v>19.892499999999998</c:v>
                </c:pt>
                <c:pt idx="839">
                  <c:v>19.914999999999999</c:v>
                </c:pt>
                <c:pt idx="840">
                  <c:v>19.939800000000002</c:v>
                </c:pt>
                <c:pt idx="841">
                  <c:v>19.962</c:v>
                </c:pt>
                <c:pt idx="842">
                  <c:v>19.982099999999999</c:v>
                </c:pt>
                <c:pt idx="843">
                  <c:v>20.005299999999998</c:v>
                </c:pt>
                <c:pt idx="844">
                  <c:v>20.029499999999999</c:v>
                </c:pt>
                <c:pt idx="845">
                  <c:v>20.055199999999999</c:v>
                </c:pt>
                <c:pt idx="846">
                  <c:v>20.078600000000002</c:v>
                </c:pt>
                <c:pt idx="847">
                  <c:v>20.101600000000001</c:v>
                </c:pt>
                <c:pt idx="848">
                  <c:v>20.123899999999999</c:v>
                </c:pt>
                <c:pt idx="849">
                  <c:v>20.145299999999999</c:v>
                </c:pt>
                <c:pt idx="850">
                  <c:v>20.1661</c:v>
                </c:pt>
                <c:pt idx="851">
                  <c:v>20.189699999999998</c:v>
                </c:pt>
                <c:pt idx="852">
                  <c:v>20.212</c:v>
                </c:pt>
                <c:pt idx="853">
                  <c:v>20.2348</c:v>
                </c:pt>
                <c:pt idx="854">
                  <c:v>20.258400000000002</c:v>
                </c:pt>
                <c:pt idx="855">
                  <c:v>20.278600000000001</c:v>
                </c:pt>
                <c:pt idx="856">
                  <c:v>20.301400000000001</c:v>
                </c:pt>
                <c:pt idx="857">
                  <c:v>20.3233</c:v>
                </c:pt>
                <c:pt idx="858">
                  <c:v>20.345600000000001</c:v>
                </c:pt>
                <c:pt idx="859">
                  <c:v>20.3767</c:v>
                </c:pt>
                <c:pt idx="860">
                  <c:v>20.4008</c:v>
                </c:pt>
                <c:pt idx="861">
                  <c:v>20.421099999999999</c:v>
                </c:pt>
                <c:pt idx="862">
                  <c:v>20.441400000000002</c:v>
                </c:pt>
                <c:pt idx="863">
                  <c:v>20.467400000000001</c:v>
                </c:pt>
                <c:pt idx="864">
                  <c:v>20.488299999999999</c:v>
                </c:pt>
                <c:pt idx="865">
                  <c:v>20.5105</c:v>
                </c:pt>
                <c:pt idx="866">
                  <c:v>20.5307</c:v>
                </c:pt>
                <c:pt idx="867">
                  <c:v>20.550899999999999</c:v>
                </c:pt>
                <c:pt idx="868">
                  <c:v>20.5716</c:v>
                </c:pt>
                <c:pt idx="869">
                  <c:v>20.597200000000001</c:v>
                </c:pt>
                <c:pt idx="870">
                  <c:v>20.6188</c:v>
                </c:pt>
                <c:pt idx="871">
                  <c:v>20.6418</c:v>
                </c:pt>
                <c:pt idx="872">
                  <c:v>20.665500000000002</c:v>
                </c:pt>
                <c:pt idx="873">
                  <c:v>20.689499999999999</c:v>
                </c:pt>
                <c:pt idx="874">
                  <c:v>20.712399999999999</c:v>
                </c:pt>
                <c:pt idx="875">
                  <c:v>20.734100000000002</c:v>
                </c:pt>
                <c:pt idx="876">
                  <c:v>20.7544</c:v>
                </c:pt>
                <c:pt idx="877">
                  <c:v>20.775099999999998</c:v>
                </c:pt>
                <c:pt idx="878">
                  <c:v>20.7973</c:v>
                </c:pt>
                <c:pt idx="879">
                  <c:v>20.820799999999998</c:v>
                </c:pt>
                <c:pt idx="880">
                  <c:v>20.8432</c:v>
                </c:pt>
                <c:pt idx="881">
                  <c:v>20.8672</c:v>
                </c:pt>
                <c:pt idx="882">
                  <c:v>20.8874</c:v>
                </c:pt>
                <c:pt idx="883">
                  <c:v>20.910799999999998</c:v>
                </c:pt>
                <c:pt idx="884">
                  <c:v>20.932200000000002</c:v>
                </c:pt>
                <c:pt idx="885">
                  <c:v>20.954999999999998</c:v>
                </c:pt>
                <c:pt idx="886">
                  <c:v>20.976700000000001</c:v>
                </c:pt>
                <c:pt idx="887">
                  <c:v>21.004899999999999</c:v>
                </c:pt>
                <c:pt idx="888">
                  <c:v>21.028600000000001</c:v>
                </c:pt>
                <c:pt idx="889">
                  <c:v>21.053699999999999</c:v>
                </c:pt>
                <c:pt idx="890">
                  <c:v>21.0762</c:v>
                </c:pt>
                <c:pt idx="891">
                  <c:v>21.096299999999999</c:v>
                </c:pt>
                <c:pt idx="892">
                  <c:v>21.118200000000002</c:v>
                </c:pt>
                <c:pt idx="893">
                  <c:v>21.140699999999999</c:v>
                </c:pt>
                <c:pt idx="894">
                  <c:v>21.163399999999999</c:v>
                </c:pt>
                <c:pt idx="895">
                  <c:v>21.186299999999999</c:v>
                </c:pt>
                <c:pt idx="896">
                  <c:v>21.209099999999999</c:v>
                </c:pt>
                <c:pt idx="897">
                  <c:v>21.229700000000001</c:v>
                </c:pt>
                <c:pt idx="898">
                  <c:v>21.251000000000001</c:v>
                </c:pt>
                <c:pt idx="899">
                  <c:v>21.275099999999998</c:v>
                </c:pt>
                <c:pt idx="900">
                  <c:v>21.2987</c:v>
                </c:pt>
                <c:pt idx="901">
                  <c:v>21.322800000000001</c:v>
                </c:pt>
                <c:pt idx="902">
                  <c:v>21.345500000000001</c:v>
                </c:pt>
                <c:pt idx="903">
                  <c:v>21.365600000000001</c:v>
                </c:pt>
                <c:pt idx="904">
                  <c:v>21.388300000000001</c:v>
                </c:pt>
                <c:pt idx="905">
                  <c:v>21.412099999999999</c:v>
                </c:pt>
                <c:pt idx="906">
                  <c:v>21.433199999999999</c:v>
                </c:pt>
                <c:pt idx="907">
                  <c:v>21.488600000000002</c:v>
                </c:pt>
                <c:pt idx="908">
                  <c:v>21.518599999999999</c:v>
                </c:pt>
                <c:pt idx="909">
                  <c:v>21.540099999999999</c:v>
                </c:pt>
                <c:pt idx="910">
                  <c:v>21.560600000000001</c:v>
                </c:pt>
                <c:pt idx="911">
                  <c:v>21.582000000000001</c:v>
                </c:pt>
                <c:pt idx="912">
                  <c:v>21.6126</c:v>
                </c:pt>
                <c:pt idx="913">
                  <c:v>21.6355</c:v>
                </c:pt>
                <c:pt idx="914">
                  <c:v>21.657599999999999</c:v>
                </c:pt>
                <c:pt idx="915">
                  <c:v>21.680299999999999</c:v>
                </c:pt>
                <c:pt idx="916">
                  <c:v>21.7011</c:v>
                </c:pt>
                <c:pt idx="917">
                  <c:v>21.7254</c:v>
                </c:pt>
                <c:pt idx="918">
                  <c:v>21.746600000000001</c:v>
                </c:pt>
                <c:pt idx="919">
                  <c:v>21.768899999999999</c:v>
                </c:pt>
                <c:pt idx="920">
                  <c:v>21.790900000000001</c:v>
                </c:pt>
                <c:pt idx="921">
                  <c:v>21.8123</c:v>
                </c:pt>
                <c:pt idx="922">
                  <c:v>21.8353</c:v>
                </c:pt>
                <c:pt idx="923">
                  <c:v>21.8569</c:v>
                </c:pt>
                <c:pt idx="924">
                  <c:v>21.882400000000001</c:v>
                </c:pt>
                <c:pt idx="925">
                  <c:v>21.9025</c:v>
                </c:pt>
                <c:pt idx="926">
                  <c:v>21.9252</c:v>
                </c:pt>
                <c:pt idx="927">
                  <c:v>21.947800000000001</c:v>
                </c:pt>
                <c:pt idx="928">
                  <c:v>21.971599999999999</c:v>
                </c:pt>
                <c:pt idx="929">
                  <c:v>21.9941</c:v>
                </c:pt>
                <c:pt idx="930">
                  <c:v>22.017099999999999</c:v>
                </c:pt>
                <c:pt idx="931">
                  <c:v>22.039000000000001</c:v>
                </c:pt>
                <c:pt idx="932">
                  <c:v>22.060300000000002</c:v>
                </c:pt>
                <c:pt idx="933">
                  <c:v>22.083600000000001</c:v>
                </c:pt>
                <c:pt idx="934">
                  <c:v>22.107600000000001</c:v>
                </c:pt>
                <c:pt idx="935">
                  <c:v>22.133600000000001</c:v>
                </c:pt>
                <c:pt idx="936">
                  <c:v>22.153700000000001</c:v>
                </c:pt>
                <c:pt idx="937">
                  <c:v>22.1751</c:v>
                </c:pt>
                <c:pt idx="938">
                  <c:v>22.206099999999999</c:v>
                </c:pt>
                <c:pt idx="939">
                  <c:v>22.2364</c:v>
                </c:pt>
                <c:pt idx="940">
                  <c:v>22.261800000000001</c:v>
                </c:pt>
                <c:pt idx="941">
                  <c:v>22.288399999999999</c:v>
                </c:pt>
                <c:pt idx="942">
                  <c:v>22.311900000000001</c:v>
                </c:pt>
                <c:pt idx="943">
                  <c:v>22.337299999999999</c:v>
                </c:pt>
                <c:pt idx="944">
                  <c:v>22.363600000000002</c:v>
                </c:pt>
                <c:pt idx="945">
                  <c:v>22.388500000000001</c:v>
                </c:pt>
                <c:pt idx="946">
                  <c:v>22.412800000000001</c:v>
                </c:pt>
                <c:pt idx="947">
                  <c:v>22.438700000000001</c:v>
                </c:pt>
                <c:pt idx="948">
                  <c:v>22.4621</c:v>
                </c:pt>
                <c:pt idx="949">
                  <c:v>22.488900000000001</c:v>
                </c:pt>
                <c:pt idx="950">
                  <c:v>22.510899999999999</c:v>
                </c:pt>
                <c:pt idx="951">
                  <c:v>22.534199999999998</c:v>
                </c:pt>
                <c:pt idx="952">
                  <c:v>22.558</c:v>
                </c:pt>
                <c:pt idx="953">
                  <c:v>22.588200000000001</c:v>
                </c:pt>
                <c:pt idx="954">
                  <c:v>22.6174</c:v>
                </c:pt>
                <c:pt idx="955">
                  <c:v>22.648199999999999</c:v>
                </c:pt>
                <c:pt idx="956">
                  <c:v>22.677499999999998</c:v>
                </c:pt>
                <c:pt idx="957">
                  <c:v>22.7</c:v>
                </c:pt>
                <c:pt idx="958">
                  <c:v>22.726199999999999</c:v>
                </c:pt>
                <c:pt idx="959">
                  <c:v>22.748999999999999</c:v>
                </c:pt>
                <c:pt idx="960">
                  <c:v>22.773900000000001</c:v>
                </c:pt>
                <c:pt idx="961">
                  <c:v>22.8004</c:v>
                </c:pt>
                <c:pt idx="962">
                  <c:v>22.824100000000001</c:v>
                </c:pt>
                <c:pt idx="963">
                  <c:v>22.848299999999998</c:v>
                </c:pt>
                <c:pt idx="964">
                  <c:v>22.872299999999999</c:v>
                </c:pt>
                <c:pt idx="965">
                  <c:v>22.894500000000001</c:v>
                </c:pt>
                <c:pt idx="966">
                  <c:v>22.918500000000002</c:v>
                </c:pt>
                <c:pt idx="967">
                  <c:v>22.944800000000001</c:v>
                </c:pt>
                <c:pt idx="968">
                  <c:v>22.969200000000001</c:v>
                </c:pt>
                <c:pt idx="969">
                  <c:v>22.994199999999999</c:v>
                </c:pt>
                <c:pt idx="970">
                  <c:v>23.023199999999999</c:v>
                </c:pt>
                <c:pt idx="971">
                  <c:v>23.0472</c:v>
                </c:pt>
                <c:pt idx="972">
                  <c:v>23.0718</c:v>
                </c:pt>
                <c:pt idx="973">
                  <c:v>23.100100000000001</c:v>
                </c:pt>
                <c:pt idx="974">
                  <c:v>23.125800000000002</c:v>
                </c:pt>
                <c:pt idx="975">
                  <c:v>23.151599999999998</c:v>
                </c:pt>
                <c:pt idx="976">
                  <c:v>23.177</c:v>
                </c:pt>
                <c:pt idx="977">
                  <c:v>23.203800000000001</c:v>
                </c:pt>
                <c:pt idx="978">
                  <c:v>23.230599999999999</c:v>
                </c:pt>
                <c:pt idx="979">
                  <c:v>23.2544</c:v>
                </c:pt>
                <c:pt idx="980">
                  <c:v>23.287299999999998</c:v>
                </c:pt>
                <c:pt idx="981">
                  <c:v>23.319500000000001</c:v>
                </c:pt>
                <c:pt idx="982">
                  <c:v>23.349699999999999</c:v>
                </c:pt>
                <c:pt idx="983">
                  <c:v>23.379799999999999</c:v>
                </c:pt>
                <c:pt idx="984">
                  <c:v>23.4038</c:v>
                </c:pt>
                <c:pt idx="985">
                  <c:v>23.426200000000001</c:v>
                </c:pt>
                <c:pt idx="986">
                  <c:v>23.456399999999999</c:v>
                </c:pt>
                <c:pt idx="987">
                  <c:v>23.481200000000001</c:v>
                </c:pt>
                <c:pt idx="988">
                  <c:v>23.506900000000002</c:v>
                </c:pt>
                <c:pt idx="989">
                  <c:v>23.5307</c:v>
                </c:pt>
                <c:pt idx="990">
                  <c:v>23.553799999999999</c:v>
                </c:pt>
                <c:pt idx="991">
                  <c:v>23.575900000000001</c:v>
                </c:pt>
                <c:pt idx="992">
                  <c:v>23.5992</c:v>
                </c:pt>
                <c:pt idx="993">
                  <c:v>23.619499999999999</c:v>
                </c:pt>
                <c:pt idx="994">
                  <c:v>23.648800000000001</c:v>
                </c:pt>
                <c:pt idx="995">
                  <c:v>23.671299999999999</c:v>
                </c:pt>
                <c:pt idx="996">
                  <c:v>23.6951</c:v>
                </c:pt>
                <c:pt idx="997">
                  <c:v>23.7151</c:v>
                </c:pt>
                <c:pt idx="998">
                  <c:v>23.740600000000001</c:v>
                </c:pt>
                <c:pt idx="999">
                  <c:v>23.763400000000001</c:v>
                </c:pt>
                <c:pt idx="1000">
                  <c:v>23.786300000000001</c:v>
                </c:pt>
                <c:pt idx="1001">
                  <c:v>23.8079</c:v>
                </c:pt>
                <c:pt idx="1002">
                  <c:v>23.831199999999999</c:v>
                </c:pt>
                <c:pt idx="1003">
                  <c:v>23.857600000000001</c:v>
                </c:pt>
                <c:pt idx="1004">
                  <c:v>23.880500000000001</c:v>
                </c:pt>
                <c:pt idx="1005">
                  <c:v>23.909199999999998</c:v>
                </c:pt>
                <c:pt idx="1006">
                  <c:v>23.9343</c:v>
                </c:pt>
                <c:pt idx="1007">
                  <c:v>23.9589</c:v>
                </c:pt>
                <c:pt idx="1008">
                  <c:v>23.984200000000001</c:v>
                </c:pt>
                <c:pt idx="1009">
                  <c:v>24.008700000000001</c:v>
                </c:pt>
                <c:pt idx="1010">
                  <c:v>24.0336</c:v>
                </c:pt>
                <c:pt idx="1011">
                  <c:v>24.060700000000001</c:v>
                </c:pt>
                <c:pt idx="1012">
                  <c:v>24.088999999999999</c:v>
                </c:pt>
                <c:pt idx="1013">
                  <c:v>24.116599999999998</c:v>
                </c:pt>
                <c:pt idx="1014">
                  <c:v>24.142900000000001</c:v>
                </c:pt>
                <c:pt idx="1015">
                  <c:v>24.164400000000001</c:v>
                </c:pt>
                <c:pt idx="1016">
                  <c:v>24.186599999999999</c:v>
                </c:pt>
                <c:pt idx="1017">
                  <c:v>24.210999999999999</c:v>
                </c:pt>
                <c:pt idx="1018">
                  <c:v>24.232299999999999</c:v>
                </c:pt>
                <c:pt idx="1019">
                  <c:v>24.26</c:v>
                </c:pt>
                <c:pt idx="1020">
                  <c:v>24.281400000000001</c:v>
                </c:pt>
                <c:pt idx="1021">
                  <c:v>24.305599999999998</c:v>
                </c:pt>
                <c:pt idx="1022">
                  <c:v>24.326899999999998</c:v>
                </c:pt>
                <c:pt idx="1023">
                  <c:v>24.348400000000002</c:v>
                </c:pt>
                <c:pt idx="1024">
                  <c:v>24.3706</c:v>
                </c:pt>
                <c:pt idx="1025">
                  <c:v>24.3977</c:v>
                </c:pt>
                <c:pt idx="1026">
                  <c:v>24.425599999999999</c:v>
                </c:pt>
                <c:pt idx="1027">
                  <c:v>24.447500000000002</c:v>
                </c:pt>
                <c:pt idx="1028">
                  <c:v>24.468</c:v>
                </c:pt>
                <c:pt idx="1029">
                  <c:v>24.489799999999999</c:v>
                </c:pt>
                <c:pt idx="1030">
                  <c:v>24.518899999999999</c:v>
                </c:pt>
                <c:pt idx="1031">
                  <c:v>24.546600000000002</c:v>
                </c:pt>
                <c:pt idx="1032">
                  <c:v>24.568999999999999</c:v>
                </c:pt>
                <c:pt idx="1033">
                  <c:v>24.590800000000002</c:v>
                </c:pt>
                <c:pt idx="1034">
                  <c:v>24.6127</c:v>
                </c:pt>
                <c:pt idx="1035">
                  <c:v>24.6388</c:v>
                </c:pt>
                <c:pt idx="1036">
                  <c:v>24.668199999999999</c:v>
                </c:pt>
                <c:pt idx="1037">
                  <c:v>24.688600000000001</c:v>
                </c:pt>
                <c:pt idx="1038">
                  <c:v>24.720099999999999</c:v>
                </c:pt>
                <c:pt idx="1039">
                  <c:v>24.741199999999999</c:v>
                </c:pt>
                <c:pt idx="1040">
                  <c:v>24.765499999999999</c:v>
                </c:pt>
                <c:pt idx="1041">
                  <c:v>24.795100000000001</c:v>
                </c:pt>
                <c:pt idx="1042">
                  <c:v>24.822099999999999</c:v>
                </c:pt>
                <c:pt idx="1043">
                  <c:v>24.849799999999998</c:v>
                </c:pt>
                <c:pt idx="1044">
                  <c:v>24.875399999999999</c:v>
                </c:pt>
                <c:pt idx="1045">
                  <c:v>24.8992</c:v>
                </c:pt>
                <c:pt idx="1046">
                  <c:v>24.9268</c:v>
                </c:pt>
                <c:pt idx="1047">
                  <c:v>24.954499999999999</c:v>
                </c:pt>
                <c:pt idx="1048">
                  <c:v>24.979900000000001</c:v>
                </c:pt>
                <c:pt idx="1049">
                  <c:v>24.9999</c:v>
                </c:pt>
                <c:pt idx="1050">
                  <c:v>25.024999999999999</c:v>
                </c:pt>
                <c:pt idx="1051">
                  <c:v>25.053000000000001</c:v>
                </c:pt>
                <c:pt idx="1052">
                  <c:v>25.0745</c:v>
                </c:pt>
                <c:pt idx="1053">
                  <c:v>25.099</c:v>
                </c:pt>
                <c:pt idx="1054">
                  <c:v>25.126799999999999</c:v>
                </c:pt>
                <c:pt idx="1055">
                  <c:v>25.1554</c:v>
                </c:pt>
                <c:pt idx="1056">
                  <c:v>25.178999999999998</c:v>
                </c:pt>
                <c:pt idx="1057">
                  <c:v>25.205400000000001</c:v>
                </c:pt>
                <c:pt idx="1058">
                  <c:v>25.230399999999999</c:v>
                </c:pt>
                <c:pt idx="1059">
                  <c:v>25.252700000000001</c:v>
                </c:pt>
                <c:pt idx="1060">
                  <c:v>25.2774</c:v>
                </c:pt>
                <c:pt idx="1061">
                  <c:v>25.299600000000002</c:v>
                </c:pt>
                <c:pt idx="1062">
                  <c:v>25.327100000000002</c:v>
                </c:pt>
                <c:pt idx="1063">
                  <c:v>25.347799999999999</c:v>
                </c:pt>
                <c:pt idx="1064">
                  <c:v>25.372900000000001</c:v>
                </c:pt>
                <c:pt idx="1065">
                  <c:v>25.394600000000001</c:v>
                </c:pt>
                <c:pt idx="1066">
                  <c:v>25.417400000000001</c:v>
                </c:pt>
                <c:pt idx="1067">
                  <c:v>25.4434</c:v>
                </c:pt>
                <c:pt idx="1068">
                  <c:v>25.4712</c:v>
                </c:pt>
                <c:pt idx="1069">
                  <c:v>25.4971</c:v>
                </c:pt>
                <c:pt idx="1070">
                  <c:v>25.5246</c:v>
                </c:pt>
                <c:pt idx="1071">
                  <c:v>25.547000000000001</c:v>
                </c:pt>
                <c:pt idx="1072">
                  <c:v>25.569199999999999</c:v>
                </c:pt>
                <c:pt idx="1073">
                  <c:v>25.592600000000001</c:v>
                </c:pt>
                <c:pt idx="1074">
                  <c:v>25.618500000000001</c:v>
                </c:pt>
                <c:pt idx="1075">
                  <c:v>25.643899999999999</c:v>
                </c:pt>
                <c:pt idx="1076">
                  <c:v>25.668099999999999</c:v>
                </c:pt>
                <c:pt idx="1077">
                  <c:v>25.693999999999999</c:v>
                </c:pt>
                <c:pt idx="1078">
                  <c:v>25.720400000000001</c:v>
                </c:pt>
                <c:pt idx="1079">
                  <c:v>25.7425</c:v>
                </c:pt>
                <c:pt idx="1080">
                  <c:v>25.7637</c:v>
                </c:pt>
                <c:pt idx="1081">
                  <c:v>25.790299999999998</c:v>
                </c:pt>
                <c:pt idx="1082">
                  <c:v>25.811699999999998</c:v>
                </c:pt>
                <c:pt idx="1083">
                  <c:v>25.837</c:v>
                </c:pt>
                <c:pt idx="1084">
                  <c:v>25.863900000000001</c:v>
                </c:pt>
                <c:pt idx="1085">
                  <c:v>25.884499999999999</c:v>
                </c:pt>
                <c:pt idx="1086">
                  <c:v>25.904699999999998</c:v>
                </c:pt>
                <c:pt idx="1087">
                  <c:v>25.9299</c:v>
                </c:pt>
                <c:pt idx="1088">
                  <c:v>25.9499</c:v>
                </c:pt>
                <c:pt idx="1089">
                  <c:v>25.974900000000002</c:v>
                </c:pt>
                <c:pt idx="1090">
                  <c:v>25.9956</c:v>
                </c:pt>
                <c:pt idx="1091">
                  <c:v>26.0214</c:v>
                </c:pt>
                <c:pt idx="1092">
                  <c:v>26.044799999999999</c:v>
                </c:pt>
                <c:pt idx="1093">
                  <c:v>26.069400000000002</c:v>
                </c:pt>
                <c:pt idx="1094">
                  <c:v>26.0932</c:v>
                </c:pt>
                <c:pt idx="1095">
                  <c:v>26.116599999999998</c:v>
                </c:pt>
                <c:pt idx="1096">
                  <c:v>26.1389</c:v>
                </c:pt>
                <c:pt idx="1097">
                  <c:v>26.166899999999998</c:v>
                </c:pt>
                <c:pt idx="1098">
                  <c:v>26.1906</c:v>
                </c:pt>
                <c:pt idx="1099">
                  <c:v>26.215900000000001</c:v>
                </c:pt>
                <c:pt idx="1100">
                  <c:v>26.241399999999999</c:v>
                </c:pt>
                <c:pt idx="1101">
                  <c:v>26.2973</c:v>
                </c:pt>
                <c:pt idx="1102">
                  <c:v>26.3371</c:v>
                </c:pt>
                <c:pt idx="1103">
                  <c:v>26.360900000000001</c:v>
                </c:pt>
                <c:pt idx="1104">
                  <c:v>26.389299999999999</c:v>
                </c:pt>
                <c:pt idx="1105">
                  <c:v>26.418199999999999</c:v>
                </c:pt>
                <c:pt idx="1106">
                  <c:v>26.4452</c:v>
                </c:pt>
                <c:pt idx="1107">
                  <c:v>26.470099999999999</c:v>
                </c:pt>
                <c:pt idx="1108">
                  <c:v>26.491800000000001</c:v>
                </c:pt>
                <c:pt idx="1109">
                  <c:v>26.517600000000002</c:v>
                </c:pt>
                <c:pt idx="1110">
                  <c:v>26.5382</c:v>
                </c:pt>
                <c:pt idx="1111">
                  <c:v>26.566700000000001</c:v>
                </c:pt>
                <c:pt idx="1112">
                  <c:v>26.593399999999999</c:v>
                </c:pt>
                <c:pt idx="1113">
                  <c:v>26.615500000000001</c:v>
                </c:pt>
                <c:pt idx="1114">
                  <c:v>26.635999999999999</c:v>
                </c:pt>
                <c:pt idx="1115">
                  <c:v>26.657</c:v>
                </c:pt>
                <c:pt idx="1116">
                  <c:v>26.682300000000001</c:v>
                </c:pt>
                <c:pt idx="1117">
                  <c:v>26.7028</c:v>
                </c:pt>
                <c:pt idx="1118">
                  <c:v>26.725899999999999</c:v>
                </c:pt>
                <c:pt idx="1119">
                  <c:v>26.747800000000002</c:v>
                </c:pt>
                <c:pt idx="1120">
                  <c:v>26.769100000000002</c:v>
                </c:pt>
                <c:pt idx="1121">
                  <c:v>26.790400000000002</c:v>
                </c:pt>
                <c:pt idx="1122">
                  <c:v>26.812100000000001</c:v>
                </c:pt>
                <c:pt idx="1123">
                  <c:v>26.832699999999999</c:v>
                </c:pt>
                <c:pt idx="1124">
                  <c:v>26.857399999999998</c:v>
                </c:pt>
                <c:pt idx="1125">
                  <c:v>26.886500000000002</c:v>
                </c:pt>
                <c:pt idx="1126">
                  <c:v>26.9068</c:v>
                </c:pt>
                <c:pt idx="1127">
                  <c:v>26.929600000000001</c:v>
                </c:pt>
                <c:pt idx="1128">
                  <c:v>26.952200000000001</c:v>
                </c:pt>
                <c:pt idx="1129">
                  <c:v>26.975000000000001</c:v>
                </c:pt>
                <c:pt idx="1130">
                  <c:v>26.998799999999999</c:v>
                </c:pt>
                <c:pt idx="1131">
                  <c:v>27.024999999999999</c:v>
                </c:pt>
                <c:pt idx="1132">
                  <c:v>27.0518</c:v>
                </c:pt>
                <c:pt idx="1133">
                  <c:v>27.0747</c:v>
                </c:pt>
                <c:pt idx="1134">
                  <c:v>27.094899999999999</c:v>
                </c:pt>
                <c:pt idx="1135">
                  <c:v>27.119599999999998</c:v>
                </c:pt>
                <c:pt idx="1136">
                  <c:v>27.145900000000001</c:v>
                </c:pt>
                <c:pt idx="1137">
                  <c:v>27.171299999999999</c:v>
                </c:pt>
                <c:pt idx="1138">
                  <c:v>27.195399999999999</c:v>
                </c:pt>
                <c:pt idx="1139">
                  <c:v>27.218800000000002</c:v>
                </c:pt>
                <c:pt idx="1140">
                  <c:v>27.239799999999999</c:v>
                </c:pt>
                <c:pt idx="1141">
                  <c:v>27.261600000000001</c:v>
                </c:pt>
                <c:pt idx="1142">
                  <c:v>27.2836</c:v>
                </c:pt>
                <c:pt idx="1143">
                  <c:v>27.305399999999999</c:v>
                </c:pt>
                <c:pt idx="1144">
                  <c:v>27.328199999999999</c:v>
                </c:pt>
                <c:pt idx="1145">
                  <c:v>27.3506</c:v>
                </c:pt>
                <c:pt idx="1146">
                  <c:v>27.377099999999999</c:v>
                </c:pt>
                <c:pt idx="1147">
                  <c:v>27.403300000000002</c:v>
                </c:pt>
                <c:pt idx="1148">
                  <c:v>27.4315</c:v>
                </c:pt>
                <c:pt idx="1149">
                  <c:v>27.4541</c:v>
                </c:pt>
                <c:pt idx="1150">
                  <c:v>27.476900000000001</c:v>
                </c:pt>
                <c:pt idx="1151">
                  <c:v>27.500399999999999</c:v>
                </c:pt>
                <c:pt idx="1152">
                  <c:v>27.523800000000001</c:v>
                </c:pt>
                <c:pt idx="1153">
                  <c:v>27.545000000000002</c:v>
                </c:pt>
                <c:pt idx="1154">
                  <c:v>27.566800000000001</c:v>
                </c:pt>
                <c:pt idx="1155">
                  <c:v>27.587199999999999</c:v>
                </c:pt>
                <c:pt idx="1156">
                  <c:v>27.6084</c:v>
                </c:pt>
                <c:pt idx="1157">
                  <c:v>27.632100000000001</c:v>
                </c:pt>
                <c:pt idx="1158">
                  <c:v>27.6584</c:v>
                </c:pt>
                <c:pt idx="1159">
                  <c:v>27.682200000000002</c:v>
                </c:pt>
                <c:pt idx="1160">
                  <c:v>27.702400000000001</c:v>
                </c:pt>
                <c:pt idx="1161">
                  <c:v>27.723600000000001</c:v>
                </c:pt>
                <c:pt idx="1162">
                  <c:v>27.7437</c:v>
                </c:pt>
                <c:pt idx="1163">
                  <c:v>27.766300000000001</c:v>
                </c:pt>
                <c:pt idx="1164">
                  <c:v>27.792200000000001</c:v>
                </c:pt>
                <c:pt idx="1165">
                  <c:v>27.8142</c:v>
                </c:pt>
                <c:pt idx="1166">
                  <c:v>27.841999999999999</c:v>
                </c:pt>
                <c:pt idx="1167">
                  <c:v>27.863399999999999</c:v>
                </c:pt>
                <c:pt idx="1168">
                  <c:v>27.8843</c:v>
                </c:pt>
                <c:pt idx="1169">
                  <c:v>27.905999999999999</c:v>
                </c:pt>
                <c:pt idx="1170">
                  <c:v>27.9268</c:v>
                </c:pt>
                <c:pt idx="1171">
                  <c:v>27.9529</c:v>
                </c:pt>
                <c:pt idx="1172">
                  <c:v>27.983799999999999</c:v>
                </c:pt>
                <c:pt idx="1173">
                  <c:v>28.0045</c:v>
                </c:pt>
                <c:pt idx="1174">
                  <c:v>28.027000000000001</c:v>
                </c:pt>
                <c:pt idx="1175">
                  <c:v>28.047699999999999</c:v>
                </c:pt>
                <c:pt idx="1176">
                  <c:v>28.0702</c:v>
                </c:pt>
                <c:pt idx="1177">
                  <c:v>28.095099999999999</c:v>
                </c:pt>
                <c:pt idx="1178">
                  <c:v>28.119499999999999</c:v>
                </c:pt>
                <c:pt idx="1179">
                  <c:v>28.1418</c:v>
                </c:pt>
                <c:pt idx="1180">
                  <c:v>28.162299999999998</c:v>
                </c:pt>
                <c:pt idx="1181">
                  <c:v>28.184000000000001</c:v>
                </c:pt>
                <c:pt idx="1182">
                  <c:v>28.210799999999999</c:v>
                </c:pt>
                <c:pt idx="1183">
                  <c:v>28.231100000000001</c:v>
                </c:pt>
                <c:pt idx="1184">
                  <c:v>28.253399999999999</c:v>
                </c:pt>
                <c:pt idx="1185">
                  <c:v>28.273900000000001</c:v>
                </c:pt>
                <c:pt idx="1186">
                  <c:v>28.2959</c:v>
                </c:pt>
                <c:pt idx="1187">
                  <c:v>28.317299999999999</c:v>
                </c:pt>
                <c:pt idx="1188">
                  <c:v>28.340299999999999</c:v>
                </c:pt>
                <c:pt idx="1189">
                  <c:v>28.362100000000002</c:v>
                </c:pt>
                <c:pt idx="1190">
                  <c:v>28.384599999999999</c:v>
                </c:pt>
                <c:pt idx="1191">
                  <c:v>28.405100000000001</c:v>
                </c:pt>
                <c:pt idx="1192">
                  <c:v>28.427</c:v>
                </c:pt>
                <c:pt idx="1193">
                  <c:v>28.447399999999998</c:v>
                </c:pt>
                <c:pt idx="1194">
                  <c:v>28.468499999999999</c:v>
                </c:pt>
                <c:pt idx="1195">
                  <c:v>28.491499999999998</c:v>
                </c:pt>
                <c:pt idx="1196">
                  <c:v>28.514099999999999</c:v>
                </c:pt>
                <c:pt idx="1197">
                  <c:v>28.534600000000001</c:v>
                </c:pt>
                <c:pt idx="1198">
                  <c:v>28.555599999999998</c:v>
                </c:pt>
                <c:pt idx="1199">
                  <c:v>28.578700000000001</c:v>
                </c:pt>
                <c:pt idx="1200">
                  <c:v>28.6005</c:v>
                </c:pt>
                <c:pt idx="1201">
                  <c:v>28.622199999999999</c:v>
                </c:pt>
                <c:pt idx="1202">
                  <c:v>28.642299999999999</c:v>
                </c:pt>
                <c:pt idx="1203">
                  <c:v>28.663</c:v>
                </c:pt>
                <c:pt idx="1204">
                  <c:v>28.683700000000002</c:v>
                </c:pt>
                <c:pt idx="1205">
                  <c:v>28.704799999999999</c:v>
                </c:pt>
                <c:pt idx="1206">
                  <c:v>28.727</c:v>
                </c:pt>
                <c:pt idx="1207">
                  <c:v>28.749300000000002</c:v>
                </c:pt>
                <c:pt idx="1208">
                  <c:v>28.770600000000002</c:v>
                </c:pt>
                <c:pt idx="1209">
                  <c:v>28.7913</c:v>
                </c:pt>
                <c:pt idx="1210">
                  <c:v>28.814399999999999</c:v>
                </c:pt>
                <c:pt idx="1211">
                  <c:v>28.835699999999999</c:v>
                </c:pt>
                <c:pt idx="1212">
                  <c:v>28.861499999999999</c:v>
                </c:pt>
                <c:pt idx="1213">
                  <c:v>28.8888</c:v>
                </c:pt>
                <c:pt idx="1214">
                  <c:v>28.910499999999999</c:v>
                </c:pt>
                <c:pt idx="1215">
                  <c:v>28.930700000000002</c:v>
                </c:pt>
                <c:pt idx="1216">
                  <c:v>28.9527</c:v>
                </c:pt>
                <c:pt idx="1217">
                  <c:v>28.973800000000001</c:v>
                </c:pt>
                <c:pt idx="1218">
                  <c:v>29.002500000000001</c:v>
                </c:pt>
                <c:pt idx="1219">
                  <c:v>29.0243</c:v>
                </c:pt>
                <c:pt idx="1220">
                  <c:v>29.045200000000001</c:v>
                </c:pt>
                <c:pt idx="1221">
                  <c:v>29.067499999999999</c:v>
                </c:pt>
                <c:pt idx="1222">
                  <c:v>29.0886</c:v>
                </c:pt>
                <c:pt idx="1223">
                  <c:v>29.116</c:v>
                </c:pt>
                <c:pt idx="1224">
                  <c:v>29.143999999999998</c:v>
                </c:pt>
                <c:pt idx="1225">
                  <c:v>29.169899999999998</c:v>
                </c:pt>
                <c:pt idx="1226">
                  <c:v>29.194800000000001</c:v>
                </c:pt>
                <c:pt idx="1227">
                  <c:v>29.220199999999998</c:v>
                </c:pt>
                <c:pt idx="1228">
                  <c:v>29.241599999999998</c:v>
                </c:pt>
                <c:pt idx="1229">
                  <c:v>29.27</c:v>
                </c:pt>
                <c:pt idx="1230">
                  <c:v>29.290700000000001</c:v>
                </c:pt>
                <c:pt idx="1231">
                  <c:v>29.311</c:v>
                </c:pt>
                <c:pt idx="1232">
                  <c:v>29.340800000000002</c:v>
                </c:pt>
                <c:pt idx="1233">
                  <c:v>29.3611</c:v>
                </c:pt>
                <c:pt idx="1234">
                  <c:v>29.382000000000001</c:v>
                </c:pt>
                <c:pt idx="1235">
                  <c:v>29.402899999999999</c:v>
                </c:pt>
                <c:pt idx="1236">
                  <c:v>29.427</c:v>
                </c:pt>
                <c:pt idx="1237">
                  <c:v>29.446999999999999</c:v>
                </c:pt>
                <c:pt idx="1238">
                  <c:v>29.4739</c:v>
                </c:pt>
                <c:pt idx="1239">
                  <c:v>29.495100000000001</c:v>
                </c:pt>
                <c:pt idx="1240">
                  <c:v>29.5182</c:v>
                </c:pt>
                <c:pt idx="1241">
                  <c:v>29.5382</c:v>
                </c:pt>
                <c:pt idx="1242">
                  <c:v>29.560300000000002</c:v>
                </c:pt>
                <c:pt idx="1243">
                  <c:v>29.581499999999998</c:v>
                </c:pt>
                <c:pt idx="1244">
                  <c:v>29.603899999999999</c:v>
                </c:pt>
                <c:pt idx="1245">
                  <c:v>29.624099999999999</c:v>
                </c:pt>
                <c:pt idx="1246">
                  <c:v>29.6464</c:v>
                </c:pt>
                <c:pt idx="1247">
                  <c:v>29.6693</c:v>
                </c:pt>
                <c:pt idx="1248">
                  <c:v>29.690100000000001</c:v>
                </c:pt>
                <c:pt idx="1249">
                  <c:v>29.712199999999999</c:v>
                </c:pt>
                <c:pt idx="1250">
                  <c:v>29.7346</c:v>
                </c:pt>
                <c:pt idx="1251">
                  <c:v>29.7561</c:v>
                </c:pt>
                <c:pt idx="1252">
                  <c:v>29.778199999999998</c:v>
                </c:pt>
                <c:pt idx="1253">
                  <c:v>29.7987</c:v>
                </c:pt>
                <c:pt idx="1254">
                  <c:v>29.820900000000002</c:v>
                </c:pt>
                <c:pt idx="1255">
                  <c:v>29.8428</c:v>
                </c:pt>
                <c:pt idx="1256">
                  <c:v>29.863800000000001</c:v>
                </c:pt>
                <c:pt idx="1257">
                  <c:v>29.889299999999999</c:v>
                </c:pt>
                <c:pt idx="1258">
                  <c:v>29.91</c:v>
                </c:pt>
                <c:pt idx="1259">
                  <c:v>29.930700000000002</c:v>
                </c:pt>
                <c:pt idx="1260">
                  <c:v>29.953099999999999</c:v>
                </c:pt>
                <c:pt idx="1261">
                  <c:v>29.974599999999999</c:v>
                </c:pt>
                <c:pt idx="1262">
                  <c:v>29.9998</c:v>
                </c:pt>
                <c:pt idx="1263">
                  <c:v>30.0229</c:v>
                </c:pt>
                <c:pt idx="1264">
                  <c:v>30.0441</c:v>
                </c:pt>
                <c:pt idx="1265">
                  <c:v>30.066700000000001</c:v>
                </c:pt>
                <c:pt idx="1266">
                  <c:v>30.090900000000001</c:v>
                </c:pt>
                <c:pt idx="1267">
                  <c:v>30.111999999999998</c:v>
                </c:pt>
                <c:pt idx="1268">
                  <c:v>30.134699999999999</c:v>
                </c:pt>
                <c:pt idx="1269">
                  <c:v>30.1572</c:v>
                </c:pt>
                <c:pt idx="1270">
                  <c:v>30.179600000000001</c:v>
                </c:pt>
                <c:pt idx="1271">
                  <c:v>30.2011</c:v>
                </c:pt>
                <c:pt idx="1272">
                  <c:v>30.223400000000002</c:v>
                </c:pt>
                <c:pt idx="1273">
                  <c:v>30.2454</c:v>
                </c:pt>
                <c:pt idx="1274">
                  <c:v>30.272400000000001</c:v>
                </c:pt>
                <c:pt idx="1275">
                  <c:v>30.293600000000001</c:v>
                </c:pt>
                <c:pt idx="1276">
                  <c:v>30.315100000000001</c:v>
                </c:pt>
                <c:pt idx="1277">
                  <c:v>30.338100000000001</c:v>
                </c:pt>
                <c:pt idx="1278">
                  <c:v>30.3582</c:v>
                </c:pt>
                <c:pt idx="1279">
                  <c:v>30.38</c:v>
                </c:pt>
                <c:pt idx="1280">
                  <c:v>30.400300000000001</c:v>
                </c:pt>
                <c:pt idx="1281">
                  <c:v>30.4224</c:v>
                </c:pt>
                <c:pt idx="1282">
                  <c:v>30.444900000000001</c:v>
                </c:pt>
                <c:pt idx="1283">
                  <c:v>30.465299999999999</c:v>
                </c:pt>
                <c:pt idx="1284">
                  <c:v>30.486899999999999</c:v>
                </c:pt>
                <c:pt idx="1285">
                  <c:v>30.507200000000001</c:v>
                </c:pt>
                <c:pt idx="1286">
                  <c:v>30.5288</c:v>
                </c:pt>
                <c:pt idx="1287">
                  <c:v>30.551400000000001</c:v>
                </c:pt>
                <c:pt idx="1288">
                  <c:v>30.572600000000001</c:v>
                </c:pt>
                <c:pt idx="1289">
                  <c:v>30.593</c:v>
                </c:pt>
                <c:pt idx="1290">
                  <c:v>30.616399999999999</c:v>
                </c:pt>
                <c:pt idx="1291">
                  <c:v>30.636800000000001</c:v>
                </c:pt>
                <c:pt idx="1292">
                  <c:v>30.661300000000001</c:v>
                </c:pt>
                <c:pt idx="1293">
                  <c:v>30.688300000000002</c:v>
                </c:pt>
                <c:pt idx="1294">
                  <c:v>30.7118</c:v>
                </c:pt>
                <c:pt idx="1295">
                  <c:v>30.7348</c:v>
                </c:pt>
                <c:pt idx="1296">
                  <c:v>30.761299999999999</c:v>
                </c:pt>
                <c:pt idx="1297">
                  <c:v>30.788799999999998</c:v>
                </c:pt>
                <c:pt idx="1298">
                  <c:v>30.810400000000001</c:v>
                </c:pt>
                <c:pt idx="1299">
                  <c:v>30.831199999999999</c:v>
                </c:pt>
                <c:pt idx="1300">
                  <c:v>30.852699999999999</c:v>
                </c:pt>
                <c:pt idx="1301">
                  <c:v>30.878599999999999</c:v>
                </c:pt>
                <c:pt idx="1302">
                  <c:v>30.9053</c:v>
                </c:pt>
                <c:pt idx="1303">
                  <c:v>30.9298</c:v>
                </c:pt>
                <c:pt idx="1304">
                  <c:v>30.953900000000001</c:v>
                </c:pt>
                <c:pt idx="1305">
                  <c:v>30.9758</c:v>
                </c:pt>
                <c:pt idx="1306">
                  <c:v>31.001200000000001</c:v>
                </c:pt>
                <c:pt idx="1307">
                  <c:v>31.029199999999999</c:v>
                </c:pt>
                <c:pt idx="1308">
                  <c:v>31.052199999999999</c:v>
                </c:pt>
                <c:pt idx="1309">
                  <c:v>31.0746</c:v>
                </c:pt>
                <c:pt idx="1310">
                  <c:v>31.101600000000001</c:v>
                </c:pt>
                <c:pt idx="1311">
                  <c:v>31.1218</c:v>
                </c:pt>
                <c:pt idx="1312">
                  <c:v>31.1435</c:v>
                </c:pt>
                <c:pt idx="1313">
                  <c:v>31.163699999999999</c:v>
                </c:pt>
                <c:pt idx="1314">
                  <c:v>31.1858</c:v>
                </c:pt>
                <c:pt idx="1315">
                  <c:v>31.211400000000001</c:v>
                </c:pt>
                <c:pt idx="1316">
                  <c:v>31.233599999999999</c:v>
                </c:pt>
                <c:pt idx="1317">
                  <c:v>31.2563</c:v>
                </c:pt>
                <c:pt idx="1318">
                  <c:v>31.2789</c:v>
                </c:pt>
                <c:pt idx="1319">
                  <c:v>31.299199999999999</c:v>
                </c:pt>
                <c:pt idx="1320">
                  <c:v>31.3202</c:v>
                </c:pt>
                <c:pt idx="1321">
                  <c:v>31.3413</c:v>
                </c:pt>
                <c:pt idx="1322">
                  <c:v>31.362300000000001</c:v>
                </c:pt>
                <c:pt idx="1323">
                  <c:v>31.383199999999999</c:v>
                </c:pt>
                <c:pt idx="1324">
                  <c:v>31.403700000000001</c:v>
                </c:pt>
                <c:pt idx="1325">
                  <c:v>31.4255</c:v>
                </c:pt>
                <c:pt idx="1326">
                  <c:v>31.4481</c:v>
                </c:pt>
                <c:pt idx="1327">
                  <c:v>31.469000000000001</c:v>
                </c:pt>
                <c:pt idx="1328">
                  <c:v>31.491700000000002</c:v>
                </c:pt>
                <c:pt idx="1329">
                  <c:v>31.513500000000001</c:v>
                </c:pt>
                <c:pt idx="1330">
                  <c:v>31.536300000000001</c:v>
                </c:pt>
                <c:pt idx="1331">
                  <c:v>31.556999999999999</c:v>
                </c:pt>
                <c:pt idx="1332">
                  <c:v>31.5779</c:v>
                </c:pt>
                <c:pt idx="1333">
                  <c:v>31.604500000000002</c:v>
                </c:pt>
                <c:pt idx="1334">
                  <c:v>31.625499999999999</c:v>
                </c:pt>
                <c:pt idx="1335">
                  <c:v>31.648299999999999</c:v>
                </c:pt>
                <c:pt idx="1336">
                  <c:v>31.670500000000001</c:v>
                </c:pt>
                <c:pt idx="1337">
                  <c:v>31.691800000000001</c:v>
                </c:pt>
                <c:pt idx="1338">
                  <c:v>31.712900000000001</c:v>
                </c:pt>
                <c:pt idx="1339">
                  <c:v>31.734300000000001</c:v>
                </c:pt>
                <c:pt idx="1340">
                  <c:v>31.7546</c:v>
                </c:pt>
                <c:pt idx="1341">
                  <c:v>31.778099999999998</c:v>
                </c:pt>
                <c:pt idx="1342">
                  <c:v>31.800899999999999</c:v>
                </c:pt>
                <c:pt idx="1343">
                  <c:v>31.821999999999999</c:v>
                </c:pt>
                <c:pt idx="1344">
                  <c:v>31.844100000000001</c:v>
                </c:pt>
                <c:pt idx="1345">
                  <c:v>31.864799999999999</c:v>
                </c:pt>
                <c:pt idx="1346">
                  <c:v>31.888300000000001</c:v>
                </c:pt>
                <c:pt idx="1347">
                  <c:v>31.9085</c:v>
                </c:pt>
                <c:pt idx="1348">
                  <c:v>31.935199999999998</c:v>
                </c:pt>
                <c:pt idx="1349">
                  <c:v>31.956499999999998</c:v>
                </c:pt>
                <c:pt idx="1350">
                  <c:v>31.976800000000001</c:v>
                </c:pt>
                <c:pt idx="1351">
                  <c:v>32.005600000000001</c:v>
                </c:pt>
                <c:pt idx="1352">
                  <c:v>32.031500000000001</c:v>
                </c:pt>
                <c:pt idx="1353">
                  <c:v>32.053100000000001</c:v>
                </c:pt>
                <c:pt idx="1354">
                  <c:v>32.079700000000003</c:v>
                </c:pt>
                <c:pt idx="1355">
                  <c:v>32.102200000000003</c:v>
                </c:pt>
                <c:pt idx="1356">
                  <c:v>32.123100000000001</c:v>
                </c:pt>
                <c:pt idx="1357">
                  <c:v>32.146099999999997</c:v>
                </c:pt>
                <c:pt idx="1358">
                  <c:v>32.168599999999998</c:v>
                </c:pt>
                <c:pt idx="1359">
                  <c:v>32.189500000000002</c:v>
                </c:pt>
                <c:pt idx="1360">
                  <c:v>32.215699999999998</c:v>
                </c:pt>
                <c:pt idx="1361">
                  <c:v>32.237099999999998</c:v>
                </c:pt>
                <c:pt idx="1362">
                  <c:v>32.258899999999997</c:v>
                </c:pt>
                <c:pt idx="1363">
                  <c:v>32.281599999999997</c:v>
                </c:pt>
                <c:pt idx="1364">
                  <c:v>32.309199999999997</c:v>
                </c:pt>
                <c:pt idx="1365">
                  <c:v>32.331800000000001</c:v>
                </c:pt>
                <c:pt idx="1366">
                  <c:v>32.3521</c:v>
                </c:pt>
                <c:pt idx="1367">
                  <c:v>32.372199999999999</c:v>
                </c:pt>
                <c:pt idx="1368">
                  <c:v>32.393799999999999</c:v>
                </c:pt>
                <c:pt idx="1369">
                  <c:v>32.414000000000001</c:v>
                </c:pt>
                <c:pt idx="1370">
                  <c:v>32.437600000000003</c:v>
                </c:pt>
                <c:pt idx="1371">
                  <c:v>32.458399999999997</c:v>
                </c:pt>
                <c:pt idx="1372">
                  <c:v>32.4788</c:v>
                </c:pt>
                <c:pt idx="1373">
                  <c:v>32.499600000000001</c:v>
                </c:pt>
                <c:pt idx="1374">
                  <c:v>32.521500000000003</c:v>
                </c:pt>
                <c:pt idx="1375">
                  <c:v>32.547899999999998</c:v>
                </c:pt>
                <c:pt idx="1376">
                  <c:v>32.570300000000003</c:v>
                </c:pt>
                <c:pt idx="1377">
                  <c:v>32.591200000000001</c:v>
                </c:pt>
                <c:pt idx="1378">
                  <c:v>32.614100000000001</c:v>
                </c:pt>
                <c:pt idx="1379">
                  <c:v>32.642200000000003</c:v>
                </c:pt>
                <c:pt idx="1380">
                  <c:v>32.666800000000002</c:v>
                </c:pt>
                <c:pt idx="1381">
                  <c:v>32.689700000000002</c:v>
                </c:pt>
                <c:pt idx="1382">
                  <c:v>32.717100000000002</c:v>
                </c:pt>
                <c:pt idx="1383">
                  <c:v>32.739699999999999</c:v>
                </c:pt>
                <c:pt idx="1384">
                  <c:v>32.7654</c:v>
                </c:pt>
                <c:pt idx="1385">
                  <c:v>32.791600000000003</c:v>
                </c:pt>
                <c:pt idx="1386">
                  <c:v>32.815600000000003</c:v>
                </c:pt>
                <c:pt idx="1387">
                  <c:v>32.840899999999998</c:v>
                </c:pt>
                <c:pt idx="1388">
                  <c:v>32.867199999999997</c:v>
                </c:pt>
                <c:pt idx="1389">
                  <c:v>32.8932</c:v>
                </c:pt>
                <c:pt idx="1390">
                  <c:v>32.9163</c:v>
                </c:pt>
                <c:pt idx="1391">
                  <c:v>32.939300000000003</c:v>
                </c:pt>
                <c:pt idx="1392">
                  <c:v>32.963200000000001</c:v>
                </c:pt>
                <c:pt idx="1393">
                  <c:v>32.985900000000001</c:v>
                </c:pt>
                <c:pt idx="1394">
                  <c:v>33.006500000000003</c:v>
                </c:pt>
                <c:pt idx="1395">
                  <c:v>33.033299999999997</c:v>
                </c:pt>
                <c:pt idx="1396">
                  <c:v>33.0593</c:v>
                </c:pt>
                <c:pt idx="1397">
                  <c:v>33.081899999999997</c:v>
                </c:pt>
                <c:pt idx="1398">
                  <c:v>33.105800000000002</c:v>
                </c:pt>
                <c:pt idx="1399">
                  <c:v>33.128</c:v>
                </c:pt>
                <c:pt idx="1400">
                  <c:v>33.1524</c:v>
                </c:pt>
                <c:pt idx="1401">
                  <c:v>33.176400000000001</c:v>
                </c:pt>
                <c:pt idx="1402">
                  <c:v>33.200600000000001</c:v>
                </c:pt>
                <c:pt idx="1403">
                  <c:v>33.225999999999999</c:v>
                </c:pt>
                <c:pt idx="1404">
                  <c:v>33.247399999999999</c:v>
                </c:pt>
                <c:pt idx="1405">
                  <c:v>33.267699999999998</c:v>
                </c:pt>
                <c:pt idx="1406">
                  <c:v>33.290300000000002</c:v>
                </c:pt>
                <c:pt idx="1407">
                  <c:v>33.310499999999998</c:v>
                </c:pt>
                <c:pt idx="1408">
                  <c:v>33.335700000000003</c:v>
                </c:pt>
                <c:pt idx="1409">
                  <c:v>33.356900000000003</c:v>
                </c:pt>
                <c:pt idx="1410">
                  <c:v>33.379300000000001</c:v>
                </c:pt>
                <c:pt idx="1411">
                  <c:v>33.399299999999997</c:v>
                </c:pt>
                <c:pt idx="1412">
                  <c:v>33.421900000000001</c:v>
                </c:pt>
                <c:pt idx="1413">
                  <c:v>33.444600000000001</c:v>
                </c:pt>
                <c:pt idx="1414">
                  <c:v>33.473399999999998</c:v>
                </c:pt>
                <c:pt idx="1415">
                  <c:v>33.499299999999998</c:v>
                </c:pt>
                <c:pt idx="1416">
                  <c:v>33.5214</c:v>
                </c:pt>
                <c:pt idx="1417">
                  <c:v>33.542499999999997</c:v>
                </c:pt>
                <c:pt idx="1418">
                  <c:v>33.569000000000003</c:v>
                </c:pt>
                <c:pt idx="1419">
                  <c:v>33.595199999999998</c:v>
                </c:pt>
                <c:pt idx="1420">
                  <c:v>33.6218</c:v>
                </c:pt>
                <c:pt idx="1421">
                  <c:v>33.6419</c:v>
                </c:pt>
                <c:pt idx="1422">
                  <c:v>33.662700000000001</c:v>
                </c:pt>
                <c:pt idx="1423">
                  <c:v>33.6845</c:v>
                </c:pt>
                <c:pt idx="1424">
                  <c:v>33.709299999999999</c:v>
                </c:pt>
                <c:pt idx="1425">
                  <c:v>33.729399999999998</c:v>
                </c:pt>
                <c:pt idx="1426">
                  <c:v>33.750999999999998</c:v>
                </c:pt>
                <c:pt idx="1427">
                  <c:v>33.773299999999999</c:v>
                </c:pt>
                <c:pt idx="1428">
                  <c:v>33.802599999999998</c:v>
                </c:pt>
                <c:pt idx="1429">
                  <c:v>33.826999999999998</c:v>
                </c:pt>
                <c:pt idx="1430">
                  <c:v>33.856200000000001</c:v>
                </c:pt>
                <c:pt idx="1431">
                  <c:v>33.876399999999997</c:v>
                </c:pt>
                <c:pt idx="1432">
                  <c:v>33.9024</c:v>
                </c:pt>
                <c:pt idx="1433">
                  <c:v>33.927399999999999</c:v>
                </c:pt>
                <c:pt idx="1434">
                  <c:v>33.954700000000003</c:v>
                </c:pt>
                <c:pt idx="1435">
                  <c:v>33.979300000000002</c:v>
                </c:pt>
                <c:pt idx="1436">
                  <c:v>34.002600000000001</c:v>
                </c:pt>
                <c:pt idx="1437">
                  <c:v>34.029299999999999</c:v>
                </c:pt>
                <c:pt idx="1438">
                  <c:v>34.051299999999998</c:v>
                </c:pt>
                <c:pt idx="1439">
                  <c:v>34.076900000000002</c:v>
                </c:pt>
                <c:pt idx="1440">
                  <c:v>34.103000000000002</c:v>
                </c:pt>
                <c:pt idx="1441">
                  <c:v>34.131100000000004</c:v>
                </c:pt>
                <c:pt idx="1442">
                  <c:v>34.158299999999997</c:v>
                </c:pt>
                <c:pt idx="1443">
                  <c:v>34.179499999999997</c:v>
                </c:pt>
                <c:pt idx="1444">
                  <c:v>34.2029</c:v>
                </c:pt>
                <c:pt idx="1445">
                  <c:v>34.229399999999998</c:v>
                </c:pt>
                <c:pt idx="1446">
                  <c:v>34.251300000000001</c:v>
                </c:pt>
                <c:pt idx="1447">
                  <c:v>34.274099999999997</c:v>
                </c:pt>
                <c:pt idx="1448">
                  <c:v>34.294600000000003</c:v>
                </c:pt>
                <c:pt idx="1449">
                  <c:v>34.318600000000004</c:v>
                </c:pt>
                <c:pt idx="1450">
                  <c:v>34.345300000000002</c:v>
                </c:pt>
                <c:pt idx="1451">
                  <c:v>34.367400000000004</c:v>
                </c:pt>
                <c:pt idx="1452">
                  <c:v>34.394500000000001</c:v>
                </c:pt>
                <c:pt idx="1453">
                  <c:v>34.42</c:v>
                </c:pt>
                <c:pt idx="1454">
                  <c:v>34.446100000000001</c:v>
                </c:pt>
                <c:pt idx="1455">
                  <c:v>34.470399999999998</c:v>
                </c:pt>
                <c:pt idx="1456">
                  <c:v>34.496400000000001</c:v>
                </c:pt>
                <c:pt idx="1457">
                  <c:v>34.523000000000003</c:v>
                </c:pt>
                <c:pt idx="1458">
                  <c:v>34.551900000000003</c:v>
                </c:pt>
                <c:pt idx="1459">
                  <c:v>34.572499999999998</c:v>
                </c:pt>
                <c:pt idx="1460">
                  <c:v>34.597499999999997</c:v>
                </c:pt>
                <c:pt idx="1461">
                  <c:v>34.619500000000002</c:v>
                </c:pt>
                <c:pt idx="1462">
                  <c:v>34.639600000000002</c:v>
                </c:pt>
                <c:pt idx="1463">
                  <c:v>34.667900000000003</c:v>
                </c:pt>
                <c:pt idx="1464">
                  <c:v>34.6952</c:v>
                </c:pt>
                <c:pt idx="1465">
                  <c:v>34.721800000000002</c:v>
                </c:pt>
                <c:pt idx="1466">
                  <c:v>34.742400000000004</c:v>
                </c:pt>
                <c:pt idx="1467">
                  <c:v>34.7624</c:v>
                </c:pt>
                <c:pt idx="1468">
                  <c:v>34.783499999999997</c:v>
                </c:pt>
                <c:pt idx="1469">
                  <c:v>34.806699999999999</c:v>
                </c:pt>
                <c:pt idx="1470">
                  <c:v>34.832000000000001</c:v>
                </c:pt>
                <c:pt idx="1471">
                  <c:v>34.8596</c:v>
                </c:pt>
                <c:pt idx="1472">
                  <c:v>34.885100000000001</c:v>
                </c:pt>
                <c:pt idx="1473">
                  <c:v>34.9071</c:v>
                </c:pt>
                <c:pt idx="1474">
                  <c:v>34.932600000000001</c:v>
                </c:pt>
                <c:pt idx="1475">
                  <c:v>34.954999999999998</c:v>
                </c:pt>
                <c:pt idx="1476">
                  <c:v>34.980699999999999</c:v>
                </c:pt>
                <c:pt idx="1477">
                  <c:v>35.0077</c:v>
                </c:pt>
                <c:pt idx="1478">
                  <c:v>35.0379</c:v>
                </c:pt>
                <c:pt idx="1479">
                  <c:v>35.060299999999998</c:v>
                </c:pt>
                <c:pt idx="1480">
                  <c:v>35.0807</c:v>
                </c:pt>
                <c:pt idx="1481">
                  <c:v>35.110599999999998</c:v>
                </c:pt>
                <c:pt idx="1482">
                  <c:v>35.139099999999999</c:v>
                </c:pt>
                <c:pt idx="1483">
                  <c:v>35.165999999999997</c:v>
                </c:pt>
                <c:pt idx="1484">
                  <c:v>35.187100000000001</c:v>
                </c:pt>
                <c:pt idx="1485">
                  <c:v>35.209099999999999</c:v>
                </c:pt>
                <c:pt idx="1486">
                  <c:v>35.237200000000001</c:v>
                </c:pt>
                <c:pt idx="1487">
                  <c:v>35.268999999999998</c:v>
                </c:pt>
                <c:pt idx="1488">
                  <c:v>35.290799999999997</c:v>
                </c:pt>
                <c:pt idx="1489">
                  <c:v>35.315199999999997</c:v>
                </c:pt>
                <c:pt idx="1490">
                  <c:v>35.343200000000003</c:v>
                </c:pt>
                <c:pt idx="1491">
                  <c:v>35.369700000000002</c:v>
                </c:pt>
                <c:pt idx="1492">
                  <c:v>35.391300000000001</c:v>
                </c:pt>
                <c:pt idx="1493">
                  <c:v>35.413400000000003</c:v>
                </c:pt>
                <c:pt idx="1494">
                  <c:v>35.437899999999999</c:v>
                </c:pt>
                <c:pt idx="1495">
                  <c:v>35.464500000000001</c:v>
                </c:pt>
                <c:pt idx="1496">
                  <c:v>35.490200000000002</c:v>
                </c:pt>
                <c:pt idx="1497">
                  <c:v>35.512599999999999</c:v>
                </c:pt>
                <c:pt idx="1498">
                  <c:v>35.536299999999997</c:v>
                </c:pt>
                <c:pt idx="1499">
                  <c:v>35.562100000000001</c:v>
                </c:pt>
                <c:pt idx="1500">
                  <c:v>35.582799999999999</c:v>
                </c:pt>
                <c:pt idx="1501">
                  <c:v>35.603299999999997</c:v>
                </c:pt>
                <c:pt idx="1502">
                  <c:v>35.632800000000003</c:v>
                </c:pt>
                <c:pt idx="1503">
                  <c:v>35.654499999999999</c:v>
                </c:pt>
                <c:pt idx="1504">
                  <c:v>35.683100000000003</c:v>
                </c:pt>
                <c:pt idx="1505">
                  <c:v>35.703499999999998</c:v>
                </c:pt>
                <c:pt idx="1506">
                  <c:v>35.723500000000001</c:v>
                </c:pt>
                <c:pt idx="1507">
                  <c:v>35.744</c:v>
                </c:pt>
                <c:pt idx="1508">
                  <c:v>35.770200000000003</c:v>
                </c:pt>
                <c:pt idx="1509">
                  <c:v>35.7928</c:v>
                </c:pt>
                <c:pt idx="1510">
                  <c:v>35.815899999999999</c:v>
                </c:pt>
                <c:pt idx="1511">
                  <c:v>35.843400000000003</c:v>
                </c:pt>
                <c:pt idx="1512">
                  <c:v>35.863500000000002</c:v>
                </c:pt>
                <c:pt idx="1513">
                  <c:v>35.884399999999999</c:v>
                </c:pt>
                <c:pt idx="1514">
                  <c:v>35.9056</c:v>
                </c:pt>
                <c:pt idx="1515">
                  <c:v>35.932899999999997</c:v>
                </c:pt>
                <c:pt idx="1516">
                  <c:v>35.963099999999997</c:v>
                </c:pt>
                <c:pt idx="1517">
                  <c:v>35.991700000000002</c:v>
                </c:pt>
                <c:pt idx="1518">
                  <c:v>36.014000000000003</c:v>
                </c:pt>
                <c:pt idx="1519">
                  <c:v>36.040399999999998</c:v>
                </c:pt>
                <c:pt idx="1520">
                  <c:v>36.061300000000003</c:v>
                </c:pt>
                <c:pt idx="1521">
                  <c:v>36.082000000000001</c:v>
                </c:pt>
                <c:pt idx="1522">
                  <c:v>36.103400000000001</c:v>
                </c:pt>
                <c:pt idx="1523">
                  <c:v>36.125799999999998</c:v>
                </c:pt>
                <c:pt idx="1524">
                  <c:v>36.154000000000003</c:v>
                </c:pt>
                <c:pt idx="1525">
                  <c:v>36.183</c:v>
                </c:pt>
                <c:pt idx="1526">
                  <c:v>36.21</c:v>
                </c:pt>
                <c:pt idx="1527">
                  <c:v>36.231099999999998</c:v>
                </c:pt>
                <c:pt idx="1528">
                  <c:v>36.257199999999997</c:v>
                </c:pt>
                <c:pt idx="1529">
                  <c:v>36.284599999999998</c:v>
                </c:pt>
                <c:pt idx="1530">
                  <c:v>36.313299999999998</c:v>
                </c:pt>
                <c:pt idx="1531">
                  <c:v>36.3399</c:v>
                </c:pt>
                <c:pt idx="1532">
                  <c:v>36.36</c:v>
                </c:pt>
                <c:pt idx="1533">
                  <c:v>36.383600000000001</c:v>
                </c:pt>
                <c:pt idx="1534">
                  <c:v>36.4116</c:v>
                </c:pt>
                <c:pt idx="1535">
                  <c:v>36.4328</c:v>
                </c:pt>
                <c:pt idx="1536">
                  <c:v>36.455100000000002</c:v>
                </c:pt>
                <c:pt idx="1537">
                  <c:v>36.479300000000002</c:v>
                </c:pt>
                <c:pt idx="1538">
                  <c:v>36.5015</c:v>
                </c:pt>
                <c:pt idx="1539">
                  <c:v>36.521900000000002</c:v>
                </c:pt>
                <c:pt idx="1540">
                  <c:v>36.542900000000003</c:v>
                </c:pt>
                <c:pt idx="1541">
                  <c:v>36.563400000000001</c:v>
                </c:pt>
                <c:pt idx="1542">
                  <c:v>36.588299999999997</c:v>
                </c:pt>
                <c:pt idx="1543">
                  <c:v>36.6096</c:v>
                </c:pt>
                <c:pt idx="1544">
                  <c:v>36.6327</c:v>
                </c:pt>
                <c:pt idx="1545">
                  <c:v>36.653700000000001</c:v>
                </c:pt>
                <c:pt idx="1546">
                  <c:v>36.6755</c:v>
                </c:pt>
                <c:pt idx="1547">
                  <c:v>36.703000000000003</c:v>
                </c:pt>
                <c:pt idx="1548">
                  <c:v>36.724499999999999</c:v>
                </c:pt>
                <c:pt idx="1549">
                  <c:v>36.749499999999998</c:v>
                </c:pt>
                <c:pt idx="1550">
                  <c:v>36.7761</c:v>
                </c:pt>
                <c:pt idx="1551">
                  <c:v>36.799799999999998</c:v>
                </c:pt>
                <c:pt idx="1552">
                  <c:v>36.820500000000003</c:v>
                </c:pt>
                <c:pt idx="1553">
                  <c:v>36.844499999999996</c:v>
                </c:pt>
                <c:pt idx="1554">
                  <c:v>36.864600000000003</c:v>
                </c:pt>
                <c:pt idx="1555">
                  <c:v>36.885199999999998</c:v>
                </c:pt>
                <c:pt idx="1556">
                  <c:v>36.907400000000003</c:v>
                </c:pt>
                <c:pt idx="1557">
                  <c:v>36.927399999999999</c:v>
                </c:pt>
                <c:pt idx="1558">
                  <c:v>36.954000000000001</c:v>
                </c:pt>
                <c:pt idx="1559">
                  <c:v>36.977699999999999</c:v>
                </c:pt>
                <c:pt idx="1560">
                  <c:v>37.001300000000001</c:v>
                </c:pt>
                <c:pt idx="1561">
                  <c:v>37.025399999999998</c:v>
                </c:pt>
                <c:pt idx="1562">
                  <c:v>37.0535</c:v>
                </c:pt>
                <c:pt idx="1563">
                  <c:v>37.073900000000002</c:v>
                </c:pt>
                <c:pt idx="1564">
                  <c:v>37.100099999999998</c:v>
                </c:pt>
                <c:pt idx="1565">
                  <c:v>37.121000000000002</c:v>
                </c:pt>
                <c:pt idx="1566">
                  <c:v>37.1419</c:v>
                </c:pt>
                <c:pt idx="1567">
                  <c:v>37.164400000000001</c:v>
                </c:pt>
                <c:pt idx="1568">
                  <c:v>37.184600000000003</c:v>
                </c:pt>
                <c:pt idx="1569">
                  <c:v>37.2087</c:v>
                </c:pt>
                <c:pt idx="1570">
                  <c:v>37.231499999999997</c:v>
                </c:pt>
                <c:pt idx="1571">
                  <c:v>37.252000000000002</c:v>
                </c:pt>
                <c:pt idx="1572">
                  <c:v>37.2729</c:v>
                </c:pt>
                <c:pt idx="1573">
                  <c:v>37.299500000000002</c:v>
                </c:pt>
                <c:pt idx="1574">
                  <c:v>37.320300000000003</c:v>
                </c:pt>
                <c:pt idx="1575">
                  <c:v>37.342100000000002</c:v>
                </c:pt>
                <c:pt idx="1576">
                  <c:v>37.365099999999998</c:v>
                </c:pt>
                <c:pt idx="1577">
                  <c:v>37.385100000000001</c:v>
                </c:pt>
                <c:pt idx="1578">
                  <c:v>37.410899999999998</c:v>
                </c:pt>
                <c:pt idx="1579">
                  <c:v>37.431899999999999</c:v>
                </c:pt>
                <c:pt idx="1580">
                  <c:v>37.457900000000002</c:v>
                </c:pt>
                <c:pt idx="1581">
                  <c:v>37.4833</c:v>
                </c:pt>
                <c:pt idx="1582">
                  <c:v>37.512099999999997</c:v>
                </c:pt>
                <c:pt idx="1583">
                  <c:v>37.533000000000001</c:v>
                </c:pt>
                <c:pt idx="1584">
                  <c:v>37.560099999999998</c:v>
                </c:pt>
                <c:pt idx="1585">
                  <c:v>37.580599999999997</c:v>
                </c:pt>
                <c:pt idx="1586">
                  <c:v>37.601399999999998</c:v>
                </c:pt>
                <c:pt idx="1587">
                  <c:v>37.6218</c:v>
                </c:pt>
                <c:pt idx="1588">
                  <c:v>37.651800000000001</c:v>
                </c:pt>
                <c:pt idx="1589">
                  <c:v>37.675199999999997</c:v>
                </c:pt>
                <c:pt idx="1590">
                  <c:v>37.698700000000002</c:v>
                </c:pt>
                <c:pt idx="1591">
                  <c:v>37.719499999999996</c:v>
                </c:pt>
                <c:pt idx="1592">
                  <c:v>37.741100000000003</c:v>
                </c:pt>
                <c:pt idx="1593">
                  <c:v>37.764299999999999</c:v>
                </c:pt>
                <c:pt idx="1594">
                  <c:v>37.7849</c:v>
                </c:pt>
                <c:pt idx="1595">
                  <c:v>37.805100000000003</c:v>
                </c:pt>
                <c:pt idx="1596">
                  <c:v>37.827599999999997</c:v>
                </c:pt>
                <c:pt idx="1597">
                  <c:v>37.847700000000003</c:v>
                </c:pt>
                <c:pt idx="1598">
                  <c:v>37.875599999999999</c:v>
                </c:pt>
                <c:pt idx="1599">
                  <c:v>37.904800000000002</c:v>
                </c:pt>
                <c:pt idx="1600">
                  <c:v>37.9285</c:v>
                </c:pt>
                <c:pt idx="1601">
                  <c:v>37.952399999999997</c:v>
                </c:pt>
                <c:pt idx="1602">
                  <c:v>37.978999999999999</c:v>
                </c:pt>
                <c:pt idx="1603">
                  <c:v>38.002699999999997</c:v>
                </c:pt>
                <c:pt idx="1604">
                  <c:v>38.023899999999998</c:v>
                </c:pt>
                <c:pt idx="1605">
                  <c:v>38.053100000000001</c:v>
                </c:pt>
                <c:pt idx="1606">
                  <c:v>38.073099999999997</c:v>
                </c:pt>
                <c:pt idx="1607">
                  <c:v>38.099200000000003</c:v>
                </c:pt>
                <c:pt idx="1608">
                  <c:v>38.127899999999997</c:v>
                </c:pt>
                <c:pt idx="1609">
                  <c:v>38.151499999999999</c:v>
                </c:pt>
                <c:pt idx="1610">
                  <c:v>38.174100000000003</c:v>
                </c:pt>
                <c:pt idx="1611">
                  <c:v>38.201000000000001</c:v>
                </c:pt>
                <c:pt idx="1612">
                  <c:v>38.230600000000003</c:v>
                </c:pt>
                <c:pt idx="1613">
                  <c:v>38.258699999999997</c:v>
                </c:pt>
                <c:pt idx="1614">
                  <c:v>38.286499999999997</c:v>
                </c:pt>
                <c:pt idx="1615">
                  <c:v>38.306699999999999</c:v>
                </c:pt>
                <c:pt idx="1616">
                  <c:v>38.333100000000002</c:v>
                </c:pt>
                <c:pt idx="1617">
                  <c:v>38.353999999999999</c:v>
                </c:pt>
                <c:pt idx="1618">
                  <c:v>38.381700000000002</c:v>
                </c:pt>
                <c:pt idx="1619">
                  <c:v>38.409599999999998</c:v>
                </c:pt>
                <c:pt idx="1620">
                  <c:v>38.4315</c:v>
                </c:pt>
                <c:pt idx="1621">
                  <c:v>38.459099999999999</c:v>
                </c:pt>
                <c:pt idx="1622">
                  <c:v>38.485900000000001</c:v>
                </c:pt>
                <c:pt idx="1623">
                  <c:v>38.5182</c:v>
                </c:pt>
                <c:pt idx="1624">
                  <c:v>38.538400000000003</c:v>
                </c:pt>
                <c:pt idx="1625">
                  <c:v>38.562800000000003</c:v>
                </c:pt>
                <c:pt idx="1626">
                  <c:v>38.5837</c:v>
                </c:pt>
                <c:pt idx="1627">
                  <c:v>38.604799999999997</c:v>
                </c:pt>
                <c:pt idx="1628">
                  <c:v>38.6282</c:v>
                </c:pt>
                <c:pt idx="1629">
                  <c:v>38.649900000000002</c:v>
                </c:pt>
                <c:pt idx="1630">
                  <c:v>38.671799999999998</c:v>
                </c:pt>
                <c:pt idx="1631">
                  <c:v>38.697699999999998</c:v>
                </c:pt>
                <c:pt idx="1632">
                  <c:v>38.7224</c:v>
                </c:pt>
                <c:pt idx="1633">
                  <c:v>38.744799999999998</c:v>
                </c:pt>
                <c:pt idx="1634">
                  <c:v>38.765000000000001</c:v>
                </c:pt>
                <c:pt idx="1635">
                  <c:v>38.7864</c:v>
                </c:pt>
                <c:pt idx="1636">
                  <c:v>38.806699999999999</c:v>
                </c:pt>
                <c:pt idx="1637">
                  <c:v>38.830800000000004</c:v>
                </c:pt>
                <c:pt idx="1638">
                  <c:v>38.857799999999997</c:v>
                </c:pt>
                <c:pt idx="1639">
                  <c:v>38.914900000000003</c:v>
                </c:pt>
                <c:pt idx="1640">
                  <c:v>38.937199999999997</c:v>
                </c:pt>
                <c:pt idx="1641">
                  <c:v>38.959600000000002</c:v>
                </c:pt>
                <c:pt idx="1642">
                  <c:v>38.986899999999999</c:v>
                </c:pt>
                <c:pt idx="1643">
                  <c:v>39.007199999999997</c:v>
                </c:pt>
                <c:pt idx="1644">
                  <c:v>39.031300000000002</c:v>
                </c:pt>
                <c:pt idx="1645">
                  <c:v>39.057000000000002</c:v>
                </c:pt>
                <c:pt idx="1646">
                  <c:v>39.0839</c:v>
                </c:pt>
                <c:pt idx="1647">
                  <c:v>39.104700000000001</c:v>
                </c:pt>
                <c:pt idx="1648">
                  <c:v>39.125599999999999</c:v>
                </c:pt>
                <c:pt idx="1649">
                  <c:v>39.146299999999997</c:v>
                </c:pt>
                <c:pt idx="1650">
                  <c:v>39.1676</c:v>
                </c:pt>
                <c:pt idx="1651">
                  <c:v>39.195399999999999</c:v>
                </c:pt>
                <c:pt idx="1652">
                  <c:v>39.224200000000003</c:v>
                </c:pt>
                <c:pt idx="1653">
                  <c:v>39.246400000000001</c:v>
                </c:pt>
                <c:pt idx="1654">
                  <c:v>39.268500000000003</c:v>
                </c:pt>
                <c:pt idx="1655">
                  <c:v>39.292400000000001</c:v>
                </c:pt>
                <c:pt idx="1656">
                  <c:v>39.314700000000002</c:v>
                </c:pt>
                <c:pt idx="1657">
                  <c:v>39.341900000000003</c:v>
                </c:pt>
                <c:pt idx="1658">
                  <c:v>39.366999999999997</c:v>
                </c:pt>
                <c:pt idx="1659">
                  <c:v>39.387799999999999</c:v>
                </c:pt>
                <c:pt idx="1660">
                  <c:v>39.415700000000001</c:v>
                </c:pt>
                <c:pt idx="1661">
                  <c:v>39.436700000000002</c:v>
                </c:pt>
                <c:pt idx="1662">
                  <c:v>39.469000000000001</c:v>
                </c:pt>
                <c:pt idx="1663">
                  <c:v>39.495600000000003</c:v>
                </c:pt>
                <c:pt idx="1664">
                  <c:v>39.519599999999997</c:v>
                </c:pt>
                <c:pt idx="1665">
                  <c:v>39.546199999999999</c:v>
                </c:pt>
                <c:pt idx="1666">
                  <c:v>39.604700000000001</c:v>
                </c:pt>
                <c:pt idx="1667">
                  <c:v>39.6248</c:v>
                </c:pt>
                <c:pt idx="1668">
                  <c:v>39.647500000000001</c:v>
                </c:pt>
                <c:pt idx="1669">
                  <c:v>39.673000000000002</c:v>
                </c:pt>
                <c:pt idx="1670">
                  <c:v>39.694499999999998</c:v>
                </c:pt>
                <c:pt idx="1671">
                  <c:v>39.714500000000001</c:v>
                </c:pt>
                <c:pt idx="1672">
                  <c:v>39.740699999999997</c:v>
                </c:pt>
                <c:pt idx="1673">
                  <c:v>39.762999999999998</c:v>
                </c:pt>
                <c:pt idx="1674">
                  <c:v>39.785200000000003</c:v>
                </c:pt>
                <c:pt idx="1675">
                  <c:v>39.808199999999999</c:v>
                </c:pt>
                <c:pt idx="1676">
                  <c:v>39.830500000000001</c:v>
                </c:pt>
                <c:pt idx="1677">
                  <c:v>39.857900000000001</c:v>
                </c:pt>
                <c:pt idx="1678">
                  <c:v>39.880099999999999</c:v>
                </c:pt>
                <c:pt idx="1679">
                  <c:v>39.902700000000003</c:v>
                </c:pt>
                <c:pt idx="1680">
                  <c:v>39.923299999999998</c:v>
                </c:pt>
                <c:pt idx="1681">
                  <c:v>39.950200000000002</c:v>
                </c:pt>
                <c:pt idx="1682">
                  <c:v>39.973599999999998</c:v>
                </c:pt>
                <c:pt idx="1683">
                  <c:v>39.996299999999998</c:v>
                </c:pt>
                <c:pt idx="1684">
                  <c:v>40.024299999999997</c:v>
                </c:pt>
                <c:pt idx="1685">
                  <c:v>40.044400000000003</c:v>
                </c:pt>
                <c:pt idx="1686">
                  <c:v>40.069000000000003</c:v>
                </c:pt>
                <c:pt idx="1687">
                  <c:v>40.096699999999998</c:v>
                </c:pt>
                <c:pt idx="1688">
                  <c:v>40.124400000000001</c:v>
                </c:pt>
                <c:pt idx="1689">
                  <c:v>40.1447</c:v>
                </c:pt>
                <c:pt idx="1690">
                  <c:v>40.169400000000003</c:v>
                </c:pt>
                <c:pt idx="1691">
                  <c:v>40.190199999999997</c:v>
                </c:pt>
                <c:pt idx="1692">
                  <c:v>40.212200000000003</c:v>
                </c:pt>
                <c:pt idx="1693">
                  <c:v>40.239899999999999</c:v>
                </c:pt>
                <c:pt idx="1694">
                  <c:v>40.264499999999998</c:v>
                </c:pt>
                <c:pt idx="1695">
                  <c:v>40.293999999999997</c:v>
                </c:pt>
                <c:pt idx="1696">
                  <c:v>40.315199999999997</c:v>
                </c:pt>
                <c:pt idx="1697">
                  <c:v>40.335900000000002</c:v>
                </c:pt>
                <c:pt idx="1698">
                  <c:v>40.363700000000001</c:v>
                </c:pt>
                <c:pt idx="1699">
                  <c:v>40.396999999999998</c:v>
                </c:pt>
                <c:pt idx="1700">
                  <c:v>40.422699999999999</c:v>
                </c:pt>
                <c:pt idx="1701">
                  <c:v>40.444800000000001</c:v>
                </c:pt>
                <c:pt idx="1702">
                  <c:v>40.466200000000001</c:v>
                </c:pt>
                <c:pt idx="1703">
                  <c:v>40.496499999999997</c:v>
                </c:pt>
                <c:pt idx="1704">
                  <c:v>40.518500000000003</c:v>
                </c:pt>
                <c:pt idx="1705">
                  <c:v>40.544699999999999</c:v>
                </c:pt>
                <c:pt idx="1706">
                  <c:v>40.565399999999997</c:v>
                </c:pt>
                <c:pt idx="1707">
                  <c:v>40.5867</c:v>
                </c:pt>
                <c:pt idx="1708">
                  <c:v>40.607300000000002</c:v>
                </c:pt>
                <c:pt idx="1709">
                  <c:v>40.635399999999997</c:v>
                </c:pt>
                <c:pt idx="1710">
                  <c:v>40.662399999999998</c:v>
                </c:pt>
                <c:pt idx="1711">
                  <c:v>40.683799999999998</c:v>
                </c:pt>
                <c:pt idx="1712">
                  <c:v>40.705199999999998</c:v>
                </c:pt>
                <c:pt idx="1713">
                  <c:v>40.725900000000003</c:v>
                </c:pt>
                <c:pt idx="1714">
                  <c:v>40.746899999999997</c:v>
                </c:pt>
                <c:pt idx="1715">
                  <c:v>40.767499999999998</c:v>
                </c:pt>
                <c:pt idx="1716">
                  <c:v>40.790199999999999</c:v>
                </c:pt>
                <c:pt idx="1717">
                  <c:v>40.817300000000003</c:v>
                </c:pt>
                <c:pt idx="1718">
                  <c:v>40.838500000000003</c:v>
                </c:pt>
                <c:pt idx="1719">
                  <c:v>40.865299999999998</c:v>
                </c:pt>
                <c:pt idx="1720">
                  <c:v>40.888100000000001</c:v>
                </c:pt>
                <c:pt idx="1721">
                  <c:v>40.908099999999997</c:v>
                </c:pt>
                <c:pt idx="1722">
                  <c:v>40.928600000000003</c:v>
                </c:pt>
                <c:pt idx="1723">
                  <c:v>40.949399999999997</c:v>
                </c:pt>
                <c:pt idx="1724">
                  <c:v>40.976199999999999</c:v>
                </c:pt>
                <c:pt idx="1725">
                  <c:v>40.998199999999997</c:v>
                </c:pt>
                <c:pt idx="1726">
                  <c:v>41.026000000000003</c:v>
                </c:pt>
                <c:pt idx="1727">
                  <c:v>41.0486</c:v>
                </c:pt>
                <c:pt idx="1728">
                  <c:v>41.070500000000003</c:v>
                </c:pt>
                <c:pt idx="1729">
                  <c:v>41.090699999999998</c:v>
                </c:pt>
                <c:pt idx="1730">
                  <c:v>41.111600000000003</c:v>
                </c:pt>
                <c:pt idx="1731">
                  <c:v>41.137799999999999</c:v>
                </c:pt>
                <c:pt idx="1732">
                  <c:v>41.165599999999998</c:v>
                </c:pt>
                <c:pt idx="1733">
                  <c:v>41.197400000000002</c:v>
                </c:pt>
                <c:pt idx="1734">
                  <c:v>41.2258</c:v>
                </c:pt>
                <c:pt idx="1735">
                  <c:v>41.246400000000001</c:v>
                </c:pt>
                <c:pt idx="1736">
                  <c:v>41.266599999999997</c:v>
                </c:pt>
                <c:pt idx="1737">
                  <c:v>41.294899999999998</c:v>
                </c:pt>
                <c:pt idx="1738">
                  <c:v>41.315100000000001</c:v>
                </c:pt>
                <c:pt idx="1739">
                  <c:v>41.342799999999997</c:v>
                </c:pt>
                <c:pt idx="1740">
                  <c:v>41.363399999999999</c:v>
                </c:pt>
                <c:pt idx="1741">
                  <c:v>41.389000000000003</c:v>
                </c:pt>
                <c:pt idx="1742">
                  <c:v>41.413600000000002</c:v>
                </c:pt>
                <c:pt idx="1743">
                  <c:v>41.433799999999998</c:v>
                </c:pt>
                <c:pt idx="1744">
                  <c:v>41.462400000000002</c:v>
                </c:pt>
                <c:pt idx="1745">
                  <c:v>41.4848</c:v>
                </c:pt>
                <c:pt idx="1746">
                  <c:v>41.514499999999998</c:v>
                </c:pt>
                <c:pt idx="1747">
                  <c:v>41.540599999999998</c:v>
                </c:pt>
                <c:pt idx="1748">
                  <c:v>41.561300000000003</c:v>
                </c:pt>
                <c:pt idx="1749">
                  <c:v>41.583599999999997</c:v>
                </c:pt>
                <c:pt idx="1750">
                  <c:v>41.611199999999997</c:v>
                </c:pt>
                <c:pt idx="1751">
                  <c:v>41.637700000000002</c:v>
                </c:pt>
                <c:pt idx="1752">
                  <c:v>41.665100000000002</c:v>
                </c:pt>
                <c:pt idx="1753">
                  <c:v>41.692599999999999</c:v>
                </c:pt>
                <c:pt idx="1754">
                  <c:v>41.720199999999998</c:v>
                </c:pt>
                <c:pt idx="1755">
                  <c:v>41.741300000000003</c:v>
                </c:pt>
                <c:pt idx="1756">
                  <c:v>41.764099999999999</c:v>
                </c:pt>
                <c:pt idx="1757">
                  <c:v>41.7913</c:v>
                </c:pt>
                <c:pt idx="1758">
                  <c:v>41.814399999999999</c:v>
                </c:pt>
                <c:pt idx="1759">
                  <c:v>41.841200000000001</c:v>
                </c:pt>
                <c:pt idx="1760">
                  <c:v>41.862900000000003</c:v>
                </c:pt>
                <c:pt idx="1761">
                  <c:v>41.884700000000002</c:v>
                </c:pt>
                <c:pt idx="1762">
                  <c:v>41.904800000000002</c:v>
                </c:pt>
                <c:pt idx="1763">
                  <c:v>41.9313</c:v>
                </c:pt>
                <c:pt idx="1764">
                  <c:v>41.953800000000001</c:v>
                </c:pt>
                <c:pt idx="1765">
                  <c:v>41.981000000000002</c:v>
                </c:pt>
                <c:pt idx="1766">
                  <c:v>42.004399999999997</c:v>
                </c:pt>
                <c:pt idx="1767">
                  <c:v>42.027200000000001</c:v>
                </c:pt>
                <c:pt idx="1768">
                  <c:v>42.052999999999997</c:v>
                </c:pt>
                <c:pt idx="1769">
                  <c:v>42.079300000000003</c:v>
                </c:pt>
                <c:pt idx="1770">
                  <c:v>42.102400000000003</c:v>
                </c:pt>
                <c:pt idx="1771">
                  <c:v>42.130499999999998</c:v>
                </c:pt>
                <c:pt idx="1772">
                  <c:v>42.153399999999998</c:v>
                </c:pt>
                <c:pt idx="1773">
                  <c:v>42.180399999999999</c:v>
                </c:pt>
                <c:pt idx="1774">
                  <c:v>42.204300000000003</c:v>
                </c:pt>
                <c:pt idx="1775">
                  <c:v>42.224600000000002</c:v>
                </c:pt>
                <c:pt idx="1776">
                  <c:v>42.245699999999999</c:v>
                </c:pt>
                <c:pt idx="1777">
                  <c:v>42.267800000000001</c:v>
                </c:pt>
                <c:pt idx="1778">
                  <c:v>42.2926</c:v>
                </c:pt>
                <c:pt idx="1779">
                  <c:v>42.319800000000001</c:v>
                </c:pt>
                <c:pt idx="1780">
                  <c:v>42.348799999999997</c:v>
                </c:pt>
                <c:pt idx="1781">
                  <c:v>42.369</c:v>
                </c:pt>
                <c:pt idx="1782">
                  <c:v>42.395800000000001</c:v>
                </c:pt>
                <c:pt idx="1783">
                  <c:v>42.417299999999997</c:v>
                </c:pt>
                <c:pt idx="1784">
                  <c:v>42.437399999999997</c:v>
                </c:pt>
                <c:pt idx="1785">
                  <c:v>42.465600000000002</c:v>
                </c:pt>
                <c:pt idx="1786">
                  <c:v>42.485599999999998</c:v>
                </c:pt>
                <c:pt idx="1787">
                  <c:v>42.5075</c:v>
                </c:pt>
                <c:pt idx="1788">
                  <c:v>42.533200000000001</c:v>
                </c:pt>
                <c:pt idx="1789">
                  <c:v>42.561399999999999</c:v>
                </c:pt>
                <c:pt idx="1790">
                  <c:v>42.583500000000001</c:v>
                </c:pt>
                <c:pt idx="1791">
                  <c:v>42.605600000000003</c:v>
                </c:pt>
                <c:pt idx="1792">
                  <c:v>42.627600000000001</c:v>
                </c:pt>
                <c:pt idx="1793">
                  <c:v>42.6477</c:v>
                </c:pt>
                <c:pt idx="1794">
                  <c:v>42.670200000000001</c:v>
                </c:pt>
                <c:pt idx="1795">
                  <c:v>42.6965</c:v>
                </c:pt>
                <c:pt idx="1796">
                  <c:v>42.724499999999999</c:v>
                </c:pt>
                <c:pt idx="1797">
                  <c:v>42.744700000000002</c:v>
                </c:pt>
                <c:pt idx="1798">
                  <c:v>42.7669</c:v>
                </c:pt>
                <c:pt idx="1799">
                  <c:v>42.7943</c:v>
                </c:pt>
                <c:pt idx="1800">
                  <c:v>42.8217</c:v>
                </c:pt>
                <c:pt idx="1801">
                  <c:v>42.846899999999998</c:v>
                </c:pt>
                <c:pt idx="1802">
                  <c:v>42.875100000000003</c:v>
                </c:pt>
                <c:pt idx="1803">
                  <c:v>42.900700000000001</c:v>
                </c:pt>
                <c:pt idx="1804">
                  <c:v>42.923400000000001</c:v>
                </c:pt>
                <c:pt idx="1805">
                  <c:v>42.945399999999999</c:v>
                </c:pt>
                <c:pt idx="1806">
                  <c:v>42.966799999999999</c:v>
                </c:pt>
                <c:pt idx="1807">
                  <c:v>42.990099999999998</c:v>
                </c:pt>
                <c:pt idx="1808">
                  <c:v>43.013100000000001</c:v>
                </c:pt>
                <c:pt idx="1809">
                  <c:v>43.035400000000003</c:v>
                </c:pt>
                <c:pt idx="1810">
                  <c:v>43.055799999999998</c:v>
                </c:pt>
                <c:pt idx="1811">
                  <c:v>43.084699999999998</c:v>
                </c:pt>
                <c:pt idx="1812">
                  <c:v>43.107100000000003</c:v>
                </c:pt>
                <c:pt idx="1813">
                  <c:v>43.131300000000003</c:v>
                </c:pt>
                <c:pt idx="1814">
                  <c:v>43.154499999999999</c:v>
                </c:pt>
                <c:pt idx="1815">
                  <c:v>43.178199999999997</c:v>
                </c:pt>
                <c:pt idx="1816">
                  <c:v>43.201900000000002</c:v>
                </c:pt>
                <c:pt idx="1817">
                  <c:v>43.222200000000001</c:v>
                </c:pt>
                <c:pt idx="1818">
                  <c:v>43.251300000000001</c:v>
                </c:pt>
                <c:pt idx="1819">
                  <c:v>43.278599999999997</c:v>
                </c:pt>
                <c:pt idx="1820">
                  <c:v>43.3033</c:v>
                </c:pt>
                <c:pt idx="1821">
                  <c:v>43.3247</c:v>
                </c:pt>
                <c:pt idx="1822">
                  <c:v>43.349899999999998</c:v>
                </c:pt>
                <c:pt idx="1823">
                  <c:v>43.373899999999999</c:v>
                </c:pt>
                <c:pt idx="1824">
                  <c:v>43.396299999999997</c:v>
                </c:pt>
                <c:pt idx="1825">
                  <c:v>43.422600000000003</c:v>
                </c:pt>
                <c:pt idx="1826">
                  <c:v>43.448999999999998</c:v>
                </c:pt>
                <c:pt idx="1827">
                  <c:v>43.476700000000001</c:v>
                </c:pt>
                <c:pt idx="1828">
                  <c:v>43.498100000000001</c:v>
                </c:pt>
                <c:pt idx="1829">
                  <c:v>43.521799999999999</c:v>
                </c:pt>
                <c:pt idx="1830">
                  <c:v>43.542499999999997</c:v>
                </c:pt>
                <c:pt idx="1831">
                  <c:v>43.564</c:v>
                </c:pt>
                <c:pt idx="1832">
                  <c:v>43.584400000000002</c:v>
                </c:pt>
                <c:pt idx="1833">
                  <c:v>43.606299999999997</c:v>
                </c:pt>
                <c:pt idx="1834">
                  <c:v>43.636899999999997</c:v>
                </c:pt>
                <c:pt idx="1835">
                  <c:v>43.663699999999999</c:v>
                </c:pt>
                <c:pt idx="1836">
                  <c:v>43.685000000000002</c:v>
                </c:pt>
                <c:pt idx="1837">
                  <c:v>43.705500000000001</c:v>
                </c:pt>
                <c:pt idx="1838">
                  <c:v>43.734699999999997</c:v>
                </c:pt>
                <c:pt idx="1839">
                  <c:v>43.762500000000003</c:v>
                </c:pt>
                <c:pt idx="1840">
                  <c:v>43.790799999999997</c:v>
                </c:pt>
                <c:pt idx="1841">
                  <c:v>43.812899999999999</c:v>
                </c:pt>
                <c:pt idx="1842">
                  <c:v>43.845599999999997</c:v>
                </c:pt>
                <c:pt idx="1843">
                  <c:v>43.868200000000002</c:v>
                </c:pt>
                <c:pt idx="1844">
                  <c:v>43.892800000000001</c:v>
                </c:pt>
                <c:pt idx="1845">
                  <c:v>43.922699999999999</c:v>
                </c:pt>
                <c:pt idx="1846">
                  <c:v>43.943600000000004</c:v>
                </c:pt>
                <c:pt idx="1847">
                  <c:v>43.966000000000001</c:v>
                </c:pt>
                <c:pt idx="1848">
                  <c:v>43.987900000000003</c:v>
                </c:pt>
                <c:pt idx="1849">
                  <c:v>44.008800000000001</c:v>
                </c:pt>
                <c:pt idx="1850">
                  <c:v>44.029499999999999</c:v>
                </c:pt>
                <c:pt idx="1851">
                  <c:v>44.055</c:v>
                </c:pt>
                <c:pt idx="1852">
                  <c:v>44.08</c:v>
                </c:pt>
                <c:pt idx="1853">
                  <c:v>44.102600000000002</c:v>
                </c:pt>
                <c:pt idx="1854">
                  <c:v>44.1248</c:v>
                </c:pt>
                <c:pt idx="1855">
                  <c:v>44.150399999999998</c:v>
                </c:pt>
                <c:pt idx="1856">
                  <c:v>44.177700000000002</c:v>
                </c:pt>
                <c:pt idx="1857">
                  <c:v>44.204599999999999</c:v>
                </c:pt>
                <c:pt idx="1858">
                  <c:v>44.234200000000001</c:v>
                </c:pt>
                <c:pt idx="1859">
                  <c:v>44.257800000000003</c:v>
                </c:pt>
                <c:pt idx="1860">
                  <c:v>44.278100000000002</c:v>
                </c:pt>
                <c:pt idx="1861">
                  <c:v>44.298499999999997</c:v>
                </c:pt>
                <c:pt idx="1862">
                  <c:v>44.32</c:v>
                </c:pt>
                <c:pt idx="1863">
                  <c:v>44.347900000000003</c:v>
                </c:pt>
                <c:pt idx="1864">
                  <c:v>44.368299999999998</c:v>
                </c:pt>
                <c:pt idx="1865">
                  <c:v>44.398200000000003</c:v>
                </c:pt>
                <c:pt idx="1866">
                  <c:v>44.4191</c:v>
                </c:pt>
                <c:pt idx="1867">
                  <c:v>44.439900000000002</c:v>
                </c:pt>
                <c:pt idx="1868">
                  <c:v>44.461799999999997</c:v>
                </c:pt>
                <c:pt idx="1869">
                  <c:v>44.482199999999999</c:v>
                </c:pt>
                <c:pt idx="1870">
                  <c:v>44.502899999999997</c:v>
                </c:pt>
                <c:pt idx="1871">
                  <c:v>44.5304</c:v>
                </c:pt>
                <c:pt idx="1872">
                  <c:v>44.551099999999998</c:v>
                </c:pt>
                <c:pt idx="1873">
                  <c:v>44.572899999999997</c:v>
                </c:pt>
                <c:pt idx="1874">
                  <c:v>44.597099999999998</c:v>
                </c:pt>
                <c:pt idx="1875">
                  <c:v>44.624699999999997</c:v>
                </c:pt>
                <c:pt idx="1876">
                  <c:v>44.645499999999998</c:v>
                </c:pt>
                <c:pt idx="1877">
                  <c:v>44.668799999999997</c:v>
                </c:pt>
                <c:pt idx="1878">
                  <c:v>44.696399999999997</c:v>
                </c:pt>
                <c:pt idx="1879">
                  <c:v>44.722299999999997</c:v>
                </c:pt>
                <c:pt idx="1880">
                  <c:v>44.749200000000002</c:v>
                </c:pt>
                <c:pt idx="1881">
                  <c:v>44.778799999999997</c:v>
                </c:pt>
                <c:pt idx="1882">
                  <c:v>44.801299999999998</c:v>
                </c:pt>
                <c:pt idx="1883">
                  <c:v>44.830800000000004</c:v>
                </c:pt>
                <c:pt idx="1884">
                  <c:v>44.852200000000003</c:v>
                </c:pt>
                <c:pt idx="1885">
                  <c:v>44.874299999999998</c:v>
                </c:pt>
                <c:pt idx="1886">
                  <c:v>44.904800000000002</c:v>
                </c:pt>
                <c:pt idx="1887">
                  <c:v>44.933900000000001</c:v>
                </c:pt>
                <c:pt idx="1888">
                  <c:v>44.9542</c:v>
                </c:pt>
                <c:pt idx="1889">
                  <c:v>44.982300000000002</c:v>
                </c:pt>
                <c:pt idx="1890">
                  <c:v>45.012</c:v>
                </c:pt>
                <c:pt idx="1891">
                  <c:v>45.038699999999999</c:v>
                </c:pt>
                <c:pt idx="1892">
                  <c:v>45.066299999999998</c:v>
                </c:pt>
                <c:pt idx="1893">
                  <c:v>45.087499999999999</c:v>
                </c:pt>
                <c:pt idx="1894">
                  <c:v>45.115600000000001</c:v>
                </c:pt>
                <c:pt idx="1895">
                  <c:v>45.140700000000002</c:v>
                </c:pt>
                <c:pt idx="1896">
                  <c:v>45.167200000000001</c:v>
                </c:pt>
                <c:pt idx="1897">
                  <c:v>45.196199999999997</c:v>
                </c:pt>
                <c:pt idx="1898">
                  <c:v>45.2224</c:v>
                </c:pt>
                <c:pt idx="1899">
                  <c:v>45.2502</c:v>
                </c:pt>
                <c:pt idx="1900">
                  <c:v>45.280900000000003</c:v>
                </c:pt>
                <c:pt idx="1901">
                  <c:v>45.306100000000001</c:v>
                </c:pt>
                <c:pt idx="1902">
                  <c:v>45.334499999999998</c:v>
                </c:pt>
                <c:pt idx="1903">
                  <c:v>45.361600000000003</c:v>
                </c:pt>
                <c:pt idx="1904">
                  <c:v>45.383899999999997</c:v>
                </c:pt>
                <c:pt idx="1905">
                  <c:v>45.4101</c:v>
                </c:pt>
                <c:pt idx="1906">
                  <c:v>45.437399999999997</c:v>
                </c:pt>
                <c:pt idx="1907">
                  <c:v>45.457799999999999</c:v>
                </c:pt>
                <c:pt idx="1908">
                  <c:v>45.485100000000003</c:v>
                </c:pt>
                <c:pt idx="1909">
                  <c:v>45.513800000000003</c:v>
                </c:pt>
                <c:pt idx="1910">
                  <c:v>45.540399999999998</c:v>
                </c:pt>
                <c:pt idx="1911">
                  <c:v>45.560600000000001</c:v>
                </c:pt>
                <c:pt idx="1912">
                  <c:v>45.582500000000003</c:v>
                </c:pt>
                <c:pt idx="1913">
                  <c:v>45.602800000000002</c:v>
                </c:pt>
                <c:pt idx="1914">
                  <c:v>45.623600000000003</c:v>
                </c:pt>
                <c:pt idx="1915">
                  <c:v>45.644199999999998</c:v>
                </c:pt>
                <c:pt idx="1916">
                  <c:v>45.668300000000002</c:v>
                </c:pt>
                <c:pt idx="1917">
                  <c:v>45.692999999999998</c:v>
                </c:pt>
                <c:pt idx="1918">
                  <c:v>45.713200000000001</c:v>
                </c:pt>
                <c:pt idx="1919">
                  <c:v>45.738500000000002</c:v>
                </c:pt>
                <c:pt idx="1920">
                  <c:v>45.765700000000002</c:v>
                </c:pt>
                <c:pt idx="1921">
                  <c:v>45.785899999999998</c:v>
                </c:pt>
                <c:pt idx="1922">
                  <c:v>45.811999999999998</c:v>
                </c:pt>
                <c:pt idx="1923">
                  <c:v>45.838700000000003</c:v>
                </c:pt>
                <c:pt idx="1924">
                  <c:v>45.865299999999998</c:v>
                </c:pt>
                <c:pt idx="1925">
                  <c:v>45.885399999999997</c:v>
                </c:pt>
                <c:pt idx="1926">
                  <c:v>45.905700000000003</c:v>
                </c:pt>
                <c:pt idx="1927">
                  <c:v>45.925899999999999</c:v>
                </c:pt>
                <c:pt idx="1928">
                  <c:v>45.947000000000003</c:v>
                </c:pt>
                <c:pt idx="1929">
                  <c:v>45.976199999999999</c:v>
                </c:pt>
                <c:pt idx="1930">
                  <c:v>46.001600000000003</c:v>
                </c:pt>
                <c:pt idx="1931">
                  <c:v>46.027900000000002</c:v>
                </c:pt>
                <c:pt idx="1932">
                  <c:v>46.055999999999997</c:v>
                </c:pt>
                <c:pt idx="1933">
                  <c:v>46.082500000000003</c:v>
                </c:pt>
                <c:pt idx="1934">
                  <c:v>46.108899999999998</c:v>
                </c:pt>
                <c:pt idx="1935">
                  <c:v>46.135100000000001</c:v>
                </c:pt>
                <c:pt idx="1936">
                  <c:v>46.157200000000003</c:v>
                </c:pt>
                <c:pt idx="1937">
                  <c:v>46.183100000000003</c:v>
                </c:pt>
                <c:pt idx="1938">
                  <c:v>46.209099999999999</c:v>
                </c:pt>
                <c:pt idx="1939">
                  <c:v>46.231200000000001</c:v>
                </c:pt>
                <c:pt idx="1940">
                  <c:v>46.256999999999998</c:v>
                </c:pt>
                <c:pt idx="1941">
                  <c:v>46.277900000000002</c:v>
                </c:pt>
                <c:pt idx="1942">
                  <c:v>46.304099999999998</c:v>
                </c:pt>
                <c:pt idx="1943">
                  <c:v>46.330300000000001</c:v>
                </c:pt>
                <c:pt idx="1944">
                  <c:v>46.356900000000003</c:v>
                </c:pt>
                <c:pt idx="1945">
                  <c:v>46.381399999999999</c:v>
                </c:pt>
                <c:pt idx="1946">
                  <c:v>46.402000000000001</c:v>
                </c:pt>
                <c:pt idx="1947">
                  <c:v>46.426400000000001</c:v>
                </c:pt>
                <c:pt idx="1948">
                  <c:v>46.453600000000002</c:v>
                </c:pt>
                <c:pt idx="1949">
                  <c:v>46.475499999999997</c:v>
                </c:pt>
                <c:pt idx="1950">
                  <c:v>46.500599999999999</c:v>
                </c:pt>
                <c:pt idx="1951">
                  <c:v>46.522399999999998</c:v>
                </c:pt>
                <c:pt idx="1952">
                  <c:v>46.547800000000002</c:v>
                </c:pt>
                <c:pt idx="1953">
                  <c:v>46.568399999999997</c:v>
                </c:pt>
                <c:pt idx="1954">
                  <c:v>46.589700000000001</c:v>
                </c:pt>
                <c:pt idx="1955">
                  <c:v>46.6111</c:v>
                </c:pt>
                <c:pt idx="1956">
                  <c:v>46.631700000000002</c:v>
                </c:pt>
                <c:pt idx="1957">
                  <c:v>46.6524</c:v>
                </c:pt>
                <c:pt idx="1958">
                  <c:v>46.677900000000001</c:v>
                </c:pt>
                <c:pt idx="1959">
                  <c:v>46.700200000000002</c:v>
                </c:pt>
                <c:pt idx="1960">
                  <c:v>46.7224</c:v>
                </c:pt>
                <c:pt idx="1961">
                  <c:v>46.743200000000002</c:v>
                </c:pt>
                <c:pt idx="1962">
                  <c:v>46.764499999999998</c:v>
                </c:pt>
                <c:pt idx="1963">
                  <c:v>46.785600000000002</c:v>
                </c:pt>
                <c:pt idx="1964">
                  <c:v>46.806899999999999</c:v>
                </c:pt>
                <c:pt idx="1965">
                  <c:v>46.832599999999999</c:v>
                </c:pt>
                <c:pt idx="1966">
                  <c:v>46.857700000000001</c:v>
                </c:pt>
                <c:pt idx="1967">
                  <c:v>46.880800000000001</c:v>
                </c:pt>
                <c:pt idx="1968">
                  <c:v>46.903100000000002</c:v>
                </c:pt>
                <c:pt idx="1969">
                  <c:v>46.924799999999998</c:v>
                </c:pt>
                <c:pt idx="1970">
                  <c:v>46.948599999999999</c:v>
                </c:pt>
                <c:pt idx="1971">
                  <c:v>46.969299999999997</c:v>
                </c:pt>
                <c:pt idx="1972">
                  <c:v>46.991700000000002</c:v>
                </c:pt>
                <c:pt idx="1973">
                  <c:v>47.014400000000002</c:v>
                </c:pt>
                <c:pt idx="1974">
                  <c:v>47.040999999999997</c:v>
                </c:pt>
                <c:pt idx="1975">
                  <c:v>47.062100000000001</c:v>
                </c:pt>
                <c:pt idx="1976">
                  <c:v>47.083199999999998</c:v>
                </c:pt>
                <c:pt idx="1977">
                  <c:v>47.103200000000001</c:v>
                </c:pt>
                <c:pt idx="1978">
                  <c:v>47.1248</c:v>
                </c:pt>
                <c:pt idx="1979">
                  <c:v>47.146700000000003</c:v>
                </c:pt>
                <c:pt idx="1980">
                  <c:v>47.167299999999997</c:v>
                </c:pt>
                <c:pt idx="1981">
                  <c:v>47.190100000000001</c:v>
                </c:pt>
                <c:pt idx="1982">
                  <c:v>47.2119</c:v>
                </c:pt>
                <c:pt idx="1983">
                  <c:v>47.233400000000003</c:v>
                </c:pt>
                <c:pt idx="1984">
                  <c:v>47.256100000000004</c:v>
                </c:pt>
                <c:pt idx="1985">
                  <c:v>47.2774</c:v>
                </c:pt>
                <c:pt idx="1986">
                  <c:v>47.305799999999998</c:v>
                </c:pt>
                <c:pt idx="1987">
                  <c:v>47.328299999999999</c:v>
                </c:pt>
                <c:pt idx="1988">
                  <c:v>47.3506</c:v>
                </c:pt>
                <c:pt idx="1989">
                  <c:v>47.379600000000003</c:v>
                </c:pt>
                <c:pt idx="1990">
                  <c:v>47.3996</c:v>
                </c:pt>
                <c:pt idx="1991">
                  <c:v>47.420499999999997</c:v>
                </c:pt>
                <c:pt idx="1992">
                  <c:v>47.444800000000001</c:v>
                </c:pt>
                <c:pt idx="1993">
                  <c:v>47.465000000000003</c:v>
                </c:pt>
                <c:pt idx="1994">
                  <c:v>47.495899999999999</c:v>
                </c:pt>
                <c:pt idx="1995">
                  <c:v>47.518900000000002</c:v>
                </c:pt>
                <c:pt idx="1996">
                  <c:v>47.547699999999999</c:v>
                </c:pt>
                <c:pt idx="1997">
                  <c:v>47.568600000000004</c:v>
                </c:pt>
                <c:pt idx="1998">
                  <c:v>47.5914</c:v>
                </c:pt>
                <c:pt idx="1999">
                  <c:v>47.619100000000003</c:v>
                </c:pt>
                <c:pt idx="2000">
                  <c:v>47.646599999999999</c:v>
                </c:pt>
                <c:pt idx="2001">
                  <c:v>47.667299999999997</c:v>
                </c:pt>
                <c:pt idx="2002">
                  <c:v>47.6875</c:v>
                </c:pt>
                <c:pt idx="2003">
                  <c:v>47.710299999999997</c:v>
                </c:pt>
                <c:pt idx="2004">
                  <c:v>47.732500000000002</c:v>
                </c:pt>
                <c:pt idx="2005">
                  <c:v>47.755200000000002</c:v>
                </c:pt>
                <c:pt idx="2006">
                  <c:v>47.776600000000002</c:v>
                </c:pt>
                <c:pt idx="2007">
                  <c:v>47.797800000000002</c:v>
                </c:pt>
                <c:pt idx="2008">
                  <c:v>47.820099999999996</c:v>
                </c:pt>
                <c:pt idx="2009">
                  <c:v>47.847000000000001</c:v>
                </c:pt>
                <c:pt idx="2010">
                  <c:v>47.872999999999998</c:v>
                </c:pt>
                <c:pt idx="2011">
                  <c:v>47.897599999999997</c:v>
                </c:pt>
                <c:pt idx="2012">
                  <c:v>47.927999999999997</c:v>
                </c:pt>
                <c:pt idx="2013">
                  <c:v>47.956699999999998</c:v>
                </c:pt>
                <c:pt idx="2014">
                  <c:v>47.982399999999998</c:v>
                </c:pt>
                <c:pt idx="2015">
                  <c:v>48.004899999999999</c:v>
                </c:pt>
                <c:pt idx="2016">
                  <c:v>48.027200000000001</c:v>
                </c:pt>
                <c:pt idx="2017">
                  <c:v>48.049599999999998</c:v>
                </c:pt>
                <c:pt idx="2018">
                  <c:v>48.069699999999997</c:v>
                </c:pt>
                <c:pt idx="2019">
                  <c:v>48.090600000000002</c:v>
                </c:pt>
                <c:pt idx="2020">
                  <c:v>48.121000000000002</c:v>
                </c:pt>
                <c:pt idx="2021">
                  <c:v>48.143099999999997</c:v>
                </c:pt>
                <c:pt idx="2022">
                  <c:v>48.165700000000001</c:v>
                </c:pt>
                <c:pt idx="2023">
                  <c:v>48.194499999999998</c:v>
                </c:pt>
                <c:pt idx="2024">
                  <c:v>48.2149</c:v>
                </c:pt>
                <c:pt idx="2025">
                  <c:v>48.235700000000001</c:v>
                </c:pt>
                <c:pt idx="2026">
                  <c:v>48.264499999999998</c:v>
                </c:pt>
                <c:pt idx="2027">
                  <c:v>48.286999999999999</c:v>
                </c:pt>
                <c:pt idx="2028">
                  <c:v>48.308300000000003</c:v>
                </c:pt>
                <c:pt idx="2029">
                  <c:v>48.331400000000002</c:v>
                </c:pt>
                <c:pt idx="2030">
                  <c:v>48.352899999999998</c:v>
                </c:pt>
                <c:pt idx="2031">
                  <c:v>48.374600000000001</c:v>
                </c:pt>
                <c:pt idx="2032">
                  <c:v>48.397799999999997</c:v>
                </c:pt>
                <c:pt idx="2033">
                  <c:v>48.4255</c:v>
                </c:pt>
                <c:pt idx="2034">
                  <c:v>48.447400000000002</c:v>
                </c:pt>
                <c:pt idx="2035">
                  <c:v>48.471899999999998</c:v>
                </c:pt>
                <c:pt idx="2036">
                  <c:v>48.493299999999998</c:v>
                </c:pt>
                <c:pt idx="2037">
                  <c:v>48.514600000000002</c:v>
                </c:pt>
                <c:pt idx="2038">
                  <c:v>48.535200000000003</c:v>
                </c:pt>
                <c:pt idx="2039">
                  <c:v>48.5578</c:v>
                </c:pt>
                <c:pt idx="2040">
                  <c:v>48.584800000000001</c:v>
                </c:pt>
                <c:pt idx="2041">
                  <c:v>48.6068</c:v>
                </c:pt>
                <c:pt idx="2042">
                  <c:v>48.630899999999997</c:v>
                </c:pt>
                <c:pt idx="2043">
                  <c:v>48.654400000000003</c:v>
                </c:pt>
                <c:pt idx="2044">
                  <c:v>48.674599999999998</c:v>
                </c:pt>
                <c:pt idx="2045">
                  <c:v>48.695</c:v>
                </c:pt>
                <c:pt idx="2046">
                  <c:v>48.718499999999999</c:v>
                </c:pt>
                <c:pt idx="2047">
                  <c:v>48.740600000000001</c:v>
                </c:pt>
                <c:pt idx="2048">
                  <c:v>48.762500000000003</c:v>
                </c:pt>
                <c:pt idx="2049">
                  <c:v>48.784300000000002</c:v>
                </c:pt>
                <c:pt idx="2050">
                  <c:v>48.805199999999999</c:v>
                </c:pt>
                <c:pt idx="2051">
                  <c:v>48.8264</c:v>
                </c:pt>
                <c:pt idx="2052">
                  <c:v>48.847999999999999</c:v>
                </c:pt>
                <c:pt idx="2053">
                  <c:v>48.875900000000001</c:v>
                </c:pt>
                <c:pt idx="2054">
                  <c:v>48.897399999999998</c:v>
                </c:pt>
                <c:pt idx="2055">
                  <c:v>48.927500000000002</c:v>
                </c:pt>
                <c:pt idx="2056">
                  <c:v>48.952100000000002</c:v>
                </c:pt>
                <c:pt idx="2057">
                  <c:v>48.972700000000003</c:v>
                </c:pt>
                <c:pt idx="2058">
                  <c:v>49.002699999999997</c:v>
                </c:pt>
                <c:pt idx="2059">
                  <c:v>49.031599999999997</c:v>
                </c:pt>
                <c:pt idx="2060">
                  <c:v>49.059699999999999</c:v>
                </c:pt>
                <c:pt idx="2061">
                  <c:v>49.080800000000004</c:v>
                </c:pt>
                <c:pt idx="2062">
                  <c:v>49.101399999999998</c:v>
                </c:pt>
                <c:pt idx="2063">
                  <c:v>49.122700000000002</c:v>
                </c:pt>
                <c:pt idx="2064">
                  <c:v>49.146500000000003</c:v>
                </c:pt>
                <c:pt idx="2065">
                  <c:v>49.175600000000003</c:v>
                </c:pt>
                <c:pt idx="2066">
                  <c:v>49.196899999999999</c:v>
                </c:pt>
                <c:pt idx="2067">
                  <c:v>49.217199999999998</c:v>
                </c:pt>
                <c:pt idx="2068">
                  <c:v>49.2438</c:v>
                </c:pt>
                <c:pt idx="2069">
                  <c:v>49.266199999999998</c:v>
                </c:pt>
                <c:pt idx="2070">
                  <c:v>49.2883</c:v>
                </c:pt>
                <c:pt idx="2071">
                  <c:v>49.308999999999997</c:v>
                </c:pt>
                <c:pt idx="2072">
                  <c:v>49.338299999999997</c:v>
                </c:pt>
                <c:pt idx="2073">
                  <c:v>49.361400000000003</c:v>
                </c:pt>
                <c:pt idx="2074">
                  <c:v>49.392099999999999</c:v>
                </c:pt>
                <c:pt idx="2075">
                  <c:v>49.413400000000003</c:v>
                </c:pt>
                <c:pt idx="2076">
                  <c:v>49.441699999999997</c:v>
                </c:pt>
                <c:pt idx="2077">
                  <c:v>49.462800000000001</c:v>
                </c:pt>
                <c:pt idx="2078">
                  <c:v>49.486600000000003</c:v>
                </c:pt>
                <c:pt idx="2079">
                  <c:v>49.509700000000002</c:v>
                </c:pt>
                <c:pt idx="2080">
                  <c:v>49.531399999999998</c:v>
                </c:pt>
                <c:pt idx="2081">
                  <c:v>49.558500000000002</c:v>
                </c:pt>
                <c:pt idx="2082">
                  <c:v>49.578600000000002</c:v>
                </c:pt>
                <c:pt idx="2083">
                  <c:v>49.599499999999999</c:v>
                </c:pt>
                <c:pt idx="2084">
                  <c:v>49.6233</c:v>
                </c:pt>
                <c:pt idx="2085">
                  <c:v>49.646000000000001</c:v>
                </c:pt>
                <c:pt idx="2086">
                  <c:v>49.669800000000002</c:v>
                </c:pt>
                <c:pt idx="2087">
                  <c:v>49.692399999999999</c:v>
                </c:pt>
                <c:pt idx="2088">
                  <c:v>49.715200000000003</c:v>
                </c:pt>
                <c:pt idx="2089">
                  <c:v>49.737900000000003</c:v>
                </c:pt>
                <c:pt idx="2090">
                  <c:v>49.765599999999999</c:v>
                </c:pt>
                <c:pt idx="2091">
                  <c:v>49.786700000000003</c:v>
                </c:pt>
                <c:pt idx="2092">
                  <c:v>49.810200000000002</c:v>
                </c:pt>
                <c:pt idx="2093">
                  <c:v>49.838900000000002</c:v>
                </c:pt>
                <c:pt idx="2094">
                  <c:v>49.864100000000001</c:v>
                </c:pt>
                <c:pt idx="2095">
                  <c:v>49.89</c:v>
                </c:pt>
                <c:pt idx="2096">
                  <c:v>49.915700000000001</c:v>
                </c:pt>
                <c:pt idx="2097">
                  <c:v>49.940600000000003</c:v>
                </c:pt>
                <c:pt idx="2098">
                  <c:v>49.969499999999996</c:v>
                </c:pt>
                <c:pt idx="2099">
                  <c:v>50.002400000000002</c:v>
                </c:pt>
                <c:pt idx="2100">
                  <c:v>50.038800000000002</c:v>
                </c:pt>
                <c:pt idx="2101">
                  <c:v>50.066800000000001</c:v>
                </c:pt>
                <c:pt idx="2102">
                  <c:v>50.093400000000003</c:v>
                </c:pt>
                <c:pt idx="2103">
                  <c:v>50.120800000000003</c:v>
                </c:pt>
                <c:pt idx="2104">
                  <c:v>50.152000000000001</c:v>
                </c:pt>
                <c:pt idx="2105">
                  <c:v>50.186399999999999</c:v>
                </c:pt>
                <c:pt idx="2106">
                  <c:v>50.214199999999998</c:v>
                </c:pt>
                <c:pt idx="2107">
                  <c:v>50.241799999999998</c:v>
                </c:pt>
                <c:pt idx="2108">
                  <c:v>50.2682</c:v>
                </c:pt>
                <c:pt idx="2109">
                  <c:v>50.296799999999998</c:v>
                </c:pt>
                <c:pt idx="2110">
                  <c:v>50.320700000000002</c:v>
                </c:pt>
                <c:pt idx="2111">
                  <c:v>50.351500000000001</c:v>
                </c:pt>
                <c:pt idx="2112">
                  <c:v>50.376199999999997</c:v>
                </c:pt>
                <c:pt idx="2113">
                  <c:v>50.404499999999999</c:v>
                </c:pt>
                <c:pt idx="2114">
                  <c:v>50.4251</c:v>
                </c:pt>
                <c:pt idx="2115">
                  <c:v>50.446899999999999</c:v>
                </c:pt>
                <c:pt idx="2116">
                  <c:v>50.47</c:v>
                </c:pt>
                <c:pt idx="2117">
                  <c:v>50.493400000000001</c:v>
                </c:pt>
                <c:pt idx="2118">
                  <c:v>50.518900000000002</c:v>
                </c:pt>
                <c:pt idx="2119">
                  <c:v>50.5428</c:v>
                </c:pt>
                <c:pt idx="2120">
                  <c:v>50.565399999999997</c:v>
                </c:pt>
                <c:pt idx="2121">
                  <c:v>50.591900000000003</c:v>
                </c:pt>
                <c:pt idx="2122">
                  <c:v>50.614699999999999</c:v>
                </c:pt>
                <c:pt idx="2123">
                  <c:v>50.636800000000001</c:v>
                </c:pt>
                <c:pt idx="2124">
                  <c:v>50.657800000000002</c:v>
                </c:pt>
                <c:pt idx="2125">
                  <c:v>50.680700000000002</c:v>
                </c:pt>
                <c:pt idx="2126">
                  <c:v>50.701500000000003</c:v>
                </c:pt>
                <c:pt idx="2127">
                  <c:v>50.724699999999999</c:v>
                </c:pt>
                <c:pt idx="2128">
                  <c:v>50.748100000000001</c:v>
                </c:pt>
                <c:pt idx="2129">
                  <c:v>50.770499999999998</c:v>
                </c:pt>
                <c:pt idx="2130">
                  <c:v>50.802</c:v>
                </c:pt>
                <c:pt idx="2131">
                  <c:v>50.828499999999998</c:v>
                </c:pt>
                <c:pt idx="2132">
                  <c:v>50.855400000000003</c:v>
                </c:pt>
                <c:pt idx="2133">
                  <c:v>50.880699999999997</c:v>
                </c:pt>
                <c:pt idx="2134">
                  <c:v>50.908700000000003</c:v>
                </c:pt>
                <c:pt idx="2135">
                  <c:v>50.936500000000002</c:v>
                </c:pt>
                <c:pt idx="2136">
                  <c:v>50.957799999999999</c:v>
                </c:pt>
                <c:pt idx="2137">
                  <c:v>50.9863</c:v>
                </c:pt>
                <c:pt idx="2138">
                  <c:v>51.009399999999999</c:v>
                </c:pt>
                <c:pt idx="2139">
                  <c:v>51.037599999999998</c:v>
                </c:pt>
                <c:pt idx="2140">
                  <c:v>51.068300000000001</c:v>
                </c:pt>
                <c:pt idx="2141">
                  <c:v>51.099400000000003</c:v>
                </c:pt>
                <c:pt idx="2142">
                  <c:v>51.119799999999998</c:v>
                </c:pt>
                <c:pt idx="2143">
                  <c:v>51.142499999999998</c:v>
                </c:pt>
                <c:pt idx="2144">
                  <c:v>51.167900000000003</c:v>
                </c:pt>
                <c:pt idx="2145">
                  <c:v>51.194800000000001</c:v>
                </c:pt>
                <c:pt idx="2146">
                  <c:v>51.2241</c:v>
                </c:pt>
                <c:pt idx="2147">
                  <c:v>51.259500000000003</c:v>
                </c:pt>
                <c:pt idx="2148">
                  <c:v>51.281700000000001</c:v>
                </c:pt>
                <c:pt idx="2149">
                  <c:v>51.314799999999998</c:v>
                </c:pt>
                <c:pt idx="2150">
                  <c:v>51.335000000000001</c:v>
                </c:pt>
                <c:pt idx="2151">
                  <c:v>51.355400000000003</c:v>
                </c:pt>
                <c:pt idx="2152">
                  <c:v>51.378599999999999</c:v>
                </c:pt>
                <c:pt idx="2153">
                  <c:v>51.402500000000003</c:v>
                </c:pt>
                <c:pt idx="2154">
                  <c:v>51.424500000000002</c:v>
                </c:pt>
                <c:pt idx="2155">
                  <c:v>51.447299999999998</c:v>
                </c:pt>
                <c:pt idx="2156">
                  <c:v>51.471299999999999</c:v>
                </c:pt>
                <c:pt idx="2157">
                  <c:v>51.493000000000002</c:v>
                </c:pt>
                <c:pt idx="2158">
                  <c:v>51.515799999999999</c:v>
                </c:pt>
                <c:pt idx="2159">
                  <c:v>51.537399999999998</c:v>
                </c:pt>
                <c:pt idx="2160">
                  <c:v>51.560200000000002</c:v>
                </c:pt>
                <c:pt idx="2161">
                  <c:v>51.5807</c:v>
                </c:pt>
                <c:pt idx="2162">
                  <c:v>51.605400000000003</c:v>
                </c:pt>
                <c:pt idx="2163">
                  <c:v>51.628399999999999</c:v>
                </c:pt>
                <c:pt idx="2164">
                  <c:v>51.652000000000001</c:v>
                </c:pt>
                <c:pt idx="2165">
                  <c:v>51.676699999999997</c:v>
                </c:pt>
                <c:pt idx="2166">
                  <c:v>51.697499999999998</c:v>
                </c:pt>
                <c:pt idx="2167">
                  <c:v>51.720300000000002</c:v>
                </c:pt>
                <c:pt idx="2168">
                  <c:v>51.741900000000001</c:v>
                </c:pt>
                <c:pt idx="2169">
                  <c:v>51.765599999999999</c:v>
                </c:pt>
                <c:pt idx="2170">
                  <c:v>51.789400000000001</c:v>
                </c:pt>
                <c:pt idx="2171">
                  <c:v>51.8108</c:v>
                </c:pt>
                <c:pt idx="2172">
                  <c:v>51.835999999999999</c:v>
                </c:pt>
                <c:pt idx="2173">
                  <c:v>51.8566</c:v>
                </c:pt>
                <c:pt idx="2174">
                  <c:v>51.880200000000002</c:v>
                </c:pt>
                <c:pt idx="2175">
                  <c:v>51.9024</c:v>
                </c:pt>
                <c:pt idx="2176">
                  <c:v>51.923999999999999</c:v>
                </c:pt>
                <c:pt idx="2177">
                  <c:v>51.947699999999998</c:v>
                </c:pt>
                <c:pt idx="2178">
                  <c:v>51.969799999999999</c:v>
                </c:pt>
                <c:pt idx="2179">
                  <c:v>51.991300000000003</c:v>
                </c:pt>
                <c:pt idx="2180">
                  <c:v>52.014600000000002</c:v>
                </c:pt>
                <c:pt idx="2181">
                  <c:v>52.035299999999999</c:v>
                </c:pt>
                <c:pt idx="2182">
                  <c:v>52.059800000000003</c:v>
                </c:pt>
                <c:pt idx="2183">
                  <c:v>52.081099999999999</c:v>
                </c:pt>
                <c:pt idx="2184">
                  <c:v>52.103200000000001</c:v>
                </c:pt>
                <c:pt idx="2185">
                  <c:v>52.127499999999998</c:v>
                </c:pt>
                <c:pt idx="2186">
                  <c:v>52.148899999999998</c:v>
                </c:pt>
                <c:pt idx="2187">
                  <c:v>52.171799999999998</c:v>
                </c:pt>
                <c:pt idx="2188">
                  <c:v>52.193199999999997</c:v>
                </c:pt>
                <c:pt idx="2189">
                  <c:v>52.214399999999998</c:v>
                </c:pt>
                <c:pt idx="2190">
                  <c:v>52.237099999999998</c:v>
                </c:pt>
                <c:pt idx="2191">
                  <c:v>52.258800000000001</c:v>
                </c:pt>
                <c:pt idx="2192">
                  <c:v>52.283099999999997</c:v>
                </c:pt>
                <c:pt idx="2193">
                  <c:v>52.304699999999997</c:v>
                </c:pt>
                <c:pt idx="2194">
                  <c:v>52.324800000000003</c:v>
                </c:pt>
                <c:pt idx="2195">
                  <c:v>52.348100000000002</c:v>
                </c:pt>
                <c:pt idx="2196">
                  <c:v>52.369399999999999</c:v>
                </c:pt>
                <c:pt idx="2197">
                  <c:v>52.391399999999997</c:v>
                </c:pt>
                <c:pt idx="2198">
                  <c:v>52.415399999999998</c:v>
                </c:pt>
                <c:pt idx="2199">
                  <c:v>52.439500000000002</c:v>
                </c:pt>
                <c:pt idx="2200">
                  <c:v>52.462800000000001</c:v>
                </c:pt>
                <c:pt idx="2201">
                  <c:v>52.485500000000002</c:v>
                </c:pt>
                <c:pt idx="2202">
                  <c:v>52.508400000000002</c:v>
                </c:pt>
                <c:pt idx="2203">
                  <c:v>52.538899999999998</c:v>
                </c:pt>
                <c:pt idx="2204">
                  <c:v>52.561100000000003</c:v>
                </c:pt>
                <c:pt idx="2205">
                  <c:v>52.582000000000001</c:v>
                </c:pt>
                <c:pt idx="2206">
                  <c:v>52.604700000000001</c:v>
                </c:pt>
                <c:pt idx="2207">
                  <c:v>52.625100000000003</c:v>
                </c:pt>
                <c:pt idx="2208">
                  <c:v>52.649000000000001</c:v>
                </c:pt>
                <c:pt idx="2209">
                  <c:v>52.672199999999997</c:v>
                </c:pt>
                <c:pt idx="2210">
                  <c:v>52.694299999999998</c:v>
                </c:pt>
                <c:pt idx="2211">
                  <c:v>52.7179</c:v>
                </c:pt>
                <c:pt idx="2212">
                  <c:v>52.742600000000003</c:v>
                </c:pt>
                <c:pt idx="2213">
                  <c:v>52.763800000000003</c:v>
                </c:pt>
                <c:pt idx="2214">
                  <c:v>52.788499999999999</c:v>
                </c:pt>
                <c:pt idx="2215">
                  <c:v>52.8142</c:v>
                </c:pt>
                <c:pt idx="2216">
                  <c:v>52.838200000000001</c:v>
                </c:pt>
                <c:pt idx="2217">
                  <c:v>52.860799999999998</c:v>
                </c:pt>
                <c:pt idx="2218">
                  <c:v>52.882300000000001</c:v>
                </c:pt>
                <c:pt idx="2219">
                  <c:v>52.906799999999997</c:v>
                </c:pt>
                <c:pt idx="2220">
                  <c:v>52.937199999999997</c:v>
                </c:pt>
                <c:pt idx="2221">
                  <c:v>52.959000000000003</c:v>
                </c:pt>
                <c:pt idx="2222">
                  <c:v>52.985999999999997</c:v>
                </c:pt>
                <c:pt idx="2223">
                  <c:v>53.008899999999997</c:v>
                </c:pt>
                <c:pt idx="2224">
                  <c:v>53.033700000000003</c:v>
                </c:pt>
                <c:pt idx="2225">
                  <c:v>53.057299999999998</c:v>
                </c:pt>
                <c:pt idx="2226">
                  <c:v>53.080800000000004</c:v>
                </c:pt>
                <c:pt idx="2227">
                  <c:v>53.102899999999998</c:v>
                </c:pt>
                <c:pt idx="2228">
                  <c:v>53.128700000000002</c:v>
                </c:pt>
                <c:pt idx="2229">
                  <c:v>53.154600000000002</c:v>
                </c:pt>
                <c:pt idx="2230">
                  <c:v>53.175800000000002</c:v>
                </c:pt>
                <c:pt idx="2231">
                  <c:v>53.206699999999998</c:v>
                </c:pt>
                <c:pt idx="2232">
                  <c:v>53.2286</c:v>
                </c:pt>
                <c:pt idx="2233">
                  <c:v>53.257599999999996</c:v>
                </c:pt>
                <c:pt idx="2234">
                  <c:v>53.278100000000002</c:v>
                </c:pt>
                <c:pt idx="2235">
                  <c:v>53.308599999999998</c:v>
                </c:pt>
                <c:pt idx="2236">
                  <c:v>53.333100000000002</c:v>
                </c:pt>
                <c:pt idx="2237">
                  <c:v>53.357199999999999</c:v>
                </c:pt>
                <c:pt idx="2238">
                  <c:v>53.386299999999999</c:v>
                </c:pt>
                <c:pt idx="2239">
                  <c:v>53.413899999999998</c:v>
                </c:pt>
                <c:pt idx="2240">
                  <c:v>53.441499999999998</c:v>
                </c:pt>
                <c:pt idx="2241">
                  <c:v>53.470500000000001</c:v>
                </c:pt>
                <c:pt idx="2242">
                  <c:v>53.503799999999998</c:v>
                </c:pt>
                <c:pt idx="2243">
                  <c:v>53.535899999999998</c:v>
                </c:pt>
                <c:pt idx="2244">
                  <c:v>53.570999999999998</c:v>
                </c:pt>
                <c:pt idx="2245">
                  <c:v>53.602499999999999</c:v>
                </c:pt>
                <c:pt idx="2246">
                  <c:v>53.634799999999998</c:v>
                </c:pt>
                <c:pt idx="2247">
                  <c:v>53.665199999999999</c:v>
                </c:pt>
                <c:pt idx="2248">
                  <c:v>53.699599999999997</c:v>
                </c:pt>
                <c:pt idx="2249">
                  <c:v>53.725000000000001</c:v>
                </c:pt>
                <c:pt idx="2250">
                  <c:v>53.750799999999998</c:v>
                </c:pt>
                <c:pt idx="2251">
                  <c:v>53.775300000000001</c:v>
                </c:pt>
                <c:pt idx="2252">
                  <c:v>53.7986</c:v>
                </c:pt>
                <c:pt idx="2253">
                  <c:v>53.823900000000002</c:v>
                </c:pt>
                <c:pt idx="2254">
                  <c:v>53.850200000000001</c:v>
                </c:pt>
                <c:pt idx="2255">
                  <c:v>53.877699999999997</c:v>
                </c:pt>
                <c:pt idx="2256">
                  <c:v>53.9071</c:v>
                </c:pt>
                <c:pt idx="2257">
                  <c:v>53.933999999999997</c:v>
                </c:pt>
                <c:pt idx="2258">
                  <c:v>53.955100000000002</c:v>
                </c:pt>
                <c:pt idx="2259">
                  <c:v>53.977699999999999</c:v>
                </c:pt>
                <c:pt idx="2260">
                  <c:v>53.998899999999999</c:v>
                </c:pt>
                <c:pt idx="2261">
                  <c:v>54.025300000000001</c:v>
                </c:pt>
                <c:pt idx="2262">
                  <c:v>54.046399999999998</c:v>
                </c:pt>
                <c:pt idx="2263">
                  <c:v>54.066800000000001</c:v>
                </c:pt>
                <c:pt idx="2264">
                  <c:v>54.087299999999999</c:v>
                </c:pt>
                <c:pt idx="2265">
                  <c:v>54.110500000000002</c:v>
                </c:pt>
                <c:pt idx="2266">
                  <c:v>54.136600000000001</c:v>
                </c:pt>
                <c:pt idx="2267">
                  <c:v>54.157200000000003</c:v>
                </c:pt>
                <c:pt idx="2268">
                  <c:v>54.181399999999996</c:v>
                </c:pt>
                <c:pt idx="2269">
                  <c:v>54.212200000000003</c:v>
                </c:pt>
                <c:pt idx="2270">
                  <c:v>54.240200000000002</c:v>
                </c:pt>
                <c:pt idx="2271">
                  <c:v>54.262999999999998</c:v>
                </c:pt>
                <c:pt idx="2272">
                  <c:v>54.285200000000003</c:v>
                </c:pt>
                <c:pt idx="2273">
                  <c:v>54.310299999999998</c:v>
                </c:pt>
                <c:pt idx="2274">
                  <c:v>54.331099999999999</c:v>
                </c:pt>
                <c:pt idx="2275">
                  <c:v>54.351300000000002</c:v>
                </c:pt>
                <c:pt idx="2276">
                  <c:v>54.375700000000002</c:v>
                </c:pt>
                <c:pt idx="2277">
                  <c:v>54.404200000000003</c:v>
                </c:pt>
                <c:pt idx="2278">
                  <c:v>54.427399999999999</c:v>
                </c:pt>
                <c:pt idx="2279">
                  <c:v>54.45</c:v>
                </c:pt>
                <c:pt idx="2280">
                  <c:v>54.478499999999997</c:v>
                </c:pt>
                <c:pt idx="2281">
                  <c:v>54.500799999999998</c:v>
                </c:pt>
                <c:pt idx="2282">
                  <c:v>54.526000000000003</c:v>
                </c:pt>
                <c:pt idx="2283">
                  <c:v>54.547600000000003</c:v>
                </c:pt>
                <c:pt idx="2284">
                  <c:v>54.570700000000002</c:v>
                </c:pt>
                <c:pt idx="2285">
                  <c:v>54.596499999999999</c:v>
                </c:pt>
                <c:pt idx="2286">
                  <c:v>54.617699999999999</c:v>
                </c:pt>
                <c:pt idx="2287">
                  <c:v>54.637900000000002</c:v>
                </c:pt>
                <c:pt idx="2288">
                  <c:v>54.663400000000003</c:v>
                </c:pt>
                <c:pt idx="2289">
                  <c:v>54.688899999999997</c:v>
                </c:pt>
                <c:pt idx="2290">
                  <c:v>54.714799999999997</c:v>
                </c:pt>
                <c:pt idx="2291">
                  <c:v>54.736600000000003</c:v>
                </c:pt>
                <c:pt idx="2292">
                  <c:v>54.768000000000001</c:v>
                </c:pt>
                <c:pt idx="2293">
                  <c:v>54.792999999999999</c:v>
                </c:pt>
                <c:pt idx="2294">
                  <c:v>54.820399999999999</c:v>
                </c:pt>
                <c:pt idx="2295">
                  <c:v>54.8461</c:v>
                </c:pt>
                <c:pt idx="2296">
                  <c:v>54.871899999999997</c:v>
                </c:pt>
                <c:pt idx="2297">
                  <c:v>54.8962</c:v>
                </c:pt>
                <c:pt idx="2298">
                  <c:v>54.923299999999998</c:v>
                </c:pt>
                <c:pt idx="2299">
                  <c:v>54.945999999999998</c:v>
                </c:pt>
                <c:pt idx="2300">
                  <c:v>54.9711</c:v>
                </c:pt>
                <c:pt idx="2301">
                  <c:v>54.9955</c:v>
                </c:pt>
                <c:pt idx="2302">
                  <c:v>55.019500000000001</c:v>
                </c:pt>
                <c:pt idx="2303">
                  <c:v>55.045400000000001</c:v>
                </c:pt>
                <c:pt idx="2304">
                  <c:v>55.078299999999999</c:v>
                </c:pt>
                <c:pt idx="2305">
                  <c:v>55.107799999999997</c:v>
                </c:pt>
                <c:pt idx="2306">
                  <c:v>55.136000000000003</c:v>
                </c:pt>
                <c:pt idx="2307">
                  <c:v>55.165599999999998</c:v>
                </c:pt>
                <c:pt idx="2308">
                  <c:v>55.191000000000003</c:v>
                </c:pt>
                <c:pt idx="2309">
                  <c:v>55.217500000000001</c:v>
                </c:pt>
                <c:pt idx="2310">
                  <c:v>55.243000000000002</c:v>
                </c:pt>
                <c:pt idx="2311">
                  <c:v>55.270400000000002</c:v>
                </c:pt>
                <c:pt idx="2312">
                  <c:v>55.2971</c:v>
                </c:pt>
                <c:pt idx="2313">
                  <c:v>55.323599999999999</c:v>
                </c:pt>
                <c:pt idx="2314">
                  <c:v>55.348100000000002</c:v>
                </c:pt>
                <c:pt idx="2315">
                  <c:v>55.397100000000002</c:v>
                </c:pt>
                <c:pt idx="2316">
                  <c:v>55.418599999999998</c:v>
                </c:pt>
                <c:pt idx="2317">
                  <c:v>55.442500000000003</c:v>
                </c:pt>
                <c:pt idx="2318">
                  <c:v>55.465299999999999</c:v>
                </c:pt>
                <c:pt idx="2319">
                  <c:v>55.487299999999998</c:v>
                </c:pt>
                <c:pt idx="2320">
                  <c:v>55.514600000000002</c:v>
                </c:pt>
                <c:pt idx="2321">
                  <c:v>55.541899999999998</c:v>
                </c:pt>
                <c:pt idx="2322">
                  <c:v>55.563099999999999</c:v>
                </c:pt>
                <c:pt idx="2323">
                  <c:v>55.583599999999997</c:v>
                </c:pt>
                <c:pt idx="2324">
                  <c:v>55.611699999999999</c:v>
                </c:pt>
                <c:pt idx="2325">
                  <c:v>55.635599999999997</c:v>
                </c:pt>
                <c:pt idx="2326">
                  <c:v>55.657800000000002</c:v>
                </c:pt>
                <c:pt idx="2327">
                  <c:v>55.685699999999997</c:v>
                </c:pt>
                <c:pt idx="2328">
                  <c:v>55.707500000000003</c:v>
                </c:pt>
                <c:pt idx="2329">
                  <c:v>55.7316</c:v>
                </c:pt>
                <c:pt idx="2330">
                  <c:v>55.753599999999999</c:v>
                </c:pt>
                <c:pt idx="2331">
                  <c:v>55.775799999999997</c:v>
                </c:pt>
                <c:pt idx="2332">
                  <c:v>55.803899999999999</c:v>
                </c:pt>
                <c:pt idx="2333">
                  <c:v>55.825400000000002</c:v>
                </c:pt>
                <c:pt idx="2334">
                  <c:v>55.845999999999997</c:v>
                </c:pt>
                <c:pt idx="2335">
                  <c:v>55.867100000000001</c:v>
                </c:pt>
                <c:pt idx="2336">
                  <c:v>55.893799999999999</c:v>
                </c:pt>
                <c:pt idx="2337">
                  <c:v>55.920999999999999</c:v>
                </c:pt>
                <c:pt idx="2338">
                  <c:v>55.942999999999998</c:v>
                </c:pt>
                <c:pt idx="2339">
                  <c:v>55.975999999999999</c:v>
                </c:pt>
                <c:pt idx="2340">
                  <c:v>56.003799999999998</c:v>
                </c:pt>
                <c:pt idx="2341">
                  <c:v>56.0244</c:v>
                </c:pt>
                <c:pt idx="2342">
                  <c:v>56.044699999999999</c:v>
                </c:pt>
                <c:pt idx="2343">
                  <c:v>56.066699999999997</c:v>
                </c:pt>
                <c:pt idx="2344">
                  <c:v>56.091799999999999</c:v>
                </c:pt>
                <c:pt idx="2345">
                  <c:v>56.113399999999999</c:v>
                </c:pt>
                <c:pt idx="2346">
                  <c:v>56.137300000000003</c:v>
                </c:pt>
                <c:pt idx="2347">
                  <c:v>56.164999999999999</c:v>
                </c:pt>
                <c:pt idx="2348">
                  <c:v>56.185499999999998</c:v>
                </c:pt>
                <c:pt idx="2349">
                  <c:v>56.2059</c:v>
                </c:pt>
                <c:pt idx="2350">
                  <c:v>56.233199999999997</c:v>
                </c:pt>
                <c:pt idx="2351">
                  <c:v>56.2532</c:v>
                </c:pt>
                <c:pt idx="2352">
                  <c:v>56.280900000000003</c:v>
                </c:pt>
                <c:pt idx="2353">
                  <c:v>56.304600000000001</c:v>
                </c:pt>
                <c:pt idx="2354">
                  <c:v>56.331899999999997</c:v>
                </c:pt>
                <c:pt idx="2355">
                  <c:v>56.356200000000001</c:v>
                </c:pt>
                <c:pt idx="2356">
                  <c:v>56.383499999999998</c:v>
                </c:pt>
                <c:pt idx="2357">
                  <c:v>56.406799999999997</c:v>
                </c:pt>
                <c:pt idx="2358">
                  <c:v>56.434800000000003</c:v>
                </c:pt>
                <c:pt idx="2359">
                  <c:v>56.462000000000003</c:v>
                </c:pt>
                <c:pt idx="2360">
                  <c:v>56.490699999999997</c:v>
                </c:pt>
                <c:pt idx="2361">
                  <c:v>56.511400000000002</c:v>
                </c:pt>
                <c:pt idx="2362">
                  <c:v>56.5364</c:v>
                </c:pt>
                <c:pt idx="2363">
                  <c:v>56.5595</c:v>
                </c:pt>
                <c:pt idx="2364">
                  <c:v>56.580100000000002</c:v>
                </c:pt>
                <c:pt idx="2365">
                  <c:v>56.603099999999998</c:v>
                </c:pt>
                <c:pt idx="2366">
                  <c:v>56.630899999999997</c:v>
                </c:pt>
                <c:pt idx="2367">
                  <c:v>56.651299999999999</c:v>
                </c:pt>
                <c:pt idx="2368">
                  <c:v>56.678199999999997</c:v>
                </c:pt>
                <c:pt idx="2369">
                  <c:v>56.704099999999997</c:v>
                </c:pt>
                <c:pt idx="2370">
                  <c:v>56.7254</c:v>
                </c:pt>
                <c:pt idx="2371">
                  <c:v>56.7455</c:v>
                </c:pt>
                <c:pt idx="2372">
                  <c:v>56.768799999999999</c:v>
                </c:pt>
                <c:pt idx="2373">
                  <c:v>56.7898</c:v>
                </c:pt>
                <c:pt idx="2374">
                  <c:v>56.816099999999999</c:v>
                </c:pt>
                <c:pt idx="2375">
                  <c:v>56.840899999999998</c:v>
                </c:pt>
                <c:pt idx="2376">
                  <c:v>56.8643</c:v>
                </c:pt>
                <c:pt idx="2377">
                  <c:v>56.892000000000003</c:v>
                </c:pt>
                <c:pt idx="2378">
                  <c:v>56.916200000000003</c:v>
                </c:pt>
                <c:pt idx="2379">
                  <c:v>56.942700000000002</c:v>
                </c:pt>
                <c:pt idx="2380">
                  <c:v>56.969000000000001</c:v>
                </c:pt>
                <c:pt idx="2381">
                  <c:v>56.989400000000003</c:v>
                </c:pt>
                <c:pt idx="2382">
                  <c:v>57.009599999999999</c:v>
                </c:pt>
                <c:pt idx="2383">
                  <c:v>57.031199999999998</c:v>
                </c:pt>
                <c:pt idx="2384">
                  <c:v>57.052399999999999</c:v>
                </c:pt>
                <c:pt idx="2385">
                  <c:v>57.073300000000003</c:v>
                </c:pt>
                <c:pt idx="2386">
                  <c:v>57.093699999999998</c:v>
                </c:pt>
                <c:pt idx="2387">
                  <c:v>57.118400000000001</c:v>
                </c:pt>
                <c:pt idx="2388">
                  <c:v>57.1417</c:v>
                </c:pt>
                <c:pt idx="2389">
                  <c:v>57.17</c:v>
                </c:pt>
                <c:pt idx="2390">
                  <c:v>57.190199999999997</c:v>
                </c:pt>
                <c:pt idx="2391">
                  <c:v>57.213900000000002</c:v>
                </c:pt>
                <c:pt idx="2392">
                  <c:v>57.236699999999999</c:v>
                </c:pt>
                <c:pt idx="2393">
                  <c:v>57.259300000000003</c:v>
                </c:pt>
                <c:pt idx="2394">
                  <c:v>57.282600000000002</c:v>
                </c:pt>
                <c:pt idx="2395">
                  <c:v>57.305100000000003</c:v>
                </c:pt>
                <c:pt idx="2396">
                  <c:v>57.328099999999999</c:v>
                </c:pt>
                <c:pt idx="2397">
                  <c:v>57.356000000000002</c:v>
                </c:pt>
                <c:pt idx="2398">
                  <c:v>57.376199999999997</c:v>
                </c:pt>
                <c:pt idx="2399">
                  <c:v>57.397500000000001</c:v>
                </c:pt>
                <c:pt idx="2400">
                  <c:v>57.421199999999999</c:v>
                </c:pt>
                <c:pt idx="2401">
                  <c:v>57.446100000000001</c:v>
                </c:pt>
                <c:pt idx="2402">
                  <c:v>57.472099999999998</c:v>
                </c:pt>
                <c:pt idx="2403">
                  <c:v>57.496499999999997</c:v>
                </c:pt>
                <c:pt idx="2404">
                  <c:v>57.521799999999999</c:v>
                </c:pt>
                <c:pt idx="2405">
                  <c:v>57.545699999999997</c:v>
                </c:pt>
                <c:pt idx="2406">
                  <c:v>57.572899999999997</c:v>
                </c:pt>
                <c:pt idx="2407">
                  <c:v>57.595300000000002</c:v>
                </c:pt>
                <c:pt idx="2408">
                  <c:v>57.622100000000003</c:v>
                </c:pt>
                <c:pt idx="2409">
                  <c:v>57.6511</c:v>
                </c:pt>
                <c:pt idx="2410">
                  <c:v>57.677</c:v>
                </c:pt>
                <c:pt idx="2411">
                  <c:v>57.701999999999998</c:v>
                </c:pt>
                <c:pt idx="2412">
                  <c:v>57.728000000000002</c:v>
                </c:pt>
                <c:pt idx="2413">
                  <c:v>57.754300000000001</c:v>
                </c:pt>
                <c:pt idx="2414">
                  <c:v>57.7789</c:v>
                </c:pt>
                <c:pt idx="2415">
                  <c:v>57.800699999999999</c:v>
                </c:pt>
                <c:pt idx="2416">
                  <c:v>57.8249</c:v>
                </c:pt>
                <c:pt idx="2417">
                  <c:v>57.853499999999997</c:v>
                </c:pt>
                <c:pt idx="2418">
                  <c:v>57.873699999999999</c:v>
                </c:pt>
                <c:pt idx="2419">
                  <c:v>57.898200000000003</c:v>
                </c:pt>
                <c:pt idx="2420">
                  <c:v>57.9236</c:v>
                </c:pt>
                <c:pt idx="2421">
                  <c:v>57.951999999999998</c:v>
                </c:pt>
                <c:pt idx="2422">
                  <c:v>57.9771</c:v>
                </c:pt>
                <c:pt idx="2423">
                  <c:v>57.997799999999998</c:v>
                </c:pt>
                <c:pt idx="2424">
                  <c:v>58.023299999999999</c:v>
                </c:pt>
                <c:pt idx="2425">
                  <c:v>58.045299999999997</c:v>
                </c:pt>
                <c:pt idx="2426">
                  <c:v>58.075600000000001</c:v>
                </c:pt>
                <c:pt idx="2427">
                  <c:v>58.102600000000002</c:v>
                </c:pt>
                <c:pt idx="2428">
                  <c:v>58.123600000000003</c:v>
                </c:pt>
                <c:pt idx="2429">
                  <c:v>58.144799999999996</c:v>
                </c:pt>
                <c:pt idx="2430">
                  <c:v>58.165100000000002</c:v>
                </c:pt>
                <c:pt idx="2431">
                  <c:v>58.191899999999997</c:v>
                </c:pt>
                <c:pt idx="2432">
                  <c:v>58.220100000000002</c:v>
                </c:pt>
                <c:pt idx="2433">
                  <c:v>58.242199999999997</c:v>
                </c:pt>
                <c:pt idx="2434">
                  <c:v>58.268300000000004</c:v>
                </c:pt>
                <c:pt idx="2435">
                  <c:v>58.292499999999997</c:v>
                </c:pt>
                <c:pt idx="2436">
                  <c:v>58.319299999999998</c:v>
                </c:pt>
                <c:pt idx="2437">
                  <c:v>58.347000000000001</c:v>
                </c:pt>
                <c:pt idx="2438">
                  <c:v>58.375399999999999</c:v>
                </c:pt>
                <c:pt idx="2439">
                  <c:v>58.405900000000003</c:v>
                </c:pt>
                <c:pt idx="2440">
                  <c:v>58.430799999999998</c:v>
                </c:pt>
                <c:pt idx="2441">
                  <c:v>58.457700000000003</c:v>
                </c:pt>
                <c:pt idx="2442">
                  <c:v>58.484400000000001</c:v>
                </c:pt>
                <c:pt idx="2443">
                  <c:v>58.508800000000001</c:v>
                </c:pt>
                <c:pt idx="2444">
                  <c:v>58.530500000000004</c:v>
                </c:pt>
                <c:pt idx="2445">
                  <c:v>58.550800000000002</c:v>
                </c:pt>
                <c:pt idx="2446">
                  <c:v>58.576599999999999</c:v>
                </c:pt>
                <c:pt idx="2447">
                  <c:v>58.608499999999999</c:v>
                </c:pt>
                <c:pt idx="2448">
                  <c:v>58.629800000000003</c:v>
                </c:pt>
                <c:pt idx="2449">
                  <c:v>58.652299999999997</c:v>
                </c:pt>
                <c:pt idx="2450">
                  <c:v>58.675600000000003</c:v>
                </c:pt>
                <c:pt idx="2451">
                  <c:v>58.698300000000003</c:v>
                </c:pt>
                <c:pt idx="2452">
                  <c:v>58.72</c:v>
                </c:pt>
                <c:pt idx="2453">
                  <c:v>58.741399999999999</c:v>
                </c:pt>
                <c:pt idx="2454">
                  <c:v>58.768999999999998</c:v>
                </c:pt>
                <c:pt idx="2455">
                  <c:v>58.795000000000002</c:v>
                </c:pt>
                <c:pt idx="2456">
                  <c:v>58.815100000000001</c:v>
                </c:pt>
                <c:pt idx="2457">
                  <c:v>58.844099999999997</c:v>
                </c:pt>
                <c:pt idx="2458">
                  <c:v>58.8705</c:v>
                </c:pt>
                <c:pt idx="2459">
                  <c:v>58.895699999999998</c:v>
                </c:pt>
                <c:pt idx="2460">
                  <c:v>58.922600000000003</c:v>
                </c:pt>
                <c:pt idx="2461">
                  <c:v>58.948</c:v>
                </c:pt>
                <c:pt idx="2462">
                  <c:v>58.972799999999999</c:v>
                </c:pt>
                <c:pt idx="2463">
                  <c:v>59.005200000000002</c:v>
                </c:pt>
                <c:pt idx="2464">
                  <c:v>59.031799999999997</c:v>
                </c:pt>
                <c:pt idx="2465">
                  <c:v>59.060200000000002</c:v>
                </c:pt>
                <c:pt idx="2466">
                  <c:v>59.0899</c:v>
                </c:pt>
                <c:pt idx="2467">
                  <c:v>59.110999999999997</c:v>
                </c:pt>
                <c:pt idx="2468">
                  <c:v>59.140500000000003</c:v>
                </c:pt>
                <c:pt idx="2469">
                  <c:v>59.161999999999999</c:v>
                </c:pt>
                <c:pt idx="2470">
                  <c:v>59.192399999999999</c:v>
                </c:pt>
                <c:pt idx="2471">
                  <c:v>59.222000000000001</c:v>
                </c:pt>
                <c:pt idx="2472">
                  <c:v>59.250300000000003</c:v>
                </c:pt>
                <c:pt idx="2473">
                  <c:v>59.2712</c:v>
                </c:pt>
                <c:pt idx="2474">
                  <c:v>59.297499999999999</c:v>
                </c:pt>
                <c:pt idx="2475">
                  <c:v>59.322800000000001</c:v>
                </c:pt>
                <c:pt idx="2476">
                  <c:v>59.344200000000001</c:v>
                </c:pt>
                <c:pt idx="2477">
                  <c:v>59.365600000000001</c:v>
                </c:pt>
                <c:pt idx="2478">
                  <c:v>59.3887</c:v>
                </c:pt>
                <c:pt idx="2479">
                  <c:v>59.418599999999998</c:v>
                </c:pt>
                <c:pt idx="2480">
                  <c:v>59.4495</c:v>
                </c:pt>
                <c:pt idx="2481">
                  <c:v>59.470300000000002</c:v>
                </c:pt>
                <c:pt idx="2482">
                  <c:v>59.492699999999999</c:v>
                </c:pt>
                <c:pt idx="2483">
                  <c:v>59.514099999999999</c:v>
                </c:pt>
                <c:pt idx="2484">
                  <c:v>59.542299999999997</c:v>
                </c:pt>
                <c:pt idx="2485">
                  <c:v>59.573099999999997</c:v>
                </c:pt>
                <c:pt idx="2486">
                  <c:v>59.593800000000002</c:v>
                </c:pt>
                <c:pt idx="2487">
                  <c:v>59.621200000000002</c:v>
                </c:pt>
                <c:pt idx="2488">
                  <c:v>59.641199999999998</c:v>
                </c:pt>
                <c:pt idx="2489">
                  <c:v>59.6629</c:v>
                </c:pt>
                <c:pt idx="2490">
                  <c:v>59.689599999999999</c:v>
                </c:pt>
                <c:pt idx="2491">
                  <c:v>59.711100000000002</c:v>
                </c:pt>
                <c:pt idx="2492">
                  <c:v>59.736699999999999</c:v>
                </c:pt>
                <c:pt idx="2493">
                  <c:v>59.757399999999997</c:v>
                </c:pt>
                <c:pt idx="2494">
                  <c:v>59.7849</c:v>
                </c:pt>
                <c:pt idx="2495">
                  <c:v>59.807499999999997</c:v>
                </c:pt>
                <c:pt idx="2496">
                  <c:v>59.834499999999998</c:v>
                </c:pt>
                <c:pt idx="2497">
                  <c:v>59.860500000000002</c:v>
                </c:pt>
                <c:pt idx="2498">
                  <c:v>59.881599999999999</c:v>
                </c:pt>
                <c:pt idx="2499">
                  <c:v>59.909500000000001</c:v>
                </c:pt>
                <c:pt idx="2500">
                  <c:v>59.930100000000003</c:v>
                </c:pt>
                <c:pt idx="2501">
                  <c:v>59.953000000000003</c:v>
                </c:pt>
                <c:pt idx="2502">
                  <c:v>59.973799999999997</c:v>
                </c:pt>
                <c:pt idx="2503">
                  <c:v>60.005400000000002</c:v>
                </c:pt>
                <c:pt idx="2504">
                  <c:v>60.0289</c:v>
                </c:pt>
                <c:pt idx="2505">
                  <c:v>60.052500000000002</c:v>
                </c:pt>
                <c:pt idx="2506">
                  <c:v>60.073900000000002</c:v>
                </c:pt>
                <c:pt idx="2507">
                  <c:v>60.095599999999997</c:v>
                </c:pt>
                <c:pt idx="2508">
                  <c:v>60.121499999999997</c:v>
                </c:pt>
                <c:pt idx="2509">
                  <c:v>60.143000000000001</c:v>
                </c:pt>
                <c:pt idx="2510">
                  <c:v>60.164900000000003</c:v>
                </c:pt>
                <c:pt idx="2511">
                  <c:v>60.184899999999999</c:v>
                </c:pt>
                <c:pt idx="2512">
                  <c:v>60.215499999999999</c:v>
                </c:pt>
                <c:pt idx="2513">
                  <c:v>60.246200000000002</c:v>
                </c:pt>
                <c:pt idx="2514">
                  <c:v>60.2759</c:v>
                </c:pt>
                <c:pt idx="2515">
                  <c:v>60.302100000000003</c:v>
                </c:pt>
                <c:pt idx="2516">
                  <c:v>60.322600000000001</c:v>
                </c:pt>
                <c:pt idx="2517">
                  <c:v>60.345199999999998</c:v>
                </c:pt>
                <c:pt idx="2518">
                  <c:v>60.367899999999999</c:v>
                </c:pt>
                <c:pt idx="2519">
                  <c:v>60.393599999999999</c:v>
                </c:pt>
                <c:pt idx="2520">
                  <c:v>60.425199999999997</c:v>
                </c:pt>
                <c:pt idx="2521">
                  <c:v>60.449100000000001</c:v>
                </c:pt>
                <c:pt idx="2522">
                  <c:v>60.47</c:v>
                </c:pt>
                <c:pt idx="2523">
                  <c:v>60.4908</c:v>
                </c:pt>
                <c:pt idx="2524">
                  <c:v>60.513599999999997</c:v>
                </c:pt>
                <c:pt idx="2525">
                  <c:v>60.535499999999999</c:v>
                </c:pt>
                <c:pt idx="2526">
                  <c:v>60.561900000000001</c:v>
                </c:pt>
                <c:pt idx="2527">
                  <c:v>60.585299999999997</c:v>
                </c:pt>
                <c:pt idx="2528">
                  <c:v>60.611600000000003</c:v>
                </c:pt>
                <c:pt idx="2529">
                  <c:v>60.634</c:v>
                </c:pt>
                <c:pt idx="2530">
                  <c:v>60.656799999999997</c:v>
                </c:pt>
                <c:pt idx="2531">
                  <c:v>60.684100000000001</c:v>
                </c:pt>
                <c:pt idx="2532">
                  <c:v>60.713700000000003</c:v>
                </c:pt>
                <c:pt idx="2533">
                  <c:v>60.740600000000001</c:v>
                </c:pt>
                <c:pt idx="2534">
                  <c:v>60.7669</c:v>
                </c:pt>
                <c:pt idx="2535">
                  <c:v>60.791499999999999</c:v>
                </c:pt>
                <c:pt idx="2536">
                  <c:v>60.814599999999999</c:v>
                </c:pt>
                <c:pt idx="2537">
                  <c:v>60.8352</c:v>
                </c:pt>
                <c:pt idx="2538">
                  <c:v>60.857900000000001</c:v>
                </c:pt>
                <c:pt idx="2539">
                  <c:v>60.886600000000001</c:v>
                </c:pt>
                <c:pt idx="2540">
                  <c:v>60.917499999999997</c:v>
                </c:pt>
                <c:pt idx="2541">
                  <c:v>60.937800000000003</c:v>
                </c:pt>
                <c:pt idx="2542">
                  <c:v>60.965400000000002</c:v>
                </c:pt>
                <c:pt idx="2543">
                  <c:v>60.991500000000002</c:v>
                </c:pt>
                <c:pt idx="2544">
                  <c:v>61.019500000000001</c:v>
                </c:pt>
                <c:pt idx="2545">
                  <c:v>61.044400000000003</c:v>
                </c:pt>
                <c:pt idx="2546">
                  <c:v>61.074100000000001</c:v>
                </c:pt>
                <c:pt idx="2547">
                  <c:v>61.098300000000002</c:v>
                </c:pt>
                <c:pt idx="2548">
                  <c:v>61.124600000000001</c:v>
                </c:pt>
                <c:pt idx="2549">
                  <c:v>61.1496</c:v>
                </c:pt>
              </c:numCache>
            </c:numRef>
          </c:xVal>
          <c:yVal>
            <c:numRef>
              <c:f>Sheet1!$D$2:$D$2551</c:f>
              <c:numCache>
                <c:formatCode>General</c:formatCode>
                <c:ptCount val="2550"/>
                <c:pt idx="0">
                  <c:v>-1.3944000000000001</c:v>
                </c:pt>
                <c:pt idx="1">
                  <c:v>-1.3944000000000001</c:v>
                </c:pt>
                <c:pt idx="2">
                  <c:v>-1.3944000000000001</c:v>
                </c:pt>
                <c:pt idx="3">
                  <c:v>-1.3944000000000001</c:v>
                </c:pt>
                <c:pt idx="4">
                  <c:v>-1.3944000000000001</c:v>
                </c:pt>
                <c:pt idx="5">
                  <c:v>-1.3944000000000001</c:v>
                </c:pt>
                <c:pt idx="6">
                  <c:v>-1.3944000000000001</c:v>
                </c:pt>
                <c:pt idx="7">
                  <c:v>-1.3944000000000001</c:v>
                </c:pt>
                <c:pt idx="8">
                  <c:v>-1.3944000000000001</c:v>
                </c:pt>
                <c:pt idx="9">
                  <c:v>-1.3944000000000001</c:v>
                </c:pt>
                <c:pt idx="10">
                  <c:v>-1.3944000000000001</c:v>
                </c:pt>
                <c:pt idx="11">
                  <c:v>-1.3944000000000001</c:v>
                </c:pt>
                <c:pt idx="12">
                  <c:v>-1.3944000000000001</c:v>
                </c:pt>
                <c:pt idx="13">
                  <c:v>-1.3944000000000001</c:v>
                </c:pt>
                <c:pt idx="14">
                  <c:v>-1.3944000000000001</c:v>
                </c:pt>
                <c:pt idx="15">
                  <c:v>-1.3944000000000001</c:v>
                </c:pt>
                <c:pt idx="16">
                  <c:v>-1.3944000000000001</c:v>
                </c:pt>
                <c:pt idx="17">
                  <c:v>-1.3944000000000001</c:v>
                </c:pt>
                <c:pt idx="18">
                  <c:v>-1.3944000000000001</c:v>
                </c:pt>
                <c:pt idx="19">
                  <c:v>-1.3944000000000001</c:v>
                </c:pt>
                <c:pt idx="20">
                  <c:v>-1.3944000000000001</c:v>
                </c:pt>
                <c:pt idx="21">
                  <c:v>-1.3944000000000001</c:v>
                </c:pt>
                <c:pt idx="22">
                  <c:v>-1.3944000000000001</c:v>
                </c:pt>
                <c:pt idx="23">
                  <c:v>-1.3944000000000001</c:v>
                </c:pt>
                <c:pt idx="24">
                  <c:v>-1.3944000000000001</c:v>
                </c:pt>
                <c:pt idx="25">
                  <c:v>-1.3944000000000001</c:v>
                </c:pt>
                <c:pt idx="26">
                  <c:v>-1.3944000000000001</c:v>
                </c:pt>
                <c:pt idx="27">
                  <c:v>-1.3944000000000001</c:v>
                </c:pt>
                <c:pt idx="28">
                  <c:v>-1.3944000000000001</c:v>
                </c:pt>
                <c:pt idx="29">
                  <c:v>-1.3944000000000001</c:v>
                </c:pt>
                <c:pt idx="30">
                  <c:v>-1.3944000000000001</c:v>
                </c:pt>
                <c:pt idx="31">
                  <c:v>-1.3944000000000001</c:v>
                </c:pt>
                <c:pt idx="32">
                  <c:v>-1.3944000000000001</c:v>
                </c:pt>
                <c:pt idx="33">
                  <c:v>-1.3944000000000001</c:v>
                </c:pt>
                <c:pt idx="34">
                  <c:v>-1.3944000000000001</c:v>
                </c:pt>
                <c:pt idx="35">
                  <c:v>-1.3944000000000001</c:v>
                </c:pt>
                <c:pt idx="36">
                  <c:v>-1.3944000000000001</c:v>
                </c:pt>
                <c:pt idx="37">
                  <c:v>-1.3944000000000001</c:v>
                </c:pt>
                <c:pt idx="38">
                  <c:v>-1.3944000000000001</c:v>
                </c:pt>
                <c:pt idx="39">
                  <c:v>-1.3944000000000001</c:v>
                </c:pt>
                <c:pt idx="40">
                  <c:v>-1.3944000000000001</c:v>
                </c:pt>
                <c:pt idx="41">
                  <c:v>-1.3944000000000001</c:v>
                </c:pt>
                <c:pt idx="42">
                  <c:v>-1.3944000000000001</c:v>
                </c:pt>
                <c:pt idx="43">
                  <c:v>-1.3944000000000001</c:v>
                </c:pt>
                <c:pt idx="44">
                  <c:v>-2.1</c:v>
                </c:pt>
                <c:pt idx="45">
                  <c:v>-2.1</c:v>
                </c:pt>
                <c:pt idx="46">
                  <c:v>-2.1</c:v>
                </c:pt>
                <c:pt idx="47">
                  <c:v>-2.1</c:v>
                </c:pt>
                <c:pt idx="48">
                  <c:v>-2.1</c:v>
                </c:pt>
                <c:pt idx="49">
                  <c:v>-2.1</c:v>
                </c:pt>
                <c:pt idx="50">
                  <c:v>-2.1</c:v>
                </c:pt>
                <c:pt idx="51">
                  <c:v>-2.1</c:v>
                </c:pt>
                <c:pt idx="52">
                  <c:v>-2.1</c:v>
                </c:pt>
                <c:pt idx="53">
                  <c:v>-2.1</c:v>
                </c:pt>
                <c:pt idx="54">
                  <c:v>-2.1</c:v>
                </c:pt>
                <c:pt idx="55">
                  <c:v>-2.1</c:v>
                </c:pt>
                <c:pt idx="56">
                  <c:v>-2.1</c:v>
                </c:pt>
                <c:pt idx="57">
                  <c:v>-2.1</c:v>
                </c:pt>
                <c:pt idx="58">
                  <c:v>-2.1</c:v>
                </c:pt>
                <c:pt idx="59">
                  <c:v>-2.1</c:v>
                </c:pt>
                <c:pt idx="60">
                  <c:v>-2.1</c:v>
                </c:pt>
                <c:pt idx="61">
                  <c:v>-2.1</c:v>
                </c:pt>
                <c:pt idx="62">
                  <c:v>-2.1</c:v>
                </c:pt>
                <c:pt idx="63">
                  <c:v>-2.1</c:v>
                </c:pt>
                <c:pt idx="64">
                  <c:v>-2.1</c:v>
                </c:pt>
                <c:pt idx="65">
                  <c:v>-2.1</c:v>
                </c:pt>
                <c:pt idx="66">
                  <c:v>-2.1</c:v>
                </c:pt>
                <c:pt idx="67">
                  <c:v>-2.1</c:v>
                </c:pt>
                <c:pt idx="68">
                  <c:v>-2.1</c:v>
                </c:pt>
                <c:pt idx="69">
                  <c:v>-2.1</c:v>
                </c:pt>
                <c:pt idx="70">
                  <c:v>-2.1</c:v>
                </c:pt>
                <c:pt idx="71">
                  <c:v>-2.1</c:v>
                </c:pt>
                <c:pt idx="72">
                  <c:v>-2.1</c:v>
                </c:pt>
                <c:pt idx="73">
                  <c:v>-2.1</c:v>
                </c:pt>
                <c:pt idx="74">
                  <c:v>-2.1</c:v>
                </c:pt>
                <c:pt idx="75">
                  <c:v>-2.1</c:v>
                </c:pt>
                <c:pt idx="76">
                  <c:v>-2.1</c:v>
                </c:pt>
                <c:pt idx="77">
                  <c:v>-2.1</c:v>
                </c:pt>
                <c:pt idx="78">
                  <c:v>-2.1</c:v>
                </c:pt>
                <c:pt idx="79">
                  <c:v>-2.1</c:v>
                </c:pt>
                <c:pt idx="80">
                  <c:v>-2.1</c:v>
                </c:pt>
                <c:pt idx="81">
                  <c:v>-2.1</c:v>
                </c:pt>
                <c:pt idx="82">
                  <c:v>-2.1</c:v>
                </c:pt>
                <c:pt idx="83">
                  <c:v>-2.1</c:v>
                </c:pt>
                <c:pt idx="84">
                  <c:v>-2.1</c:v>
                </c:pt>
                <c:pt idx="85">
                  <c:v>-2.1</c:v>
                </c:pt>
                <c:pt idx="86">
                  <c:v>-2.1</c:v>
                </c:pt>
                <c:pt idx="87">
                  <c:v>-2.1</c:v>
                </c:pt>
                <c:pt idx="88">
                  <c:v>-2.1</c:v>
                </c:pt>
                <c:pt idx="89">
                  <c:v>-2.1</c:v>
                </c:pt>
                <c:pt idx="90">
                  <c:v>-2.1</c:v>
                </c:pt>
                <c:pt idx="91">
                  <c:v>-2.1</c:v>
                </c:pt>
                <c:pt idx="92">
                  <c:v>-2.1</c:v>
                </c:pt>
                <c:pt idx="93">
                  <c:v>-2.1</c:v>
                </c:pt>
                <c:pt idx="94">
                  <c:v>-2.1</c:v>
                </c:pt>
                <c:pt idx="95">
                  <c:v>-2.1</c:v>
                </c:pt>
                <c:pt idx="96">
                  <c:v>-2.1</c:v>
                </c:pt>
                <c:pt idx="97">
                  <c:v>-2.1</c:v>
                </c:pt>
                <c:pt idx="98">
                  <c:v>-2.1</c:v>
                </c:pt>
                <c:pt idx="99">
                  <c:v>-2.1</c:v>
                </c:pt>
                <c:pt idx="100">
                  <c:v>-2.1</c:v>
                </c:pt>
                <c:pt idx="101">
                  <c:v>-2.1</c:v>
                </c:pt>
                <c:pt idx="102">
                  <c:v>-2.1</c:v>
                </c:pt>
                <c:pt idx="103">
                  <c:v>-2.1</c:v>
                </c:pt>
                <c:pt idx="104">
                  <c:v>-2.1</c:v>
                </c:pt>
                <c:pt idx="105">
                  <c:v>-2.1</c:v>
                </c:pt>
                <c:pt idx="106">
                  <c:v>-2.1</c:v>
                </c:pt>
                <c:pt idx="107">
                  <c:v>-2.1</c:v>
                </c:pt>
                <c:pt idx="108">
                  <c:v>-2.1</c:v>
                </c:pt>
                <c:pt idx="109">
                  <c:v>-2.1</c:v>
                </c:pt>
                <c:pt idx="110">
                  <c:v>-2.1</c:v>
                </c:pt>
                <c:pt idx="111">
                  <c:v>-2.1</c:v>
                </c:pt>
                <c:pt idx="112">
                  <c:v>-2.1</c:v>
                </c:pt>
                <c:pt idx="113">
                  <c:v>-2.1</c:v>
                </c:pt>
                <c:pt idx="114">
                  <c:v>-2.1</c:v>
                </c:pt>
                <c:pt idx="115">
                  <c:v>-2.1</c:v>
                </c:pt>
                <c:pt idx="116">
                  <c:v>-2.1</c:v>
                </c:pt>
                <c:pt idx="117">
                  <c:v>-2.1</c:v>
                </c:pt>
                <c:pt idx="118">
                  <c:v>-2.1</c:v>
                </c:pt>
                <c:pt idx="119">
                  <c:v>-2.1</c:v>
                </c:pt>
                <c:pt idx="120">
                  <c:v>-2.1</c:v>
                </c:pt>
                <c:pt idx="121">
                  <c:v>-2.1</c:v>
                </c:pt>
                <c:pt idx="122">
                  <c:v>-2.1</c:v>
                </c:pt>
                <c:pt idx="123">
                  <c:v>-2.1</c:v>
                </c:pt>
                <c:pt idx="124">
                  <c:v>-2.1</c:v>
                </c:pt>
                <c:pt idx="125">
                  <c:v>-2.1</c:v>
                </c:pt>
                <c:pt idx="126">
                  <c:v>-2.1</c:v>
                </c:pt>
                <c:pt idx="127">
                  <c:v>-2.1</c:v>
                </c:pt>
                <c:pt idx="128">
                  <c:v>-2.1</c:v>
                </c:pt>
                <c:pt idx="129">
                  <c:v>-2.1</c:v>
                </c:pt>
                <c:pt idx="130">
                  <c:v>-2.1</c:v>
                </c:pt>
                <c:pt idx="131">
                  <c:v>-2.1</c:v>
                </c:pt>
                <c:pt idx="132">
                  <c:v>-2.1</c:v>
                </c:pt>
                <c:pt idx="133">
                  <c:v>-2.1</c:v>
                </c:pt>
                <c:pt idx="134">
                  <c:v>-2.1</c:v>
                </c:pt>
                <c:pt idx="135">
                  <c:v>-2.1</c:v>
                </c:pt>
                <c:pt idx="136">
                  <c:v>-2.1</c:v>
                </c:pt>
                <c:pt idx="137">
                  <c:v>-2.1</c:v>
                </c:pt>
                <c:pt idx="138">
                  <c:v>-2.1</c:v>
                </c:pt>
                <c:pt idx="139">
                  <c:v>-2.1</c:v>
                </c:pt>
                <c:pt idx="140">
                  <c:v>-2.1</c:v>
                </c:pt>
                <c:pt idx="141">
                  <c:v>-2.1</c:v>
                </c:pt>
                <c:pt idx="142">
                  <c:v>-2.1</c:v>
                </c:pt>
                <c:pt idx="143">
                  <c:v>-2.1</c:v>
                </c:pt>
                <c:pt idx="144">
                  <c:v>-2.1</c:v>
                </c:pt>
                <c:pt idx="145">
                  <c:v>-2.1</c:v>
                </c:pt>
                <c:pt idx="146">
                  <c:v>-2.1</c:v>
                </c:pt>
                <c:pt idx="147">
                  <c:v>-2.1</c:v>
                </c:pt>
                <c:pt idx="148">
                  <c:v>-2.1</c:v>
                </c:pt>
                <c:pt idx="149">
                  <c:v>-2.1</c:v>
                </c:pt>
                <c:pt idx="150">
                  <c:v>-2.1</c:v>
                </c:pt>
                <c:pt idx="151">
                  <c:v>-2.1</c:v>
                </c:pt>
                <c:pt idx="152">
                  <c:v>-2.1</c:v>
                </c:pt>
                <c:pt idx="153">
                  <c:v>-2.1</c:v>
                </c:pt>
                <c:pt idx="154">
                  <c:v>-2.1</c:v>
                </c:pt>
                <c:pt idx="155">
                  <c:v>-2.1</c:v>
                </c:pt>
                <c:pt idx="156">
                  <c:v>-2.1</c:v>
                </c:pt>
                <c:pt idx="157">
                  <c:v>-2.1</c:v>
                </c:pt>
                <c:pt idx="158">
                  <c:v>-2.1</c:v>
                </c:pt>
                <c:pt idx="159">
                  <c:v>-2.1</c:v>
                </c:pt>
                <c:pt idx="160">
                  <c:v>-2.1</c:v>
                </c:pt>
                <c:pt idx="161">
                  <c:v>-2.1</c:v>
                </c:pt>
                <c:pt idx="162">
                  <c:v>-2.1</c:v>
                </c:pt>
                <c:pt idx="163">
                  <c:v>-2.1</c:v>
                </c:pt>
                <c:pt idx="164">
                  <c:v>-2.1</c:v>
                </c:pt>
                <c:pt idx="165">
                  <c:v>-2.1</c:v>
                </c:pt>
                <c:pt idx="166">
                  <c:v>-2.1</c:v>
                </c:pt>
                <c:pt idx="167">
                  <c:v>-2.1</c:v>
                </c:pt>
                <c:pt idx="168">
                  <c:v>-2.1</c:v>
                </c:pt>
                <c:pt idx="169">
                  <c:v>-2.1</c:v>
                </c:pt>
                <c:pt idx="170">
                  <c:v>-2.1</c:v>
                </c:pt>
                <c:pt idx="171">
                  <c:v>-2.1</c:v>
                </c:pt>
                <c:pt idx="172">
                  <c:v>-2.1</c:v>
                </c:pt>
                <c:pt idx="173">
                  <c:v>-2.1</c:v>
                </c:pt>
                <c:pt idx="174">
                  <c:v>-2.1</c:v>
                </c:pt>
                <c:pt idx="175">
                  <c:v>-2.1</c:v>
                </c:pt>
                <c:pt idx="176">
                  <c:v>-2.1</c:v>
                </c:pt>
                <c:pt idx="177">
                  <c:v>-2.1</c:v>
                </c:pt>
                <c:pt idx="178">
                  <c:v>-2.1</c:v>
                </c:pt>
                <c:pt idx="179">
                  <c:v>-2.1</c:v>
                </c:pt>
                <c:pt idx="180">
                  <c:v>-2.1</c:v>
                </c:pt>
                <c:pt idx="181">
                  <c:v>-2.1</c:v>
                </c:pt>
                <c:pt idx="182">
                  <c:v>-2.1</c:v>
                </c:pt>
                <c:pt idx="183">
                  <c:v>-2.1</c:v>
                </c:pt>
                <c:pt idx="184">
                  <c:v>-2.1</c:v>
                </c:pt>
                <c:pt idx="185">
                  <c:v>-2.1</c:v>
                </c:pt>
                <c:pt idx="186">
                  <c:v>-2.1</c:v>
                </c:pt>
                <c:pt idx="187">
                  <c:v>-2.1</c:v>
                </c:pt>
                <c:pt idx="188">
                  <c:v>-2.1</c:v>
                </c:pt>
                <c:pt idx="189">
                  <c:v>-2.1</c:v>
                </c:pt>
                <c:pt idx="190">
                  <c:v>-2.1</c:v>
                </c:pt>
                <c:pt idx="191">
                  <c:v>-2.1</c:v>
                </c:pt>
                <c:pt idx="192">
                  <c:v>-2.1</c:v>
                </c:pt>
                <c:pt idx="193">
                  <c:v>-2.1</c:v>
                </c:pt>
                <c:pt idx="194">
                  <c:v>-2.1</c:v>
                </c:pt>
                <c:pt idx="195">
                  <c:v>-2.1</c:v>
                </c:pt>
                <c:pt idx="196">
                  <c:v>-2.1</c:v>
                </c:pt>
                <c:pt idx="197">
                  <c:v>-2.1</c:v>
                </c:pt>
                <c:pt idx="198">
                  <c:v>-2.1</c:v>
                </c:pt>
                <c:pt idx="199">
                  <c:v>-2.1</c:v>
                </c:pt>
                <c:pt idx="200">
                  <c:v>-2.1</c:v>
                </c:pt>
                <c:pt idx="201">
                  <c:v>-2.1</c:v>
                </c:pt>
                <c:pt idx="202">
                  <c:v>-2.1</c:v>
                </c:pt>
                <c:pt idx="203">
                  <c:v>-2.1</c:v>
                </c:pt>
                <c:pt idx="204">
                  <c:v>-2.1</c:v>
                </c:pt>
                <c:pt idx="205">
                  <c:v>-2.1</c:v>
                </c:pt>
                <c:pt idx="206">
                  <c:v>-2.1</c:v>
                </c:pt>
                <c:pt idx="207">
                  <c:v>-2.1</c:v>
                </c:pt>
                <c:pt idx="208">
                  <c:v>-2.1</c:v>
                </c:pt>
                <c:pt idx="209">
                  <c:v>-2.1</c:v>
                </c:pt>
                <c:pt idx="210">
                  <c:v>-2.1</c:v>
                </c:pt>
                <c:pt idx="211">
                  <c:v>-2.1</c:v>
                </c:pt>
                <c:pt idx="212">
                  <c:v>-2.1</c:v>
                </c:pt>
                <c:pt idx="213">
                  <c:v>-2.1</c:v>
                </c:pt>
                <c:pt idx="214">
                  <c:v>-2.1</c:v>
                </c:pt>
                <c:pt idx="215">
                  <c:v>-2.0339</c:v>
                </c:pt>
                <c:pt idx="216">
                  <c:v>-2.0009000000000001</c:v>
                </c:pt>
                <c:pt idx="217">
                  <c:v>-1.9678</c:v>
                </c:pt>
                <c:pt idx="218">
                  <c:v>-1.9348000000000001</c:v>
                </c:pt>
                <c:pt idx="219">
                  <c:v>-1.9016999999999999</c:v>
                </c:pt>
                <c:pt idx="220">
                  <c:v>-1.8687</c:v>
                </c:pt>
                <c:pt idx="221">
                  <c:v>-1.8026</c:v>
                </c:pt>
                <c:pt idx="222">
                  <c:v>-1.7695000000000001</c:v>
                </c:pt>
                <c:pt idx="223">
                  <c:v>-1.7364999999999999</c:v>
                </c:pt>
                <c:pt idx="224">
                  <c:v>-1.7034</c:v>
                </c:pt>
                <c:pt idx="225">
                  <c:v>-1.6704000000000001</c:v>
                </c:pt>
                <c:pt idx="226">
                  <c:v>-1.6373</c:v>
                </c:pt>
                <c:pt idx="227">
                  <c:v>-1.5712999999999999</c:v>
                </c:pt>
                <c:pt idx="228">
                  <c:v>-1.5382</c:v>
                </c:pt>
                <c:pt idx="229">
                  <c:v>-1.5052000000000001</c:v>
                </c:pt>
                <c:pt idx="230">
                  <c:v>-1.4721</c:v>
                </c:pt>
                <c:pt idx="231">
                  <c:v>-1.4391</c:v>
                </c:pt>
                <c:pt idx="232">
                  <c:v>-1.4059999999999999</c:v>
                </c:pt>
                <c:pt idx="233">
                  <c:v>-1.3399000000000001</c:v>
                </c:pt>
                <c:pt idx="234">
                  <c:v>-1.3069</c:v>
                </c:pt>
                <c:pt idx="235">
                  <c:v>-1.2738</c:v>
                </c:pt>
                <c:pt idx="236">
                  <c:v>-1.2407999999999999</c:v>
                </c:pt>
                <c:pt idx="237">
                  <c:v>-1.2077</c:v>
                </c:pt>
                <c:pt idx="238">
                  <c:v>-1.1415999999999999</c:v>
                </c:pt>
                <c:pt idx="239">
                  <c:v>-1.1086</c:v>
                </c:pt>
                <c:pt idx="240">
                  <c:v>-1.0755999999999999</c:v>
                </c:pt>
                <c:pt idx="241">
                  <c:v>-1.0425</c:v>
                </c:pt>
                <c:pt idx="242">
                  <c:v>-1.0095000000000001</c:v>
                </c:pt>
                <c:pt idx="243">
                  <c:v>-0.94340000000000002</c:v>
                </c:pt>
                <c:pt idx="244">
                  <c:v>-0.9103</c:v>
                </c:pt>
                <c:pt idx="245">
                  <c:v>-0.87729999999999997</c:v>
                </c:pt>
                <c:pt idx="246">
                  <c:v>-0.84419999999999995</c:v>
                </c:pt>
                <c:pt idx="247">
                  <c:v>-0.77810000000000001</c:v>
                </c:pt>
                <c:pt idx="248">
                  <c:v>-0.74509999999999998</c:v>
                </c:pt>
                <c:pt idx="249">
                  <c:v>-0.71199999999999997</c:v>
                </c:pt>
                <c:pt idx="250">
                  <c:v>-0.67900000000000005</c:v>
                </c:pt>
                <c:pt idx="251">
                  <c:v>-0.64590000000000003</c:v>
                </c:pt>
                <c:pt idx="252">
                  <c:v>-0.6129</c:v>
                </c:pt>
                <c:pt idx="253">
                  <c:v>-0.54679999999999995</c:v>
                </c:pt>
                <c:pt idx="254">
                  <c:v>-0.51380000000000003</c:v>
                </c:pt>
                <c:pt idx="255">
                  <c:v>-0.48070000000000002</c:v>
                </c:pt>
                <c:pt idx="256">
                  <c:v>-0.44769999999999999</c:v>
                </c:pt>
                <c:pt idx="257">
                  <c:v>-0.38159999999999999</c:v>
                </c:pt>
                <c:pt idx="258">
                  <c:v>-0.34849999999999998</c:v>
                </c:pt>
                <c:pt idx="259">
                  <c:v>-0.3155</c:v>
                </c:pt>
                <c:pt idx="260">
                  <c:v>-0.28239999999999998</c:v>
                </c:pt>
                <c:pt idx="261">
                  <c:v>-0.24940000000000001</c:v>
                </c:pt>
                <c:pt idx="262">
                  <c:v>-0.21629999999999999</c:v>
                </c:pt>
                <c:pt idx="263">
                  <c:v>-0.18329999999999999</c:v>
                </c:pt>
                <c:pt idx="264">
                  <c:v>-0.1502</c:v>
                </c:pt>
                <c:pt idx="265">
                  <c:v>-8.4099999999999994E-2</c:v>
                </c:pt>
                <c:pt idx="266">
                  <c:v>-5.11E-2</c:v>
                </c:pt>
                <c:pt idx="267">
                  <c:v>-1.8100000000000002E-2</c:v>
                </c:pt>
                <c:pt idx="268">
                  <c:v>1.4999999999999999E-2</c:v>
                </c:pt>
                <c:pt idx="269">
                  <c:v>4.8000000000000001E-2</c:v>
                </c:pt>
                <c:pt idx="270">
                  <c:v>8.1100000000000005E-2</c:v>
                </c:pt>
                <c:pt idx="271">
                  <c:v>0.1472</c:v>
                </c:pt>
                <c:pt idx="272">
                  <c:v>0.1802</c:v>
                </c:pt>
                <c:pt idx="273">
                  <c:v>0.21329999999999999</c:v>
                </c:pt>
                <c:pt idx="274">
                  <c:v>0.24629999999999999</c:v>
                </c:pt>
                <c:pt idx="275">
                  <c:v>0.27939999999999998</c:v>
                </c:pt>
                <c:pt idx="276">
                  <c:v>0.34549999999999997</c:v>
                </c:pt>
                <c:pt idx="277">
                  <c:v>0.3785</c:v>
                </c:pt>
                <c:pt idx="278">
                  <c:v>0.41160000000000002</c:v>
                </c:pt>
                <c:pt idx="279">
                  <c:v>0.4446</c:v>
                </c:pt>
                <c:pt idx="280">
                  <c:v>0.47760000000000002</c:v>
                </c:pt>
                <c:pt idx="281">
                  <c:v>0.51070000000000004</c:v>
                </c:pt>
                <c:pt idx="282">
                  <c:v>0.54369999999999996</c:v>
                </c:pt>
                <c:pt idx="283">
                  <c:v>0.57679999999999998</c:v>
                </c:pt>
                <c:pt idx="284">
                  <c:v>0.60980000000000001</c:v>
                </c:pt>
                <c:pt idx="285">
                  <c:v>0.67589999999999995</c:v>
                </c:pt>
                <c:pt idx="286">
                  <c:v>0.70899999999999996</c:v>
                </c:pt>
                <c:pt idx="287">
                  <c:v>0.74199999999999999</c:v>
                </c:pt>
                <c:pt idx="288">
                  <c:v>0.80810000000000004</c:v>
                </c:pt>
                <c:pt idx="289">
                  <c:v>0.84119999999999995</c:v>
                </c:pt>
                <c:pt idx="290">
                  <c:v>0.87419999999999998</c:v>
                </c:pt>
                <c:pt idx="291">
                  <c:v>0.9073</c:v>
                </c:pt>
                <c:pt idx="292">
                  <c:v>0.97330000000000005</c:v>
                </c:pt>
                <c:pt idx="293">
                  <c:v>1.0064</c:v>
                </c:pt>
                <c:pt idx="294">
                  <c:v>1.0394000000000001</c:v>
                </c:pt>
                <c:pt idx="295">
                  <c:v>1.0725</c:v>
                </c:pt>
                <c:pt idx="296">
                  <c:v>1.1054999999999999</c:v>
                </c:pt>
                <c:pt idx="297">
                  <c:v>1.1716</c:v>
                </c:pt>
                <c:pt idx="298">
                  <c:v>1.2047000000000001</c:v>
                </c:pt>
                <c:pt idx="299">
                  <c:v>1.2377</c:v>
                </c:pt>
                <c:pt idx="300">
                  <c:v>1.2707999999999999</c:v>
                </c:pt>
                <c:pt idx="301">
                  <c:v>1.3038000000000001</c:v>
                </c:pt>
                <c:pt idx="302">
                  <c:v>1.3369</c:v>
                </c:pt>
                <c:pt idx="303">
                  <c:v>1.403</c:v>
                </c:pt>
                <c:pt idx="304">
                  <c:v>1.4359999999999999</c:v>
                </c:pt>
                <c:pt idx="305">
                  <c:v>1.4690000000000001</c:v>
                </c:pt>
                <c:pt idx="306">
                  <c:v>1.5021</c:v>
                </c:pt>
                <c:pt idx="307">
                  <c:v>1.5682</c:v>
                </c:pt>
                <c:pt idx="308">
                  <c:v>1.6012</c:v>
                </c:pt>
                <c:pt idx="309">
                  <c:v>1.6343000000000001</c:v>
                </c:pt>
                <c:pt idx="310">
                  <c:v>1.6673</c:v>
                </c:pt>
                <c:pt idx="311">
                  <c:v>1.7003999999999999</c:v>
                </c:pt>
                <c:pt idx="312">
                  <c:v>1.7334000000000001</c:v>
                </c:pt>
                <c:pt idx="313">
                  <c:v>1.7998000000000001</c:v>
                </c:pt>
                <c:pt idx="314">
                  <c:v>1.833</c:v>
                </c:pt>
                <c:pt idx="315">
                  <c:v>1.8662000000000001</c:v>
                </c:pt>
                <c:pt idx="316">
                  <c:v>1.8994</c:v>
                </c:pt>
                <c:pt idx="317">
                  <c:v>1.9</c:v>
                </c:pt>
                <c:pt idx="318">
                  <c:v>1.9</c:v>
                </c:pt>
                <c:pt idx="319">
                  <c:v>1.9</c:v>
                </c:pt>
                <c:pt idx="320">
                  <c:v>1.9</c:v>
                </c:pt>
                <c:pt idx="321">
                  <c:v>1.9</c:v>
                </c:pt>
                <c:pt idx="322">
                  <c:v>1.9</c:v>
                </c:pt>
                <c:pt idx="323">
                  <c:v>1.9</c:v>
                </c:pt>
                <c:pt idx="324">
                  <c:v>1.9</c:v>
                </c:pt>
                <c:pt idx="325">
                  <c:v>1.9</c:v>
                </c:pt>
                <c:pt idx="326">
                  <c:v>1.9</c:v>
                </c:pt>
                <c:pt idx="327">
                  <c:v>1.9</c:v>
                </c:pt>
                <c:pt idx="328">
                  <c:v>1.9</c:v>
                </c:pt>
                <c:pt idx="329">
                  <c:v>1.9</c:v>
                </c:pt>
                <c:pt idx="330">
                  <c:v>1.9</c:v>
                </c:pt>
                <c:pt idx="331">
                  <c:v>1.9</c:v>
                </c:pt>
                <c:pt idx="332">
                  <c:v>1.9</c:v>
                </c:pt>
                <c:pt idx="333">
                  <c:v>1.9</c:v>
                </c:pt>
                <c:pt idx="334">
                  <c:v>1.9</c:v>
                </c:pt>
                <c:pt idx="335">
                  <c:v>1.9</c:v>
                </c:pt>
                <c:pt idx="336">
                  <c:v>1.9</c:v>
                </c:pt>
                <c:pt idx="337">
                  <c:v>1.9</c:v>
                </c:pt>
                <c:pt idx="338">
                  <c:v>1.9</c:v>
                </c:pt>
                <c:pt idx="339">
                  <c:v>1.9</c:v>
                </c:pt>
                <c:pt idx="340">
                  <c:v>1.9</c:v>
                </c:pt>
                <c:pt idx="341">
                  <c:v>1.9</c:v>
                </c:pt>
                <c:pt idx="342">
                  <c:v>1.9</c:v>
                </c:pt>
                <c:pt idx="343">
                  <c:v>1.9</c:v>
                </c:pt>
                <c:pt idx="344">
                  <c:v>1.9</c:v>
                </c:pt>
                <c:pt idx="345">
                  <c:v>1.9</c:v>
                </c:pt>
                <c:pt idx="346">
                  <c:v>1.9</c:v>
                </c:pt>
                <c:pt idx="347">
                  <c:v>1.9</c:v>
                </c:pt>
                <c:pt idx="348">
                  <c:v>1.9</c:v>
                </c:pt>
                <c:pt idx="349">
                  <c:v>1.9</c:v>
                </c:pt>
                <c:pt idx="350">
                  <c:v>1.9</c:v>
                </c:pt>
                <c:pt idx="351">
                  <c:v>1.9</c:v>
                </c:pt>
                <c:pt idx="352">
                  <c:v>1.9</c:v>
                </c:pt>
                <c:pt idx="353">
                  <c:v>1.9</c:v>
                </c:pt>
                <c:pt idx="354">
                  <c:v>1.9</c:v>
                </c:pt>
                <c:pt idx="355">
                  <c:v>1.9</c:v>
                </c:pt>
                <c:pt idx="356">
                  <c:v>1.9</c:v>
                </c:pt>
                <c:pt idx="357">
                  <c:v>1.8964000000000001</c:v>
                </c:pt>
                <c:pt idx="358">
                  <c:v>1.8619000000000001</c:v>
                </c:pt>
                <c:pt idx="359">
                  <c:v>1.7928999999999999</c:v>
                </c:pt>
                <c:pt idx="360">
                  <c:v>1.7584</c:v>
                </c:pt>
                <c:pt idx="361">
                  <c:v>1.724</c:v>
                </c:pt>
                <c:pt idx="362">
                  <c:v>1.6895</c:v>
                </c:pt>
                <c:pt idx="363">
                  <c:v>1.655</c:v>
                </c:pt>
                <c:pt idx="364">
                  <c:v>1.6205000000000001</c:v>
                </c:pt>
                <c:pt idx="365">
                  <c:v>1.5861000000000001</c:v>
                </c:pt>
                <c:pt idx="366">
                  <c:v>1.5170999999999999</c:v>
                </c:pt>
                <c:pt idx="367">
                  <c:v>1.4825999999999999</c:v>
                </c:pt>
                <c:pt idx="368">
                  <c:v>1.4480999999999999</c:v>
                </c:pt>
                <c:pt idx="369">
                  <c:v>1.4137</c:v>
                </c:pt>
                <c:pt idx="370">
                  <c:v>1.3792</c:v>
                </c:pt>
                <c:pt idx="371">
                  <c:v>1.3447</c:v>
                </c:pt>
                <c:pt idx="372">
                  <c:v>1.2757000000000001</c:v>
                </c:pt>
                <c:pt idx="373">
                  <c:v>1.2413000000000001</c:v>
                </c:pt>
                <c:pt idx="374">
                  <c:v>1.1722999999999999</c:v>
                </c:pt>
                <c:pt idx="375">
                  <c:v>1.1377999999999999</c:v>
                </c:pt>
                <c:pt idx="376">
                  <c:v>1.1032999999999999</c:v>
                </c:pt>
                <c:pt idx="377">
                  <c:v>1.0689</c:v>
                </c:pt>
                <c:pt idx="378">
                  <c:v>0.99990000000000001</c:v>
                </c:pt>
                <c:pt idx="379">
                  <c:v>0.96540000000000004</c:v>
                </c:pt>
                <c:pt idx="380">
                  <c:v>0.93089999999999995</c:v>
                </c:pt>
                <c:pt idx="381">
                  <c:v>0.89649999999999996</c:v>
                </c:pt>
                <c:pt idx="382">
                  <c:v>0.86199999999999999</c:v>
                </c:pt>
                <c:pt idx="383">
                  <c:v>0.82750000000000001</c:v>
                </c:pt>
                <c:pt idx="384">
                  <c:v>0.75849999999999995</c:v>
                </c:pt>
                <c:pt idx="385">
                  <c:v>0.72409999999999997</c:v>
                </c:pt>
                <c:pt idx="386">
                  <c:v>0.68959999999999999</c:v>
                </c:pt>
                <c:pt idx="387">
                  <c:v>0.65510000000000002</c:v>
                </c:pt>
                <c:pt idx="388">
                  <c:v>0.62060000000000004</c:v>
                </c:pt>
                <c:pt idx="389">
                  <c:v>0.55169999999999997</c:v>
                </c:pt>
                <c:pt idx="390">
                  <c:v>0.51719999999999999</c:v>
                </c:pt>
                <c:pt idx="391">
                  <c:v>0.44819999999999999</c:v>
                </c:pt>
                <c:pt idx="392">
                  <c:v>0.4138</c:v>
                </c:pt>
                <c:pt idx="393">
                  <c:v>0.37930000000000003</c:v>
                </c:pt>
                <c:pt idx="394">
                  <c:v>0.31030000000000002</c:v>
                </c:pt>
                <c:pt idx="395">
                  <c:v>0.27579999999999999</c:v>
                </c:pt>
                <c:pt idx="396">
                  <c:v>0.2414</c:v>
                </c:pt>
                <c:pt idx="397">
                  <c:v>0.2069</c:v>
                </c:pt>
                <c:pt idx="398">
                  <c:v>0.1724</c:v>
                </c:pt>
                <c:pt idx="399">
                  <c:v>0.10340000000000001</c:v>
                </c:pt>
                <c:pt idx="400">
                  <c:v>6.9000000000000006E-2</c:v>
                </c:pt>
                <c:pt idx="401">
                  <c:v>3.4500000000000003E-2</c:v>
                </c:pt>
                <c:pt idx="402">
                  <c:v>0</c:v>
                </c:pt>
                <c:pt idx="403">
                  <c:v>-3.4500000000000003E-2</c:v>
                </c:pt>
                <c:pt idx="404">
                  <c:v>-6.9000000000000006E-2</c:v>
                </c:pt>
                <c:pt idx="405">
                  <c:v>-0.13789999999999999</c:v>
                </c:pt>
                <c:pt idx="406">
                  <c:v>-0.1724</c:v>
                </c:pt>
                <c:pt idx="407">
                  <c:v>-0.2069</c:v>
                </c:pt>
                <c:pt idx="408">
                  <c:v>-0.2414</c:v>
                </c:pt>
                <c:pt idx="409">
                  <c:v>-0.27579999999999999</c:v>
                </c:pt>
                <c:pt idx="410">
                  <c:v>-0.31030000000000002</c:v>
                </c:pt>
                <c:pt idx="411">
                  <c:v>-0.3448</c:v>
                </c:pt>
                <c:pt idx="412">
                  <c:v>-0.37930000000000003</c:v>
                </c:pt>
                <c:pt idx="413">
                  <c:v>-0.44819999999999999</c:v>
                </c:pt>
                <c:pt idx="414">
                  <c:v>-0.48270000000000002</c:v>
                </c:pt>
                <c:pt idx="415">
                  <c:v>-0.51719999999999999</c:v>
                </c:pt>
                <c:pt idx="416">
                  <c:v>-0.55169999999999997</c:v>
                </c:pt>
                <c:pt idx="417">
                  <c:v>-0.58609999999999995</c:v>
                </c:pt>
                <c:pt idx="418">
                  <c:v>-0.62060000000000004</c:v>
                </c:pt>
                <c:pt idx="419">
                  <c:v>-0.68959999999999999</c:v>
                </c:pt>
                <c:pt idx="420">
                  <c:v>-0.72409999999999997</c:v>
                </c:pt>
                <c:pt idx="421">
                  <c:v>-0.75849999999999995</c:v>
                </c:pt>
                <c:pt idx="422">
                  <c:v>-0.79300000000000004</c:v>
                </c:pt>
                <c:pt idx="423">
                  <c:v>-0.86199999999999999</c:v>
                </c:pt>
                <c:pt idx="424">
                  <c:v>-0.89649999999999996</c:v>
                </c:pt>
                <c:pt idx="425">
                  <c:v>-0.93089999999999995</c:v>
                </c:pt>
                <c:pt idx="426">
                  <c:v>-0.96540000000000004</c:v>
                </c:pt>
                <c:pt idx="427">
                  <c:v>-0.99990000000000001</c:v>
                </c:pt>
                <c:pt idx="428">
                  <c:v>-1.0344</c:v>
                </c:pt>
                <c:pt idx="429">
                  <c:v>-1.1032999999999999</c:v>
                </c:pt>
                <c:pt idx="430">
                  <c:v>-1.1377999999999999</c:v>
                </c:pt>
                <c:pt idx="431">
                  <c:v>-1.1722999999999999</c:v>
                </c:pt>
                <c:pt idx="432">
                  <c:v>-1.2068000000000001</c:v>
                </c:pt>
                <c:pt idx="433">
                  <c:v>-1.2413000000000001</c:v>
                </c:pt>
                <c:pt idx="434">
                  <c:v>-1.2757000000000001</c:v>
                </c:pt>
                <c:pt idx="435">
                  <c:v>-1.3447</c:v>
                </c:pt>
                <c:pt idx="436">
                  <c:v>-1.3792</c:v>
                </c:pt>
                <c:pt idx="437">
                  <c:v>-1.4137</c:v>
                </c:pt>
                <c:pt idx="438">
                  <c:v>-1.4480999999999999</c:v>
                </c:pt>
                <c:pt idx="439">
                  <c:v>-1.4825999999999999</c:v>
                </c:pt>
                <c:pt idx="440">
                  <c:v>-1.5170999999999999</c:v>
                </c:pt>
                <c:pt idx="441">
                  <c:v>-1.5516000000000001</c:v>
                </c:pt>
                <c:pt idx="442">
                  <c:v>-1.5861000000000001</c:v>
                </c:pt>
                <c:pt idx="443">
                  <c:v>-1.655</c:v>
                </c:pt>
                <c:pt idx="444">
                  <c:v>-1.6895</c:v>
                </c:pt>
                <c:pt idx="445">
                  <c:v>-1.724</c:v>
                </c:pt>
                <c:pt idx="446">
                  <c:v>-1.7584</c:v>
                </c:pt>
                <c:pt idx="447">
                  <c:v>-1.8273999999999999</c:v>
                </c:pt>
                <c:pt idx="448">
                  <c:v>-1.8619000000000001</c:v>
                </c:pt>
                <c:pt idx="449">
                  <c:v>-1.8964000000000001</c:v>
                </c:pt>
                <c:pt idx="450">
                  <c:v>-1.9308000000000001</c:v>
                </c:pt>
                <c:pt idx="451">
                  <c:v>-1.9653</c:v>
                </c:pt>
                <c:pt idx="452">
                  <c:v>-2.0343</c:v>
                </c:pt>
                <c:pt idx="453">
                  <c:v>-2.0688</c:v>
                </c:pt>
                <c:pt idx="454">
                  <c:v>-2.1032000000000002</c:v>
                </c:pt>
                <c:pt idx="455">
                  <c:v>-2.1722000000000001</c:v>
                </c:pt>
                <c:pt idx="456">
                  <c:v>-2.2067000000000001</c:v>
                </c:pt>
                <c:pt idx="457">
                  <c:v>-2.2412000000000001</c:v>
                </c:pt>
                <c:pt idx="458">
                  <c:v>-2.2755999999999998</c:v>
                </c:pt>
                <c:pt idx="459">
                  <c:v>-2.3100999999999998</c:v>
                </c:pt>
                <c:pt idx="460">
                  <c:v>-2.3791000000000002</c:v>
                </c:pt>
                <c:pt idx="461">
                  <c:v>-2.448</c:v>
                </c:pt>
                <c:pt idx="462">
                  <c:v>-2.4824999999999999</c:v>
                </c:pt>
                <c:pt idx="463">
                  <c:v>-2.5514999999999999</c:v>
                </c:pt>
                <c:pt idx="464">
                  <c:v>-2.5859999999999999</c:v>
                </c:pt>
                <c:pt idx="465">
                  <c:v>-2.6549</c:v>
                </c:pt>
                <c:pt idx="466">
                  <c:v>-2.7583000000000002</c:v>
                </c:pt>
                <c:pt idx="467">
                  <c:v>-2.8273000000000001</c:v>
                </c:pt>
                <c:pt idx="468">
                  <c:v>-2.8963000000000001</c:v>
                </c:pt>
                <c:pt idx="469">
                  <c:v>-2.9306999999999999</c:v>
                </c:pt>
                <c:pt idx="470">
                  <c:v>-2.9651999999999998</c:v>
                </c:pt>
                <c:pt idx="471">
                  <c:v>-3.0341999999999998</c:v>
                </c:pt>
                <c:pt idx="472">
                  <c:v>-3.0687000000000002</c:v>
                </c:pt>
                <c:pt idx="473">
                  <c:v>-3.1375999999999999</c:v>
                </c:pt>
                <c:pt idx="474">
                  <c:v>-3.1720999999999999</c:v>
                </c:pt>
                <c:pt idx="475">
                  <c:v>-3.2065999999999999</c:v>
                </c:pt>
                <c:pt idx="476">
                  <c:v>-3.2755000000000001</c:v>
                </c:pt>
                <c:pt idx="477">
                  <c:v>-3.31</c:v>
                </c:pt>
                <c:pt idx="478">
                  <c:v>-3.3445</c:v>
                </c:pt>
                <c:pt idx="479">
                  <c:v>-3.379</c:v>
                </c:pt>
                <c:pt idx="480">
                  <c:v>-3.4135</c:v>
                </c:pt>
                <c:pt idx="481">
                  <c:v>-3.4479000000000002</c:v>
                </c:pt>
                <c:pt idx="482">
                  <c:v>-3.5169000000000001</c:v>
                </c:pt>
                <c:pt idx="483">
                  <c:v>-3.5514000000000001</c:v>
                </c:pt>
                <c:pt idx="484">
                  <c:v>-3.5859000000000001</c:v>
                </c:pt>
                <c:pt idx="485">
                  <c:v>-3.6547999999999998</c:v>
                </c:pt>
                <c:pt idx="486">
                  <c:v>-3.6892999999999998</c:v>
                </c:pt>
                <c:pt idx="487">
                  <c:v>-3.7238000000000002</c:v>
                </c:pt>
                <c:pt idx="488">
                  <c:v>-3.7582</c:v>
                </c:pt>
                <c:pt idx="489">
                  <c:v>-3.7927</c:v>
                </c:pt>
                <c:pt idx="490">
                  <c:v>-3.8616999999999999</c:v>
                </c:pt>
                <c:pt idx="491">
                  <c:v>-3.8961999999999999</c:v>
                </c:pt>
                <c:pt idx="492">
                  <c:v>-3.9306000000000001</c:v>
                </c:pt>
                <c:pt idx="493">
                  <c:v>-3.9996</c:v>
                </c:pt>
                <c:pt idx="494">
                  <c:v>-4.0340999999999996</c:v>
                </c:pt>
                <c:pt idx="495">
                  <c:v>-4.0686</c:v>
                </c:pt>
                <c:pt idx="496">
                  <c:v>-4.1029999999999998</c:v>
                </c:pt>
                <c:pt idx="497">
                  <c:v>-4.1375000000000002</c:v>
                </c:pt>
                <c:pt idx="498">
                  <c:v>-4.1719999999999997</c:v>
                </c:pt>
                <c:pt idx="499">
                  <c:v>-4.2065000000000001</c:v>
                </c:pt>
                <c:pt idx="500">
                  <c:v>-4.2754000000000003</c:v>
                </c:pt>
                <c:pt idx="501">
                  <c:v>-4.3098999999999998</c:v>
                </c:pt>
                <c:pt idx="502">
                  <c:v>-4.3444000000000003</c:v>
                </c:pt>
                <c:pt idx="503">
                  <c:v>-4.3788999999999998</c:v>
                </c:pt>
                <c:pt idx="504">
                  <c:v>-4.4000000000000004</c:v>
                </c:pt>
                <c:pt idx="505">
                  <c:v>-4.4000000000000004</c:v>
                </c:pt>
                <c:pt idx="506">
                  <c:v>-4.4000000000000004</c:v>
                </c:pt>
                <c:pt idx="507">
                  <c:v>-4.4000000000000004</c:v>
                </c:pt>
                <c:pt idx="508">
                  <c:v>-4.4000000000000004</c:v>
                </c:pt>
                <c:pt idx="509">
                  <c:v>-4.4000000000000004</c:v>
                </c:pt>
                <c:pt idx="510">
                  <c:v>-4.4000000000000004</c:v>
                </c:pt>
                <c:pt idx="511">
                  <c:v>-4.4000000000000004</c:v>
                </c:pt>
                <c:pt idx="512">
                  <c:v>-4.4000000000000004</c:v>
                </c:pt>
                <c:pt idx="513">
                  <c:v>-4.4000000000000004</c:v>
                </c:pt>
                <c:pt idx="514">
                  <c:v>-4.4000000000000004</c:v>
                </c:pt>
                <c:pt idx="515">
                  <c:v>-4.4000000000000004</c:v>
                </c:pt>
                <c:pt idx="516">
                  <c:v>-4.4000000000000004</c:v>
                </c:pt>
                <c:pt idx="517">
                  <c:v>-4.4000000000000004</c:v>
                </c:pt>
                <c:pt idx="518">
                  <c:v>-4.4000000000000004</c:v>
                </c:pt>
                <c:pt idx="519">
                  <c:v>-4.4000000000000004</c:v>
                </c:pt>
                <c:pt idx="520">
                  <c:v>-4.4000000000000004</c:v>
                </c:pt>
                <c:pt idx="521">
                  <c:v>-4.4000000000000004</c:v>
                </c:pt>
                <c:pt idx="522">
                  <c:v>-4.4000000000000004</c:v>
                </c:pt>
                <c:pt idx="523">
                  <c:v>-4.4000000000000004</c:v>
                </c:pt>
                <c:pt idx="524">
                  <c:v>-4.4000000000000004</c:v>
                </c:pt>
                <c:pt idx="525">
                  <c:v>-4.4000000000000004</c:v>
                </c:pt>
                <c:pt idx="526">
                  <c:v>-4.4000000000000004</c:v>
                </c:pt>
                <c:pt idx="527">
                  <c:v>-4.4000000000000004</c:v>
                </c:pt>
                <c:pt idx="528">
                  <c:v>-4.4000000000000004</c:v>
                </c:pt>
                <c:pt idx="529">
                  <c:v>-4.4000000000000004</c:v>
                </c:pt>
                <c:pt idx="530">
                  <c:v>-4.4000000000000004</c:v>
                </c:pt>
                <c:pt idx="531">
                  <c:v>-4.4000000000000004</c:v>
                </c:pt>
                <c:pt idx="532">
                  <c:v>-4.4000000000000004</c:v>
                </c:pt>
                <c:pt idx="533">
                  <c:v>-4.4000000000000004</c:v>
                </c:pt>
                <c:pt idx="534">
                  <c:v>-4.4000000000000004</c:v>
                </c:pt>
                <c:pt idx="535">
                  <c:v>-4.4000000000000004</c:v>
                </c:pt>
                <c:pt idx="536">
                  <c:v>-4.4000000000000004</c:v>
                </c:pt>
                <c:pt idx="537">
                  <c:v>-4.4000000000000004</c:v>
                </c:pt>
                <c:pt idx="538">
                  <c:v>-4.4000000000000004</c:v>
                </c:pt>
                <c:pt idx="539">
                  <c:v>-4.4000000000000004</c:v>
                </c:pt>
                <c:pt idx="540">
                  <c:v>-4.4000000000000004</c:v>
                </c:pt>
                <c:pt idx="541">
                  <c:v>-4.4000000000000004</c:v>
                </c:pt>
                <c:pt idx="542">
                  <c:v>-4.4000000000000004</c:v>
                </c:pt>
                <c:pt idx="543">
                  <c:v>-4.4000000000000004</c:v>
                </c:pt>
                <c:pt idx="544">
                  <c:v>-4.4000000000000004</c:v>
                </c:pt>
                <c:pt idx="545">
                  <c:v>-4.4000000000000004</c:v>
                </c:pt>
                <c:pt idx="546">
                  <c:v>-2.1</c:v>
                </c:pt>
                <c:pt idx="547">
                  <c:v>-2.1</c:v>
                </c:pt>
                <c:pt idx="548">
                  <c:v>-2.1</c:v>
                </c:pt>
                <c:pt idx="549">
                  <c:v>-2.1</c:v>
                </c:pt>
                <c:pt idx="550">
                  <c:v>-2.1</c:v>
                </c:pt>
                <c:pt idx="551">
                  <c:v>-2.1</c:v>
                </c:pt>
                <c:pt idx="552">
                  <c:v>-2.1</c:v>
                </c:pt>
                <c:pt idx="553">
                  <c:v>-2.1</c:v>
                </c:pt>
                <c:pt idx="554">
                  <c:v>-2.1</c:v>
                </c:pt>
                <c:pt idx="555">
                  <c:v>-2.1</c:v>
                </c:pt>
                <c:pt idx="556">
                  <c:v>-2.1</c:v>
                </c:pt>
                <c:pt idx="557">
                  <c:v>-2.1</c:v>
                </c:pt>
                <c:pt idx="558">
                  <c:v>-2.1</c:v>
                </c:pt>
                <c:pt idx="559">
                  <c:v>-2.1</c:v>
                </c:pt>
                <c:pt idx="560">
                  <c:v>-2.1</c:v>
                </c:pt>
                <c:pt idx="561">
                  <c:v>-2.1</c:v>
                </c:pt>
                <c:pt idx="562">
                  <c:v>-2.1</c:v>
                </c:pt>
                <c:pt idx="563">
                  <c:v>-2.1</c:v>
                </c:pt>
                <c:pt idx="564">
                  <c:v>-2.1</c:v>
                </c:pt>
                <c:pt idx="565">
                  <c:v>-2.1</c:v>
                </c:pt>
                <c:pt idx="566">
                  <c:v>-2.1</c:v>
                </c:pt>
                <c:pt idx="567">
                  <c:v>-2.1</c:v>
                </c:pt>
                <c:pt idx="568">
                  <c:v>-2.1</c:v>
                </c:pt>
                <c:pt idx="569">
                  <c:v>-2.1</c:v>
                </c:pt>
                <c:pt idx="570">
                  <c:v>-2.1</c:v>
                </c:pt>
                <c:pt idx="571">
                  <c:v>-2.1</c:v>
                </c:pt>
                <c:pt idx="572">
                  <c:v>-2.1</c:v>
                </c:pt>
                <c:pt idx="573">
                  <c:v>-2.1</c:v>
                </c:pt>
                <c:pt idx="574">
                  <c:v>-2.1</c:v>
                </c:pt>
                <c:pt idx="575">
                  <c:v>-2.1</c:v>
                </c:pt>
                <c:pt idx="576">
                  <c:v>-2.1</c:v>
                </c:pt>
                <c:pt idx="577">
                  <c:v>-2.1</c:v>
                </c:pt>
                <c:pt idx="578">
                  <c:v>-2.1</c:v>
                </c:pt>
                <c:pt idx="579">
                  <c:v>-2.1</c:v>
                </c:pt>
                <c:pt idx="580">
                  <c:v>-2.1</c:v>
                </c:pt>
                <c:pt idx="581">
                  <c:v>-2.1</c:v>
                </c:pt>
                <c:pt idx="582">
                  <c:v>-2.1</c:v>
                </c:pt>
                <c:pt idx="583">
                  <c:v>-2.1</c:v>
                </c:pt>
                <c:pt idx="584">
                  <c:v>-2.1</c:v>
                </c:pt>
                <c:pt idx="585">
                  <c:v>-2.1</c:v>
                </c:pt>
                <c:pt idx="586">
                  <c:v>-2.1</c:v>
                </c:pt>
                <c:pt idx="587">
                  <c:v>-2.1</c:v>
                </c:pt>
                <c:pt idx="588">
                  <c:v>-2.1</c:v>
                </c:pt>
                <c:pt idx="589">
                  <c:v>-2.1</c:v>
                </c:pt>
                <c:pt idx="590">
                  <c:v>-2.1</c:v>
                </c:pt>
                <c:pt idx="591">
                  <c:v>-2.1</c:v>
                </c:pt>
                <c:pt idx="592">
                  <c:v>-2.1</c:v>
                </c:pt>
                <c:pt idx="593">
                  <c:v>-2.1</c:v>
                </c:pt>
                <c:pt idx="594">
                  <c:v>-2.1</c:v>
                </c:pt>
                <c:pt idx="595">
                  <c:v>-2.1</c:v>
                </c:pt>
                <c:pt idx="596">
                  <c:v>-2.1</c:v>
                </c:pt>
                <c:pt idx="597">
                  <c:v>-2.1</c:v>
                </c:pt>
                <c:pt idx="598">
                  <c:v>-2.1</c:v>
                </c:pt>
                <c:pt idx="599">
                  <c:v>-2.1</c:v>
                </c:pt>
                <c:pt idx="600">
                  <c:v>-2.1</c:v>
                </c:pt>
                <c:pt idx="601">
                  <c:v>-2.1</c:v>
                </c:pt>
                <c:pt idx="602">
                  <c:v>-2.1</c:v>
                </c:pt>
                <c:pt idx="603">
                  <c:v>-2.1</c:v>
                </c:pt>
                <c:pt idx="604">
                  <c:v>-2.1</c:v>
                </c:pt>
                <c:pt idx="605">
                  <c:v>-2.1</c:v>
                </c:pt>
                <c:pt idx="606">
                  <c:v>-2.1</c:v>
                </c:pt>
                <c:pt idx="607">
                  <c:v>-2.1</c:v>
                </c:pt>
                <c:pt idx="608">
                  <c:v>-2.1</c:v>
                </c:pt>
                <c:pt idx="609">
                  <c:v>-2.1</c:v>
                </c:pt>
                <c:pt idx="610">
                  <c:v>-2.1</c:v>
                </c:pt>
                <c:pt idx="611">
                  <c:v>-2.1</c:v>
                </c:pt>
                <c:pt idx="612">
                  <c:v>-2.1</c:v>
                </c:pt>
                <c:pt idx="613">
                  <c:v>-2.1</c:v>
                </c:pt>
                <c:pt idx="614">
                  <c:v>-2.1</c:v>
                </c:pt>
                <c:pt idx="615">
                  <c:v>-2.1</c:v>
                </c:pt>
                <c:pt idx="616">
                  <c:v>-2.1</c:v>
                </c:pt>
                <c:pt idx="617">
                  <c:v>-2.1</c:v>
                </c:pt>
                <c:pt idx="618">
                  <c:v>-2.1</c:v>
                </c:pt>
                <c:pt idx="619">
                  <c:v>-2.1</c:v>
                </c:pt>
                <c:pt idx="620">
                  <c:v>-2.1</c:v>
                </c:pt>
                <c:pt idx="621">
                  <c:v>-2.1</c:v>
                </c:pt>
                <c:pt idx="622">
                  <c:v>-2.1</c:v>
                </c:pt>
                <c:pt idx="623">
                  <c:v>-2.1</c:v>
                </c:pt>
                <c:pt idx="624">
                  <c:v>-2.1</c:v>
                </c:pt>
                <c:pt idx="625">
                  <c:v>-2.1</c:v>
                </c:pt>
                <c:pt idx="626">
                  <c:v>-2.1</c:v>
                </c:pt>
                <c:pt idx="627">
                  <c:v>-2.1</c:v>
                </c:pt>
                <c:pt idx="628">
                  <c:v>-2.1</c:v>
                </c:pt>
                <c:pt idx="629">
                  <c:v>-2.1</c:v>
                </c:pt>
                <c:pt idx="630">
                  <c:v>-2.1</c:v>
                </c:pt>
                <c:pt idx="631">
                  <c:v>-2.1</c:v>
                </c:pt>
                <c:pt idx="632">
                  <c:v>-2.1</c:v>
                </c:pt>
                <c:pt idx="633">
                  <c:v>-2.1</c:v>
                </c:pt>
                <c:pt idx="634">
                  <c:v>-2.1</c:v>
                </c:pt>
                <c:pt idx="635">
                  <c:v>-2.1</c:v>
                </c:pt>
                <c:pt idx="636">
                  <c:v>-2.1</c:v>
                </c:pt>
                <c:pt idx="637">
                  <c:v>-2.1</c:v>
                </c:pt>
                <c:pt idx="638">
                  <c:v>-2.1</c:v>
                </c:pt>
                <c:pt idx="639">
                  <c:v>-2.1</c:v>
                </c:pt>
                <c:pt idx="640">
                  <c:v>-2.1</c:v>
                </c:pt>
                <c:pt idx="641">
                  <c:v>-2.1</c:v>
                </c:pt>
                <c:pt idx="642">
                  <c:v>-2.1</c:v>
                </c:pt>
                <c:pt idx="643">
                  <c:v>-2.1</c:v>
                </c:pt>
                <c:pt idx="644">
                  <c:v>-2.1</c:v>
                </c:pt>
                <c:pt idx="645">
                  <c:v>-2.1</c:v>
                </c:pt>
                <c:pt idx="646">
                  <c:v>-2.1</c:v>
                </c:pt>
                <c:pt idx="647">
                  <c:v>-2.1</c:v>
                </c:pt>
                <c:pt idx="648">
                  <c:v>-2.1</c:v>
                </c:pt>
                <c:pt idx="649">
                  <c:v>-2.1</c:v>
                </c:pt>
                <c:pt idx="650">
                  <c:v>-2.1</c:v>
                </c:pt>
                <c:pt idx="651">
                  <c:v>-2.1</c:v>
                </c:pt>
                <c:pt idx="652">
                  <c:v>-2.1</c:v>
                </c:pt>
                <c:pt idx="653">
                  <c:v>-2.1</c:v>
                </c:pt>
                <c:pt idx="654">
                  <c:v>-2.1</c:v>
                </c:pt>
                <c:pt idx="655">
                  <c:v>-2.1</c:v>
                </c:pt>
                <c:pt idx="656">
                  <c:v>-2.1</c:v>
                </c:pt>
                <c:pt idx="657">
                  <c:v>-2.1</c:v>
                </c:pt>
                <c:pt idx="658">
                  <c:v>-2.1</c:v>
                </c:pt>
                <c:pt idx="659">
                  <c:v>-2.1</c:v>
                </c:pt>
                <c:pt idx="660">
                  <c:v>-2.1</c:v>
                </c:pt>
                <c:pt idx="661">
                  <c:v>-2.1</c:v>
                </c:pt>
                <c:pt idx="662">
                  <c:v>-2.1</c:v>
                </c:pt>
                <c:pt idx="663">
                  <c:v>-2.1</c:v>
                </c:pt>
                <c:pt idx="664">
                  <c:v>-2.1</c:v>
                </c:pt>
                <c:pt idx="665">
                  <c:v>-2.1</c:v>
                </c:pt>
                <c:pt idx="666">
                  <c:v>-2.1</c:v>
                </c:pt>
                <c:pt idx="667">
                  <c:v>-2.1</c:v>
                </c:pt>
                <c:pt idx="668">
                  <c:v>-2.1</c:v>
                </c:pt>
                <c:pt idx="669">
                  <c:v>-2.1</c:v>
                </c:pt>
                <c:pt idx="670">
                  <c:v>-2.1</c:v>
                </c:pt>
                <c:pt idx="671">
                  <c:v>-2.1</c:v>
                </c:pt>
                <c:pt idx="672">
                  <c:v>-2.1</c:v>
                </c:pt>
                <c:pt idx="673">
                  <c:v>-2.1</c:v>
                </c:pt>
                <c:pt idx="674">
                  <c:v>-2.1</c:v>
                </c:pt>
                <c:pt idx="675">
                  <c:v>-2.1</c:v>
                </c:pt>
                <c:pt idx="676">
                  <c:v>-2.1</c:v>
                </c:pt>
                <c:pt idx="677">
                  <c:v>-2.1</c:v>
                </c:pt>
                <c:pt idx="678">
                  <c:v>-2.1</c:v>
                </c:pt>
                <c:pt idx="679">
                  <c:v>-2.1</c:v>
                </c:pt>
                <c:pt idx="680">
                  <c:v>-2.1</c:v>
                </c:pt>
                <c:pt idx="681">
                  <c:v>-2.1</c:v>
                </c:pt>
                <c:pt idx="682">
                  <c:v>-2.1</c:v>
                </c:pt>
                <c:pt idx="683">
                  <c:v>-2.1</c:v>
                </c:pt>
                <c:pt idx="684">
                  <c:v>-2.1</c:v>
                </c:pt>
                <c:pt idx="685">
                  <c:v>-2.1</c:v>
                </c:pt>
                <c:pt idx="686">
                  <c:v>-2.1</c:v>
                </c:pt>
                <c:pt idx="687">
                  <c:v>-2.1</c:v>
                </c:pt>
                <c:pt idx="688">
                  <c:v>-2.1</c:v>
                </c:pt>
                <c:pt idx="689">
                  <c:v>-2.1</c:v>
                </c:pt>
                <c:pt idx="690">
                  <c:v>-2.1</c:v>
                </c:pt>
                <c:pt idx="691">
                  <c:v>-2.1</c:v>
                </c:pt>
                <c:pt idx="692">
                  <c:v>-2.1</c:v>
                </c:pt>
                <c:pt idx="693">
                  <c:v>-2.1</c:v>
                </c:pt>
                <c:pt idx="694">
                  <c:v>-2.1</c:v>
                </c:pt>
                <c:pt idx="695">
                  <c:v>-2.1</c:v>
                </c:pt>
                <c:pt idx="696">
                  <c:v>-2.1</c:v>
                </c:pt>
                <c:pt idx="697">
                  <c:v>-2.1</c:v>
                </c:pt>
                <c:pt idx="698">
                  <c:v>-2.1</c:v>
                </c:pt>
                <c:pt idx="699">
                  <c:v>-2.1</c:v>
                </c:pt>
                <c:pt idx="700">
                  <c:v>-2.1</c:v>
                </c:pt>
                <c:pt idx="701">
                  <c:v>-2.1</c:v>
                </c:pt>
                <c:pt idx="702">
                  <c:v>-2.1</c:v>
                </c:pt>
                <c:pt idx="703">
                  <c:v>-2.1</c:v>
                </c:pt>
                <c:pt idx="704">
                  <c:v>-2.1</c:v>
                </c:pt>
                <c:pt idx="705">
                  <c:v>-2.1</c:v>
                </c:pt>
                <c:pt idx="706">
                  <c:v>-2.1</c:v>
                </c:pt>
                <c:pt idx="707">
                  <c:v>-2.1</c:v>
                </c:pt>
                <c:pt idx="708">
                  <c:v>-2.1</c:v>
                </c:pt>
                <c:pt idx="709">
                  <c:v>-2.1</c:v>
                </c:pt>
                <c:pt idx="710">
                  <c:v>-2.1</c:v>
                </c:pt>
                <c:pt idx="711">
                  <c:v>-2.1</c:v>
                </c:pt>
                <c:pt idx="712">
                  <c:v>-2.1</c:v>
                </c:pt>
                <c:pt idx="713">
                  <c:v>-2.1</c:v>
                </c:pt>
                <c:pt idx="714">
                  <c:v>-2.1</c:v>
                </c:pt>
                <c:pt idx="715">
                  <c:v>-2.1</c:v>
                </c:pt>
                <c:pt idx="716">
                  <c:v>-2.1</c:v>
                </c:pt>
                <c:pt idx="717">
                  <c:v>-2.1</c:v>
                </c:pt>
                <c:pt idx="718">
                  <c:v>-2.1</c:v>
                </c:pt>
                <c:pt idx="719">
                  <c:v>-2.1</c:v>
                </c:pt>
                <c:pt idx="720">
                  <c:v>-2.1</c:v>
                </c:pt>
                <c:pt idx="721">
                  <c:v>-2.0964999999999998</c:v>
                </c:pt>
                <c:pt idx="722">
                  <c:v>-2.0929000000000002</c:v>
                </c:pt>
                <c:pt idx="723">
                  <c:v>-2.0893999999999999</c:v>
                </c:pt>
                <c:pt idx="724">
                  <c:v>-2.0859000000000001</c:v>
                </c:pt>
                <c:pt idx="725">
                  <c:v>-2.0823</c:v>
                </c:pt>
                <c:pt idx="726">
                  <c:v>-2.0788000000000002</c:v>
                </c:pt>
                <c:pt idx="727">
                  <c:v>-2.0752000000000002</c:v>
                </c:pt>
                <c:pt idx="728">
                  <c:v>-2.0716999999999999</c:v>
                </c:pt>
                <c:pt idx="729">
                  <c:v>-2.0682</c:v>
                </c:pt>
                <c:pt idx="730">
                  <c:v>-2.0646</c:v>
                </c:pt>
                <c:pt idx="731">
                  <c:v>-2.0575999999999999</c:v>
                </c:pt>
                <c:pt idx="732">
                  <c:v>-2.0539999999999998</c:v>
                </c:pt>
                <c:pt idx="733">
                  <c:v>-2.0505</c:v>
                </c:pt>
                <c:pt idx="734">
                  <c:v>-2.0470000000000002</c:v>
                </c:pt>
                <c:pt idx="735">
                  <c:v>-2.0434000000000001</c:v>
                </c:pt>
                <c:pt idx="736">
                  <c:v>-2.0398999999999998</c:v>
                </c:pt>
                <c:pt idx="737">
                  <c:v>-2.0364</c:v>
                </c:pt>
                <c:pt idx="738">
                  <c:v>-2.0327999999999999</c:v>
                </c:pt>
                <c:pt idx="739">
                  <c:v>-2.0257000000000001</c:v>
                </c:pt>
                <c:pt idx="740">
                  <c:v>-2.0222000000000002</c:v>
                </c:pt>
                <c:pt idx="741">
                  <c:v>-2.0186999999999999</c:v>
                </c:pt>
                <c:pt idx="742">
                  <c:v>-2.0116000000000001</c:v>
                </c:pt>
                <c:pt idx="743">
                  <c:v>-2.0081000000000002</c:v>
                </c:pt>
                <c:pt idx="744">
                  <c:v>-2.0045000000000002</c:v>
                </c:pt>
                <c:pt idx="745">
                  <c:v>-2.0009999999999999</c:v>
                </c:pt>
                <c:pt idx="746">
                  <c:v>-1.9975000000000001</c:v>
                </c:pt>
                <c:pt idx="747">
                  <c:v>-1.9939</c:v>
                </c:pt>
                <c:pt idx="748">
                  <c:v>-1.9903999999999999</c:v>
                </c:pt>
                <c:pt idx="749">
                  <c:v>-1.9869000000000001</c:v>
                </c:pt>
                <c:pt idx="750">
                  <c:v>-1.9833000000000001</c:v>
                </c:pt>
                <c:pt idx="751">
                  <c:v>-1.9798</c:v>
                </c:pt>
                <c:pt idx="752">
                  <c:v>-1.9762</c:v>
                </c:pt>
                <c:pt idx="753">
                  <c:v>-1.9726999999999999</c:v>
                </c:pt>
                <c:pt idx="754">
                  <c:v>-1.9656</c:v>
                </c:pt>
                <c:pt idx="755">
                  <c:v>-1.9621</c:v>
                </c:pt>
                <c:pt idx="756">
                  <c:v>-1.9585999999999999</c:v>
                </c:pt>
                <c:pt idx="757">
                  <c:v>-1.9550000000000001</c:v>
                </c:pt>
                <c:pt idx="758">
                  <c:v>-1.9515</c:v>
                </c:pt>
                <c:pt idx="759">
                  <c:v>-1.9443999999999999</c:v>
                </c:pt>
                <c:pt idx="760">
                  <c:v>-1.9409000000000001</c:v>
                </c:pt>
                <c:pt idx="761">
                  <c:v>-1.9374</c:v>
                </c:pt>
                <c:pt idx="762">
                  <c:v>-1.9338</c:v>
                </c:pt>
                <c:pt idx="763">
                  <c:v>-1.9302999999999999</c:v>
                </c:pt>
                <c:pt idx="764">
                  <c:v>-1.9232</c:v>
                </c:pt>
                <c:pt idx="765">
                  <c:v>-1.9197</c:v>
                </c:pt>
                <c:pt idx="766">
                  <c:v>-1.9160999999999999</c:v>
                </c:pt>
                <c:pt idx="767">
                  <c:v>-1.9126000000000001</c:v>
                </c:pt>
                <c:pt idx="768">
                  <c:v>-1.9091</c:v>
                </c:pt>
                <c:pt idx="769">
                  <c:v>-1.9055</c:v>
                </c:pt>
                <c:pt idx="770">
                  <c:v>-1.9019999999999999</c:v>
                </c:pt>
                <c:pt idx="771">
                  <c:v>-1.8985000000000001</c:v>
                </c:pt>
                <c:pt idx="772">
                  <c:v>-1.8949</c:v>
                </c:pt>
                <c:pt idx="773">
                  <c:v>-1.8914</c:v>
                </c:pt>
                <c:pt idx="774">
                  <c:v>-1.8878999999999999</c:v>
                </c:pt>
                <c:pt idx="775">
                  <c:v>-1.8808</c:v>
                </c:pt>
                <c:pt idx="776">
                  <c:v>-1.8772</c:v>
                </c:pt>
                <c:pt idx="777">
                  <c:v>-1.8736999999999999</c:v>
                </c:pt>
                <c:pt idx="778">
                  <c:v>-1.8702000000000001</c:v>
                </c:pt>
                <c:pt idx="779">
                  <c:v>-1.8666</c:v>
                </c:pt>
                <c:pt idx="780">
                  <c:v>-1.8595999999999999</c:v>
                </c:pt>
                <c:pt idx="781">
                  <c:v>-1.8560000000000001</c:v>
                </c:pt>
                <c:pt idx="782">
                  <c:v>-1.8525</c:v>
                </c:pt>
                <c:pt idx="783">
                  <c:v>-1.849</c:v>
                </c:pt>
                <c:pt idx="784">
                  <c:v>-1.8453999999999999</c:v>
                </c:pt>
                <c:pt idx="785">
                  <c:v>-1.8419000000000001</c:v>
                </c:pt>
                <c:pt idx="786">
                  <c:v>-1.8383</c:v>
                </c:pt>
                <c:pt idx="787">
                  <c:v>-1.8312999999999999</c:v>
                </c:pt>
                <c:pt idx="788">
                  <c:v>-1.8312999999999999</c:v>
                </c:pt>
                <c:pt idx="789">
                  <c:v>-1.8277000000000001</c:v>
                </c:pt>
                <c:pt idx="790">
                  <c:v>-1.8207</c:v>
                </c:pt>
                <c:pt idx="791">
                  <c:v>-1.8170999999999999</c:v>
                </c:pt>
                <c:pt idx="792">
                  <c:v>-1.8136000000000001</c:v>
                </c:pt>
                <c:pt idx="793">
                  <c:v>-1.8101</c:v>
                </c:pt>
                <c:pt idx="794">
                  <c:v>-1.8029999999999999</c:v>
                </c:pt>
                <c:pt idx="795">
                  <c:v>-1.8029999999999999</c:v>
                </c:pt>
                <c:pt idx="796">
                  <c:v>-1.7995000000000001</c:v>
                </c:pt>
                <c:pt idx="797">
                  <c:v>-1.7924</c:v>
                </c:pt>
                <c:pt idx="798">
                  <c:v>-1.7887999999999999</c:v>
                </c:pt>
                <c:pt idx="799">
                  <c:v>-1.7853000000000001</c:v>
                </c:pt>
                <c:pt idx="800">
                  <c:v>-1.7818000000000001</c:v>
                </c:pt>
                <c:pt idx="801">
                  <c:v>-1.7782</c:v>
                </c:pt>
                <c:pt idx="802">
                  <c:v>-1.7746999999999999</c:v>
                </c:pt>
                <c:pt idx="803">
                  <c:v>-1.7676000000000001</c:v>
                </c:pt>
                <c:pt idx="804">
                  <c:v>-1.7641</c:v>
                </c:pt>
                <c:pt idx="805">
                  <c:v>-1.7605999999999999</c:v>
                </c:pt>
                <c:pt idx="806">
                  <c:v>-1.7569999999999999</c:v>
                </c:pt>
                <c:pt idx="807">
                  <c:v>-1.7535000000000001</c:v>
                </c:pt>
                <c:pt idx="808">
                  <c:v>-1.7464</c:v>
                </c:pt>
                <c:pt idx="809">
                  <c:v>-1.7428999999999999</c:v>
                </c:pt>
                <c:pt idx="810">
                  <c:v>-1.7393000000000001</c:v>
                </c:pt>
                <c:pt idx="811">
                  <c:v>-1.7323</c:v>
                </c:pt>
                <c:pt idx="812">
                  <c:v>-1.7286999999999999</c:v>
                </c:pt>
                <c:pt idx="813">
                  <c:v>-1.7252000000000001</c:v>
                </c:pt>
                <c:pt idx="814">
                  <c:v>-1.7178</c:v>
                </c:pt>
                <c:pt idx="815">
                  <c:v>-1.714</c:v>
                </c:pt>
                <c:pt idx="816">
                  <c:v>-1.7102999999999999</c:v>
                </c:pt>
                <c:pt idx="817">
                  <c:v>-1.7065999999999999</c:v>
                </c:pt>
                <c:pt idx="818">
                  <c:v>-1.6992</c:v>
                </c:pt>
                <c:pt idx="819">
                  <c:v>-1.6954</c:v>
                </c:pt>
                <c:pt idx="820">
                  <c:v>-1.6917</c:v>
                </c:pt>
                <c:pt idx="821">
                  <c:v>-1.6879999999999999</c:v>
                </c:pt>
                <c:pt idx="822">
                  <c:v>-1.6806000000000001</c:v>
                </c:pt>
                <c:pt idx="823">
                  <c:v>-1.6768000000000001</c:v>
                </c:pt>
                <c:pt idx="824">
                  <c:v>-1.6731</c:v>
                </c:pt>
                <c:pt idx="825">
                  <c:v>-1.6694</c:v>
                </c:pt>
                <c:pt idx="826">
                  <c:v>-1.6657</c:v>
                </c:pt>
                <c:pt idx="827">
                  <c:v>-1.6619999999999999</c:v>
                </c:pt>
                <c:pt idx="828">
                  <c:v>-1.6581999999999999</c:v>
                </c:pt>
                <c:pt idx="829">
                  <c:v>-1.6545000000000001</c:v>
                </c:pt>
                <c:pt idx="830">
                  <c:v>-1.6471</c:v>
                </c:pt>
                <c:pt idx="831">
                  <c:v>-1.6434</c:v>
                </c:pt>
                <c:pt idx="832">
                  <c:v>-1.6396999999999999</c:v>
                </c:pt>
                <c:pt idx="833">
                  <c:v>-1.6358999999999999</c:v>
                </c:pt>
                <c:pt idx="834">
                  <c:v>-1.6322000000000001</c:v>
                </c:pt>
                <c:pt idx="835">
                  <c:v>-1.6285000000000001</c:v>
                </c:pt>
                <c:pt idx="836">
                  <c:v>-1.6248</c:v>
                </c:pt>
                <c:pt idx="837">
                  <c:v>-1.6173</c:v>
                </c:pt>
                <c:pt idx="838">
                  <c:v>-1.6135999999999999</c:v>
                </c:pt>
                <c:pt idx="839">
                  <c:v>-1.6099000000000001</c:v>
                </c:pt>
                <c:pt idx="840">
                  <c:v>-1.6062000000000001</c:v>
                </c:pt>
                <c:pt idx="841">
                  <c:v>-1.6025</c:v>
                </c:pt>
                <c:pt idx="842">
                  <c:v>-1.5987</c:v>
                </c:pt>
                <c:pt idx="843">
                  <c:v>-1.595</c:v>
                </c:pt>
                <c:pt idx="844">
                  <c:v>-1.5912999999999999</c:v>
                </c:pt>
                <c:pt idx="845">
                  <c:v>-1.5839000000000001</c:v>
                </c:pt>
                <c:pt idx="846">
                  <c:v>-1.5801000000000001</c:v>
                </c:pt>
                <c:pt idx="847">
                  <c:v>-1.5764</c:v>
                </c:pt>
                <c:pt idx="848">
                  <c:v>-1.569</c:v>
                </c:pt>
                <c:pt idx="849">
                  <c:v>-1.569</c:v>
                </c:pt>
                <c:pt idx="850">
                  <c:v>-1.5652999999999999</c:v>
                </c:pt>
                <c:pt idx="851">
                  <c:v>-1.5615000000000001</c:v>
                </c:pt>
                <c:pt idx="852">
                  <c:v>-1.5541</c:v>
                </c:pt>
                <c:pt idx="853">
                  <c:v>-1.5504</c:v>
                </c:pt>
                <c:pt idx="854">
                  <c:v>-1.5467</c:v>
                </c:pt>
                <c:pt idx="855">
                  <c:v>-1.5428999999999999</c:v>
                </c:pt>
                <c:pt idx="856">
                  <c:v>-1.5391999999999999</c:v>
                </c:pt>
                <c:pt idx="857">
                  <c:v>-1.5355000000000001</c:v>
                </c:pt>
                <c:pt idx="858">
                  <c:v>-1.5281</c:v>
                </c:pt>
                <c:pt idx="859">
                  <c:v>-1.5243</c:v>
                </c:pt>
                <c:pt idx="860">
                  <c:v>-1.5206</c:v>
                </c:pt>
                <c:pt idx="861">
                  <c:v>-1.5168999999999999</c:v>
                </c:pt>
                <c:pt idx="862">
                  <c:v>-1.5132000000000001</c:v>
                </c:pt>
                <c:pt idx="863">
                  <c:v>-1.5095000000000001</c:v>
                </c:pt>
                <c:pt idx="864">
                  <c:v>-1.5057</c:v>
                </c:pt>
                <c:pt idx="865">
                  <c:v>-1.4983</c:v>
                </c:pt>
                <c:pt idx="866">
                  <c:v>-1.4945999999999999</c:v>
                </c:pt>
                <c:pt idx="867">
                  <c:v>-1.4908999999999999</c:v>
                </c:pt>
                <c:pt idx="868">
                  <c:v>-1.4871000000000001</c:v>
                </c:pt>
                <c:pt idx="869">
                  <c:v>-1.4834000000000001</c:v>
                </c:pt>
                <c:pt idx="870">
                  <c:v>-1.4797</c:v>
                </c:pt>
                <c:pt idx="871">
                  <c:v>-1.476</c:v>
                </c:pt>
                <c:pt idx="872">
                  <c:v>-1.4722999999999999</c:v>
                </c:pt>
                <c:pt idx="873">
                  <c:v>-1.4684999999999999</c:v>
                </c:pt>
                <c:pt idx="874">
                  <c:v>-1.4611000000000001</c:v>
                </c:pt>
                <c:pt idx="875">
                  <c:v>-1.4574</c:v>
                </c:pt>
                <c:pt idx="876">
                  <c:v>-1.4537</c:v>
                </c:pt>
                <c:pt idx="877">
                  <c:v>-1.45</c:v>
                </c:pt>
                <c:pt idx="878">
                  <c:v>-1.4461999999999999</c:v>
                </c:pt>
                <c:pt idx="879">
                  <c:v>-1.4424999999999999</c:v>
                </c:pt>
                <c:pt idx="880">
                  <c:v>-1.4351</c:v>
                </c:pt>
                <c:pt idx="881">
                  <c:v>-1.4351</c:v>
                </c:pt>
                <c:pt idx="882">
                  <c:v>-1.4314</c:v>
                </c:pt>
                <c:pt idx="883">
                  <c:v>-1.4238999999999999</c:v>
                </c:pt>
                <c:pt idx="884">
                  <c:v>-1.4201999999999999</c:v>
                </c:pt>
                <c:pt idx="885">
                  <c:v>-1.4165000000000001</c:v>
                </c:pt>
                <c:pt idx="886">
                  <c:v>-1.4128000000000001</c:v>
                </c:pt>
                <c:pt idx="887">
                  <c:v>-1.409</c:v>
                </c:pt>
                <c:pt idx="888">
                  <c:v>-1.4053</c:v>
                </c:pt>
                <c:pt idx="889">
                  <c:v>-1.3978999999999999</c:v>
                </c:pt>
                <c:pt idx="890">
                  <c:v>-1.3942000000000001</c:v>
                </c:pt>
                <c:pt idx="891">
                  <c:v>-1.3904000000000001</c:v>
                </c:pt>
                <c:pt idx="892">
                  <c:v>-1.3867</c:v>
                </c:pt>
                <c:pt idx="893">
                  <c:v>-1.383</c:v>
                </c:pt>
                <c:pt idx="894">
                  <c:v>-1.3755999999999999</c:v>
                </c:pt>
                <c:pt idx="895">
                  <c:v>-1.3717999999999999</c:v>
                </c:pt>
                <c:pt idx="896">
                  <c:v>-1.3681000000000001</c:v>
                </c:pt>
                <c:pt idx="897">
                  <c:v>-1.3644000000000001</c:v>
                </c:pt>
                <c:pt idx="898">
                  <c:v>-1.3644000000000001</c:v>
                </c:pt>
                <c:pt idx="899">
                  <c:v>-1.357</c:v>
                </c:pt>
                <c:pt idx="900">
                  <c:v>-1.3532</c:v>
                </c:pt>
                <c:pt idx="901">
                  <c:v>-1.3494999999999999</c:v>
                </c:pt>
                <c:pt idx="902">
                  <c:v>-1.3458000000000001</c:v>
                </c:pt>
                <c:pt idx="903">
                  <c:v>-1.3421000000000001</c:v>
                </c:pt>
                <c:pt idx="904">
                  <c:v>-1.3384</c:v>
                </c:pt>
                <c:pt idx="905">
                  <c:v>-1.3309</c:v>
                </c:pt>
                <c:pt idx="906">
                  <c:v>-1.3271999999999999</c:v>
                </c:pt>
                <c:pt idx="907">
                  <c:v>-1.3160000000000001</c:v>
                </c:pt>
                <c:pt idx="908">
                  <c:v>-1.3123</c:v>
                </c:pt>
                <c:pt idx="909">
                  <c:v>-1.3086</c:v>
                </c:pt>
                <c:pt idx="910">
                  <c:v>-1.3048999999999999</c:v>
                </c:pt>
                <c:pt idx="911">
                  <c:v>-1.3011999999999999</c:v>
                </c:pt>
                <c:pt idx="912">
                  <c:v>-1.2937000000000001</c:v>
                </c:pt>
                <c:pt idx="913">
                  <c:v>-1.29</c:v>
                </c:pt>
                <c:pt idx="914">
                  <c:v>-1.2863</c:v>
                </c:pt>
                <c:pt idx="915">
                  <c:v>-1.2826</c:v>
                </c:pt>
                <c:pt idx="916">
                  <c:v>-1.2787999999999999</c:v>
                </c:pt>
                <c:pt idx="917">
                  <c:v>-1.2750999999999999</c:v>
                </c:pt>
                <c:pt idx="918">
                  <c:v>-1.2714000000000001</c:v>
                </c:pt>
                <c:pt idx="919">
                  <c:v>-1.2677</c:v>
                </c:pt>
                <c:pt idx="920">
                  <c:v>-1.2602</c:v>
                </c:pt>
                <c:pt idx="921">
                  <c:v>-1.2565</c:v>
                </c:pt>
                <c:pt idx="922">
                  <c:v>-1.2527999999999999</c:v>
                </c:pt>
                <c:pt idx="923">
                  <c:v>-1.2491000000000001</c:v>
                </c:pt>
                <c:pt idx="924">
                  <c:v>-1.2454000000000001</c:v>
                </c:pt>
                <c:pt idx="925">
                  <c:v>-1.2417</c:v>
                </c:pt>
                <c:pt idx="926">
                  <c:v>-1.2379</c:v>
                </c:pt>
                <c:pt idx="927">
                  <c:v>-1.2342</c:v>
                </c:pt>
                <c:pt idx="928">
                  <c:v>-1.2267999999999999</c:v>
                </c:pt>
                <c:pt idx="929">
                  <c:v>-1.2231000000000001</c:v>
                </c:pt>
                <c:pt idx="930">
                  <c:v>-1.2193000000000001</c:v>
                </c:pt>
                <c:pt idx="931">
                  <c:v>-1.2156</c:v>
                </c:pt>
                <c:pt idx="932">
                  <c:v>-1.2119</c:v>
                </c:pt>
                <c:pt idx="933">
                  <c:v>-1.2081999999999999</c:v>
                </c:pt>
                <c:pt idx="934">
                  <c:v>-1.2044999999999999</c:v>
                </c:pt>
                <c:pt idx="935">
                  <c:v>-1.1970000000000001</c:v>
                </c:pt>
                <c:pt idx="936">
                  <c:v>-1.1933</c:v>
                </c:pt>
                <c:pt idx="937">
                  <c:v>-1.1896</c:v>
                </c:pt>
                <c:pt idx="938">
                  <c:v>-1.1859</c:v>
                </c:pt>
                <c:pt idx="939">
                  <c:v>-1.1783999999999999</c:v>
                </c:pt>
                <c:pt idx="940">
                  <c:v>-1.1747000000000001</c:v>
                </c:pt>
                <c:pt idx="941">
                  <c:v>-1.171</c:v>
                </c:pt>
                <c:pt idx="942">
                  <c:v>-1.1673</c:v>
                </c:pt>
                <c:pt idx="943">
                  <c:v>-1.1597999999999999</c:v>
                </c:pt>
                <c:pt idx="944">
                  <c:v>-1.1560999999999999</c:v>
                </c:pt>
                <c:pt idx="945">
                  <c:v>-1.1524000000000001</c:v>
                </c:pt>
                <c:pt idx="946">
                  <c:v>-1.1487000000000001</c:v>
                </c:pt>
                <c:pt idx="947">
                  <c:v>-1.1412</c:v>
                </c:pt>
                <c:pt idx="948">
                  <c:v>-1.1375</c:v>
                </c:pt>
                <c:pt idx="949">
                  <c:v>-1.1337999999999999</c:v>
                </c:pt>
                <c:pt idx="950">
                  <c:v>-1.1301000000000001</c:v>
                </c:pt>
                <c:pt idx="951">
                  <c:v>-1.1226</c:v>
                </c:pt>
                <c:pt idx="952">
                  <c:v>-1.1189</c:v>
                </c:pt>
                <c:pt idx="953">
                  <c:v>-1.1152</c:v>
                </c:pt>
                <c:pt idx="954">
                  <c:v>-1.1076999999999999</c:v>
                </c:pt>
                <c:pt idx="955">
                  <c:v>-1.1040000000000001</c:v>
                </c:pt>
                <c:pt idx="956">
                  <c:v>-1.0966</c:v>
                </c:pt>
                <c:pt idx="957">
                  <c:v>-1.0966</c:v>
                </c:pt>
                <c:pt idx="958">
                  <c:v>-1.0891</c:v>
                </c:pt>
                <c:pt idx="959">
                  <c:v>-1.0853999999999999</c:v>
                </c:pt>
                <c:pt idx="960">
                  <c:v>-1.0780000000000001</c:v>
                </c:pt>
                <c:pt idx="961">
                  <c:v>-1.0743</c:v>
                </c:pt>
                <c:pt idx="962">
                  <c:v>-1.0705</c:v>
                </c:pt>
                <c:pt idx="963">
                  <c:v>-1.0668</c:v>
                </c:pt>
                <c:pt idx="964">
                  <c:v>-1.0593999999999999</c:v>
                </c:pt>
                <c:pt idx="965">
                  <c:v>-1.0557000000000001</c:v>
                </c:pt>
                <c:pt idx="966">
                  <c:v>-1.0519000000000001</c:v>
                </c:pt>
                <c:pt idx="967">
                  <c:v>-1.0482</c:v>
                </c:pt>
                <c:pt idx="968">
                  <c:v>-1.0445</c:v>
                </c:pt>
                <c:pt idx="969">
                  <c:v>-1.0370999999999999</c:v>
                </c:pt>
                <c:pt idx="970">
                  <c:v>-1.0334000000000001</c:v>
                </c:pt>
                <c:pt idx="971">
                  <c:v>-1.0296000000000001</c:v>
                </c:pt>
                <c:pt idx="972">
                  <c:v>-1.0259</c:v>
                </c:pt>
                <c:pt idx="973">
                  <c:v>-1.0185</c:v>
                </c:pt>
                <c:pt idx="974">
                  <c:v>-1.0147999999999999</c:v>
                </c:pt>
                <c:pt idx="975">
                  <c:v>-1.0109999999999999</c:v>
                </c:pt>
                <c:pt idx="976">
                  <c:v>-1.0036</c:v>
                </c:pt>
                <c:pt idx="977">
                  <c:v>-0.99990000000000001</c:v>
                </c:pt>
                <c:pt idx="978">
                  <c:v>-0.99619999999999997</c:v>
                </c:pt>
                <c:pt idx="979">
                  <c:v>-0.99239999999999995</c:v>
                </c:pt>
                <c:pt idx="980">
                  <c:v>-0.98499999999999999</c:v>
                </c:pt>
                <c:pt idx="981">
                  <c:v>-0.97760000000000002</c:v>
                </c:pt>
                <c:pt idx="982">
                  <c:v>-0.9738</c:v>
                </c:pt>
                <c:pt idx="983">
                  <c:v>-0.96640000000000004</c:v>
                </c:pt>
                <c:pt idx="984">
                  <c:v>-0.9627</c:v>
                </c:pt>
                <c:pt idx="985">
                  <c:v>-0.95899999999999996</c:v>
                </c:pt>
                <c:pt idx="986">
                  <c:v>-0.95150000000000001</c:v>
                </c:pt>
                <c:pt idx="987">
                  <c:v>-0.94779999999999998</c:v>
                </c:pt>
                <c:pt idx="988">
                  <c:v>-0.94410000000000005</c:v>
                </c:pt>
                <c:pt idx="989">
                  <c:v>-0.93659999999999999</c:v>
                </c:pt>
                <c:pt idx="990">
                  <c:v>-0.93289999999999995</c:v>
                </c:pt>
                <c:pt idx="991">
                  <c:v>-0.92920000000000003</c:v>
                </c:pt>
                <c:pt idx="992">
                  <c:v>-0.92549999999999999</c:v>
                </c:pt>
                <c:pt idx="993">
                  <c:v>-0.92179999999999995</c:v>
                </c:pt>
                <c:pt idx="994">
                  <c:v>-0.91800000000000004</c:v>
                </c:pt>
                <c:pt idx="995">
                  <c:v>-0.9143</c:v>
                </c:pt>
                <c:pt idx="996">
                  <c:v>-0.90690000000000004</c:v>
                </c:pt>
                <c:pt idx="997">
                  <c:v>-0.9032</c:v>
                </c:pt>
                <c:pt idx="998">
                  <c:v>-0.89939999999999998</c:v>
                </c:pt>
                <c:pt idx="999">
                  <c:v>-0.89570000000000005</c:v>
                </c:pt>
                <c:pt idx="1000">
                  <c:v>-0.89200000000000002</c:v>
                </c:pt>
                <c:pt idx="1001">
                  <c:v>-0.88829999999999998</c:v>
                </c:pt>
                <c:pt idx="1002">
                  <c:v>-0.88080000000000003</c:v>
                </c:pt>
                <c:pt idx="1003">
                  <c:v>-0.87709999999999999</c:v>
                </c:pt>
                <c:pt idx="1004">
                  <c:v>-0.87339999999999995</c:v>
                </c:pt>
                <c:pt idx="1005">
                  <c:v>-0.86970000000000003</c:v>
                </c:pt>
                <c:pt idx="1006">
                  <c:v>-0.86219999999999997</c:v>
                </c:pt>
                <c:pt idx="1007">
                  <c:v>-0.85850000000000004</c:v>
                </c:pt>
                <c:pt idx="1008">
                  <c:v>-0.87109999999999999</c:v>
                </c:pt>
                <c:pt idx="1009">
                  <c:v>-0.89810000000000001</c:v>
                </c:pt>
                <c:pt idx="1010">
                  <c:v>-0.95209999999999995</c:v>
                </c:pt>
                <c:pt idx="1011">
                  <c:v>-0.97899999999999998</c:v>
                </c:pt>
                <c:pt idx="1012">
                  <c:v>-1.006</c:v>
                </c:pt>
                <c:pt idx="1013">
                  <c:v>-1.06</c:v>
                </c:pt>
                <c:pt idx="1014">
                  <c:v>-1.0869</c:v>
                </c:pt>
                <c:pt idx="1015">
                  <c:v>-1.1138999999999999</c:v>
                </c:pt>
                <c:pt idx="1016">
                  <c:v>-1.1409</c:v>
                </c:pt>
                <c:pt idx="1017">
                  <c:v>-1.1948000000000001</c:v>
                </c:pt>
                <c:pt idx="1018">
                  <c:v>-1.2218</c:v>
                </c:pt>
                <c:pt idx="1019">
                  <c:v>-1.2487999999999999</c:v>
                </c:pt>
                <c:pt idx="1020">
                  <c:v>-1.2758</c:v>
                </c:pt>
                <c:pt idx="1021">
                  <c:v>-1.3027</c:v>
                </c:pt>
                <c:pt idx="1022">
                  <c:v>-1.3297000000000001</c:v>
                </c:pt>
                <c:pt idx="1023">
                  <c:v>-1.3836999999999999</c:v>
                </c:pt>
                <c:pt idx="1024">
                  <c:v>-1.4106000000000001</c:v>
                </c:pt>
                <c:pt idx="1025">
                  <c:v>-1.4376</c:v>
                </c:pt>
                <c:pt idx="1026">
                  <c:v>-1.4645999999999999</c:v>
                </c:pt>
                <c:pt idx="1027">
                  <c:v>-1.4916</c:v>
                </c:pt>
                <c:pt idx="1028">
                  <c:v>-1.5455000000000001</c:v>
                </c:pt>
                <c:pt idx="1029">
                  <c:v>-1.5725</c:v>
                </c:pt>
                <c:pt idx="1030">
                  <c:v>-1.5994999999999999</c:v>
                </c:pt>
                <c:pt idx="1031">
                  <c:v>-1.6264000000000001</c:v>
                </c:pt>
                <c:pt idx="1032">
                  <c:v>-1.6803999999999999</c:v>
                </c:pt>
                <c:pt idx="1033">
                  <c:v>-1.7074</c:v>
                </c:pt>
                <c:pt idx="1034">
                  <c:v>-1.7343</c:v>
                </c:pt>
                <c:pt idx="1035">
                  <c:v>-1.7613000000000001</c:v>
                </c:pt>
                <c:pt idx="1036">
                  <c:v>-1.7883</c:v>
                </c:pt>
                <c:pt idx="1037">
                  <c:v>-1.8422000000000001</c:v>
                </c:pt>
                <c:pt idx="1038">
                  <c:v>-1.8692</c:v>
                </c:pt>
                <c:pt idx="1039">
                  <c:v>-1.8962000000000001</c:v>
                </c:pt>
                <c:pt idx="1040">
                  <c:v>-1.9232</c:v>
                </c:pt>
                <c:pt idx="1041">
                  <c:v>-1.9771000000000001</c:v>
                </c:pt>
                <c:pt idx="1042">
                  <c:v>-2.0041000000000002</c:v>
                </c:pt>
                <c:pt idx="1043">
                  <c:v>-2.0579999999999998</c:v>
                </c:pt>
                <c:pt idx="1044">
                  <c:v>-2.085</c:v>
                </c:pt>
                <c:pt idx="1045">
                  <c:v>-2.1120000000000001</c:v>
                </c:pt>
                <c:pt idx="1046">
                  <c:v>-2.1389999999999998</c:v>
                </c:pt>
                <c:pt idx="1047">
                  <c:v>-2.1928999999999998</c:v>
                </c:pt>
                <c:pt idx="1048">
                  <c:v>-2.2199</c:v>
                </c:pt>
                <c:pt idx="1049">
                  <c:v>-2.2469000000000001</c:v>
                </c:pt>
                <c:pt idx="1050">
                  <c:v>-2.2738</c:v>
                </c:pt>
                <c:pt idx="1051">
                  <c:v>-2.3277999999999999</c:v>
                </c:pt>
                <c:pt idx="1052">
                  <c:v>-2.3548</c:v>
                </c:pt>
                <c:pt idx="1053">
                  <c:v>-2.3816999999999999</c:v>
                </c:pt>
                <c:pt idx="1054">
                  <c:v>-2.4087000000000001</c:v>
                </c:pt>
                <c:pt idx="1055">
                  <c:v>-2.4626999999999999</c:v>
                </c:pt>
                <c:pt idx="1056">
                  <c:v>-2.4895999999999998</c:v>
                </c:pt>
                <c:pt idx="1057">
                  <c:v>-2.5165999999999999</c:v>
                </c:pt>
                <c:pt idx="1058">
                  <c:v>-2.5706000000000002</c:v>
                </c:pt>
                <c:pt idx="1059">
                  <c:v>-2.5975000000000001</c:v>
                </c:pt>
                <c:pt idx="1060">
                  <c:v>-2.6244999999999998</c:v>
                </c:pt>
                <c:pt idx="1061">
                  <c:v>-2.6515</c:v>
                </c:pt>
                <c:pt idx="1062">
                  <c:v>-2.6785000000000001</c:v>
                </c:pt>
                <c:pt idx="1063">
                  <c:v>-2.7324000000000002</c:v>
                </c:pt>
                <c:pt idx="1064">
                  <c:v>-2.7593999999999999</c:v>
                </c:pt>
                <c:pt idx="1065">
                  <c:v>-2.7864</c:v>
                </c:pt>
                <c:pt idx="1066">
                  <c:v>-2.8132999999999999</c:v>
                </c:pt>
                <c:pt idx="1067">
                  <c:v>-2.8403</c:v>
                </c:pt>
                <c:pt idx="1068">
                  <c:v>-2.8942999999999999</c:v>
                </c:pt>
                <c:pt idx="1069">
                  <c:v>-2.9211999999999998</c:v>
                </c:pt>
                <c:pt idx="1070">
                  <c:v>-2.9481999999999999</c:v>
                </c:pt>
                <c:pt idx="1071">
                  <c:v>-3.0022000000000002</c:v>
                </c:pt>
                <c:pt idx="1072">
                  <c:v>-3.0291000000000001</c:v>
                </c:pt>
                <c:pt idx="1073">
                  <c:v>-3.0560999999999998</c:v>
                </c:pt>
                <c:pt idx="1074">
                  <c:v>-3.0831</c:v>
                </c:pt>
                <c:pt idx="1075">
                  <c:v>-3.1101000000000001</c:v>
                </c:pt>
                <c:pt idx="1076">
                  <c:v>-3.137</c:v>
                </c:pt>
                <c:pt idx="1077">
                  <c:v>-3.1909999999999998</c:v>
                </c:pt>
                <c:pt idx="1078">
                  <c:v>-3.218</c:v>
                </c:pt>
                <c:pt idx="1079">
                  <c:v>-3.2448999999999999</c:v>
                </c:pt>
                <c:pt idx="1080">
                  <c:v>-3.2989000000000002</c:v>
                </c:pt>
                <c:pt idx="1081">
                  <c:v>-3.3258999999999999</c:v>
                </c:pt>
                <c:pt idx="1082">
                  <c:v>-3.3527999999999998</c:v>
                </c:pt>
                <c:pt idx="1083">
                  <c:v>-3.3797999999999999</c:v>
                </c:pt>
                <c:pt idx="1084">
                  <c:v>-3.4068000000000001</c:v>
                </c:pt>
                <c:pt idx="1085">
                  <c:v>-3.4338000000000002</c:v>
                </c:pt>
                <c:pt idx="1086">
                  <c:v>-3.4876999999999998</c:v>
                </c:pt>
                <c:pt idx="1087">
                  <c:v>-3.5146999999999999</c:v>
                </c:pt>
                <c:pt idx="1088">
                  <c:v>-3.5146999999999999</c:v>
                </c:pt>
                <c:pt idx="1089">
                  <c:v>-3.5686</c:v>
                </c:pt>
                <c:pt idx="1090">
                  <c:v>-3.5956000000000001</c:v>
                </c:pt>
                <c:pt idx="1091">
                  <c:v>-3.6225999999999998</c:v>
                </c:pt>
                <c:pt idx="1092">
                  <c:v>-3.6496</c:v>
                </c:pt>
                <c:pt idx="1093">
                  <c:v>-3.7035</c:v>
                </c:pt>
                <c:pt idx="1094">
                  <c:v>-3.7305000000000001</c:v>
                </c:pt>
                <c:pt idx="1095">
                  <c:v>-3.7574999999999998</c:v>
                </c:pt>
                <c:pt idx="1096">
                  <c:v>-3.7844000000000002</c:v>
                </c:pt>
                <c:pt idx="1097">
                  <c:v>-3.8113999999999999</c:v>
                </c:pt>
                <c:pt idx="1098">
                  <c:v>-3.8384</c:v>
                </c:pt>
                <c:pt idx="1099">
                  <c:v>-3.8923000000000001</c:v>
                </c:pt>
                <c:pt idx="1100">
                  <c:v>-3.9192999999999998</c:v>
                </c:pt>
                <c:pt idx="1101">
                  <c:v>-4.0002000000000004</c:v>
                </c:pt>
                <c:pt idx="1102">
                  <c:v>-4.0002000000000004</c:v>
                </c:pt>
                <c:pt idx="1103">
                  <c:v>-4.0811999999999999</c:v>
                </c:pt>
                <c:pt idx="1104">
                  <c:v>-4.1081000000000003</c:v>
                </c:pt>
                <c:pt idx="1105">
                  <c:v>-4.1620999999999997</c:v>
                </c:pt>
                <c:pt idx="1106">
                  <c:v>-4.1890999999999998</c:v>
                </c:pt>
                <c:pt idx="1107">
                  <c:v>-4.2430000000000003</c:v>
                </c:pt>
                <c:pt idx="1108">
                  <c:v>-4.2699999999999996</c:v>
                </c:pt>
                <c:pt idx="1109">
                  <c:v>-4.2969999999999997</c:v>
                </c:pt>
                <c:pt idx="1110">
                  <c:v>-4.3239000000000001</c:v>
                </c:pt>
                <c:pt idx="1111">
                  <c:v>-4.3509000000000002</c:v>
                </c:pt>
                <c:pt idx="1112">
                  <c:v>-4.4000000000000004</c:v>
                </c:pt>
                <c:pt idx="1113">
                  <c:v>-4.4000000000000004</c:v>
                </c:pt>
                <c:pt idx="1114">
                  <c:v>-4.4000000000000004</c:v>
                </c:pt>
                <c:pt idx="1115">
                  <c:v>-4.4000000000000004</c:v>
                </c:pt>
                <c:pt idx="1116">
                  <c:v>-4.4000000000000004</c:v>
                </c:pt>
                <c:pt idx="1117">
                  <c:v>-4.4000000000000004</c:v>
                </c:pt>
                <c:pt idx="1118">
                  <c:v>-4.4000000000000004</c:v>
                </c:pt>
                <c:pt idx="1119">
                  <c:v>-4.4000000000000004</c:v>
                </c:pt>
                <c:pt idx="1120">
                  <c:v>-4.4000000000000004</c:v>
                </c:pt>
                <c:pt idx="1121">
                  <c:v>-4.4000000000000004</c:v>
                </c:pt>
                <c:pt idx="1122">
                  <c:v>-4.4000000000000004</c:v>
                </c:pt>
                <c:pt idx="1123">
                  <c:v>-4.4000000000000004</c:v>
                </c:pt>
                <c:pt idx="1124">
                  <c:v>-4.4000000000000004</c:v>
                </c:pt>
                <c:pt idx="1125">
                  <c:v>-4.4000000000000004</c:v>
                </c:pt>
                <c:pt idx="1126">
                  <c:v>-4.4000000000000004</c:v>
                </c:pt>
                <c:pt idx="1127">
                  <c:v>-4.4000000000000004</c:v>
                </c:pt>
                <c:pt idx="1128">
                  <c:v>-4.4000000000000004</c:v>
                </c:pt>
                <c:pt idx="1129">
                  <c:v>-4.4000000000000004</c:v>
                </c:pt>
                <c:pt idx="1130">
                  <c:v>-4.4000000000000004</c:v>
                </c:pt>
                <c:pt idx="1131">
                  <c:v>-4.4000000000000004</c:v>
                </c:pt>
                <c:pt idx="1132">
                  <c:v>-4.4000000000000004</c:v>
                </c:pt>
                <c:pt idx="1133">
                  <c:v>-4.4000000000000004</c:v>
                </c:pt>
                <c:pt idx="1134">
                  <c:v>-4.4000000000000004</c:v>
                </c:pt>
                <c:pt idx="1135">
                  <c:v>-4.4000000000000004</c:v>
                </c:pt>
                <c:pt idx="1136">
                  <c:v>-4.4000000000000004</c:v>
                </c:pt>
                <c:pt idx="1137">
                  <c:v>-4.4000000000000004</c:v>
                </c:pt>
                <c:pt idx="1138">
                  <c:v>-4.4000000000000004</c:v>
                </c:pt>
                <c:pt idx="1139">
                  <c:v>-4.4000000000000004</c:v>
                </c:pt>
                <c:pt idx="1140">
                  <c:v>-4.4000000000000004</c:v>
                </c:pt>
                <c:pt idx="1141">
                  <c:v>-4.4000000000000004</c:v>
                </c:pt>
                <c:pt idx="1142">
                  <c:v>-4.4000000000000004</c:v>
                </c:pt>
                <c:pt idx="1143">
                  <c:v>-4.4000000000000004</c:v>
                </c:pt>
                <c:pt idx="1144">
                  <c:v>-4.4000000000000004</c:v>
                </c:pt>
                <c:pt idx="1145">
                  <c:v>-4.4000000000000004</c:v>
                </c:pt>
                <c:pt idx="1146">
                  <c:v>-4.4000000000000004</c:v>
                </c:pt>
                <c:pt idx="1147">
                  <c:v>-4.4000000000000004</c:v>
                </c:pt>
                <c:pt idx="1148">
                  <c:v>-4.4000000000000004</c:v>
                </c:pt>
                <c:pt idx="1149">
                  <c:v>-4.4000000000000004</c:v>
                </c:pt>
                <c:pt idx="1150">
                  <c:v>-4.4000000000000004</c:v>
                </c:pt>
                <c:pt idx="1151">
                  <c:v>-4.4000000000000004</c:v>
                </c:pt>
                <c:pt idx="1152">
                  <c:v>-4.4000000000000004</c:v>
                </c:pt>
                <c:pt idx="1153">
                  <c:v>-4.4000000000000004</c:v>
                </c:pt>
                <c:pt idx="1154">
                  <c:v>-4.4000000000000004</c:v>
                </c:pt>
                <c:pt idx="1155">
                  <c:v>-4.4000000000000004</c:v>
                </c:pt>
                <c:pt idx="1156">
                  <c:v>-4.4000000000000004</c:v>
                </c:pt>
                <c:pt idx="1157">
                  <c:v>-4.4000000000000004</c:v>
                </c:pt>
                <c:pt idx="1158">
                  <c:v>-4.4000000000000004</c:v>
                </c:pt>
                <c:pt idx="1159">
                  <c:v>-4.4000000000000004</c:v>
                </c:pt>
                <c:pt idx="1160">
                  <c:v>-4.4000000000000004</c:v>
                </c:pt>
                <c:pt idx="1161">
                  <c:v>-4.4000000000000004</c:v>
                </c:pt>
                <c:pt idx="1162">
                  <c:v>-4.4000000000000004</c:v>
                </c:pt>
                <c:pt idx="1163">
                  <c:v>-4.4000000000000004</c:v>
                </c:pt>
                <c:pt idx="1164">
                  <c:v>-4.4000000000000004</c:v>
                </c:pt>
                <c:pt idx="1165">
                  <c:v>-4.4000000000000004</c:v>
                </c:pt>
                <c:pt idx="1166">
                  <c:v>-4.4000000000000004</c:v>
                </c:pt>
                <c:pt idx="1167">
                  <c:v>-4.4000000000000004</c:v>
                </c:pt>
                <c:pt idx="1168">
                  <c:v>-4.4000000000000004</c:v>
                </c:pt>
                <c:pt idx="1169">
                  <c:v>-4.4000000000000004</c:v>
                </c:pt>
                <c:pt idx="1170">
                  <c:v>-4.4000000000000004</c:v>
                </c:pt>
                <c:pt idx="1171">
                  <c:v>-4.4000000000000004</c:v>
                </c:pt>
                <c:pt idx="1172">
                  <c:v>-4.4000000000000004</c:v>
                </c:pt>
                <c:pt idx="1173">
                  <c:v>-4.4000000000000004</c:v>
                </c:pt>
                <c:pt idx="1174">
                  <c:v>-4.4000000000000004</c:v>
                </c:pt>
                <c:pt idx="1175">
                  <c:v>-4.4000000000000004</c:v>
                </c:pt>
                <c:pt idx="1176">
                  <c:v>-4.4000000000000004</c:v>
                </c:pt>
                <c:pt idx="1177">
                  <c:v>-4.4000000000000004</c:v>
                </c:pt>
                <c:pt idx="1178">
                  <c:v>-4.4000000000000004</c:v>
                </c:pt>
                <c:pt idx="1179">
                  <c:v>-4.4000000000000004</c:v>
                </c:pt>
                <c:pt idx="1180">
                  <c:v>-4.4000000000000004</c:v>
                </c:pt>
                <c:pt idx="1181">
                  <c:v>-4.4000000000000004</c:v>
                </c:pt>
                <c:pt idx="1182">
                  <c:v>-4.4000000000000004</c:v>
                </c:pt>
                <c:pt idx="1183">
                  <c:v>-4.4000000000000004</c:v>
                </c:pt>
                <c:pt idx="1184">
                  <c:v>-4.4000000000000004</c:v>
                </c:pt>
                <c:pt idx="1185">
                  <c:v>-4.4000000000000004</c:v>
                </c:pt>
                <c:pt idx="1186">
                  <c:v>-4.4000000000000004</c:v>
                </c:pt>
                <c:pt idx="1187">
                  <c:v>-4.4000000000000004</c:v>
                </c:pt>
                <c:pt idx="1188">
                  <c:v>-4.4000000000000004</c:v>
                </c:pt>
                <c:pt idx="1189">
                  <c:v>-4.4000000000000004</c:v>
                </c:pt>
                <c:pt idx="1190">
                  <c:v>-4.4000000000000004</c:v>
                </c:pt>
                <c:pt idx="1191">
                  <c:v>-4.4000000000000004</c:v>
                </c:pt>
                <c:pt idx="1192">
                  <c:v>-4.4000000000000004</c:v>
                </c:pt>
                <c:pt idx="1193">
                  <c:v>-4.4000000000000004</c:v>
                </c:pt>
                <c:pt idx="1194">
                  <c:v>-4.4000000000000004</c:v>
                </c:pt>
                <c:pt idx="1195">
                  <c:v>-4.4000000000000004</c:v>
                </c:pt>
                <c:pt idx="1196">
                  <c:v>-4.4000000000000004</c:v>
                </c:pt>
                <c:pt idx="1197">
                  <c:v>-4.4000000000000004</c:v>
                </c:pt>
                <c:pt idx="1198">
                  <c:v>-4.4000000000000004</c:v>
                </c:pt>
                <c:pt idx="1199">
                  <c:v>-4.4000000000000004</c:v>
                </c:pt>
                <c:pt idx="1200">
                  <c:v>-4.4000000000000004</c:v>
                </c:pt>
                <c:pt idx="1201">
                  <c:v>-4.4000000000000004</c:v>
                </c:pt>
                <c:pt idx="1202">
                  <c:v>-4.4000000000000004</c:v>
                </c:pt>
                <c:pt idx="1203">
                  <c:v>-4.4000000000000004</c:v>
                </c:pt>
                <c:pt idx="1204">
                  <c:v>-4.4000000000000004</c:v>
                </c:pt>
                <c:pt idx="1205">
                  <c:v>-4.4000000000000004</c:v>
                </c:pt>
                <c:pt idx="1206">
                  <c:v>-4.4000000000000004</c:v>
                </c:pt>
                <c:pt idx="1207">
                  <c:v>-4.4000000000000004</c:v>
                </c:pt>
                <c:pt idx="1208">
                  <c:v>-4.4000000000000004</c:v>
                </c:pt>
                <c:pt idx="1209">
                  <c:v>-4.4000000000000004</c:v>
                </c:pt>
                <c:pt idx="1210">
                  <c:v>-4.4000000000000004</c:v>
                </c:pt>
                <c:pt idx="1211">
                  <c:v>-4.4000000000000004</c:v>
                </c:pt>
                <c:pt idx="1212">
                  <c:v>-4.4000000000000004</c:v>
                </c:pt>
                <c:pt idx="1213">
                  <c:v>-4.4000000000000004</c:v>
                </c:pt>
                <c:pt idx="1214">
                  <c:v>-4.4000000000000004</c:v>
                </c:pt>
                <c:pt idx="1215">
                  <c:v>-4.4000000000000004</c:v>
                </c:pt>
                <c:pt idx="1216">
                  <c:v>-4.4000000000000004</c:v>
                </c:pt>
                <c:pt idx="1217">
                  <c:v>-4.4000000000000004</c:v>
                </c:pt>
                <c:pt idx="1218">
                  <c:v>-4.4000000000000004</c:v>
                </c:pt>
                <c:pt idx="1219">
                  <c:v>-4.4000000000000004</c:v>
                </c:pt>
                <c:pt idx="1220">
                  <c:v>-4.4000000000000004</c:v>
                </c:pt>
                <c:pt idx="1221">
                  <c:v>-4.4000000000000004</c:v>
                </c:pt>
                <c:pt idx="1222">
                  <c:v>-4.4000000000000004</c:v>
                </c:pt>
                <c:pt idx="1223">
                  <c:v>-4.4000000000000004</c:v>
                </c:pt>
                <c:pt idx="1224">
                  <c:v>-4.4000000000000004</c:v>
                </c:pt>
                <c:pt idx="1225">
                  <c:v>-4.4000000000000004</c:v>
                </c:pt>
                <c:pt idx="1226">
                  <c:v>-4.4000000000000004</c:v>
                </c:pt>
                <c:pt idx="1227">
                  <c:v>-4.4000000000000004</c:v>
                </c:pt>
                <c:pt idx="1228">
                  <c:v>-4.4000000000000004</c:v>
                </c:pt>
                <c:pt idx="1229">
                  <c:v>-4.4000000000000004</c:v>
                </c:pt>
                <c:pt idx="1230">
                  <c:v>-4.4000000000000004</c:v>
                </c:pt>
                <c:pt idx="1231">
                  <c:v>-4.4000000000000004</c:v>
                </c:pt>
                <c:pt idx="1232">
                  <c:v>-4.4000000000000004</c:v>
                </c:pt>
                <c:pt idx="1233">
                  <c:v>-4.4000000000000004</c:v>
                </c:pt>
                <c:pt idx="1234">
                  <c:v>-4.4000000000000004</c:v>
                </c:pt>
                <c:pt idx="1235">
                  <c:v>-4.4000000000000004</c:v>
                </c:pt>
                <c:pt idx="1236">
                  <c:v>-2.1</c:v>
                </c:pt>
                <c:pt idx="1237">
                  <c:v>-2.1</c:v>
                </c:pt>
                <c:pt idx="1238">
                  <c:v>-2.1</c:v>
                </c:pt>
                <c:pt idx="1239">
                  <c:v>-2.1</c:v>
                </c:pt>
                <c:pt idx="1240">
                  <c:v>-2.1</c:v>
                </c:pt>
                <c:pt idx="1241">
                  <c:v>-2.1</c:v>
                </c:pt>
                <c:pt idx="1242">
                  <c:v>-2.1</c:v>
                </c:pt>
                <c:pt idx="1243">
                  <c:v>-2.1</c:v>
                </c:pt>
                <c:pt idx="1244">
                  <c:v>-2.1</c:v>
                </c:pt>
                <c:pt idx="1245">
                  <c:v>-2.1</c:v>
                </c:pt>
                <c:pt idx="1246">
                  <c:v>-2.1</c:v>
                </c:pt>
                <c:pt idx="1247">
                  <c:v>-2.1</c:v>
                </c:pt>
                <c:pt idx="1248">
                  <c:v>-2.1</c:v>
                </c:pt>
                <c:pt idx="1249">
                  <c:v>-2.1</c:v>
                </c:pt>
                <c:pt idx="1250">
                  <c:v>-2.1</c:v>
                </c:pt>
                <c:pt idx="1251">
                  <c:v>-2.1</c:v>
                </c:pt>
                <c:pt idx="1252">
                  <c:v>-2.1</c:v>
                </c:pt>
                <c:pt idx="1253">
                  <c:v>-2.1</c:v>
                </c:pt>
                <c:pt idx="1254">
                  <c:v>-2.1</c:v>
                </c:pt>
                <c:pt idx="1255">
                  <c:v>-2.1</c:v>
                </c:pt>
                <c:pt idx="1256">
                  <c:v>-2.1</c:v>
                </c:pt>
                <c:pt idx="1257">
                  <c:v>-2.1</c:v>
                </c:pt>
                <c:pt idx="1258">
                  <c:v>-2.1</c:v>
                </c:pt>
                <c:pt idx="1259">
                  <c:v>-2.1</c:v>
                </c:pt>
                <c:pt idx="1260">
                  <c:v>-2.1</c:v>
                </c:pt>
                <c:pt idx="1261">
                  <c:v>-2.1</c:v>
                </c:pt>
                <c:pt idx="1262">
                  <c:v>-2.1</c:v>
                </c:pt>
                <c:pt idx="1263">
                  <c:v>-2.1</c:v>
                </c:pt>
                <c:pt idx="1264">
                  <c:v>-2.1</c:v>
                </c:pt>
                <c:pt idx="1265">
                  <c:v>-2.1</c:v>
                </c:pt>
                <c:pt idx="1266">
                  <c:v>-2.1</c:v>
                </c:pt>
                <c:pt idx="1267">
                  <c:v>-2.1</c:v>
                </c:pt>
                <c:pt idx="1268">
                  <c:v>-2.1</c:v>
                </c:pt>
                <c:pt idx="1269">
                  <c:v>-2.1</c:v>
                </c:pt>
                <c:pt idx="1270">
                  <c:v>-2.1</c:v>
                </c:pt>
                <c:pt idx="1271">
                  <c:v>-2.1</c:v>
                </c:pt>
                <c:pt idx="1272">
                  <c:v>-2.1</c:v>
                </c:pt>
                <c:pt idx="1273">
                  <c:v>-2.1</c:v>
                </c:pt>
                <c:pt idx="1274">
                  <c:v>-2.1</c:v>
                </c:pt>
                <c:pt idx="1275">
                  <c:v>-2.1</c:v>
                </c:pt>
                <c:pt idx="1276">
                  <c:v>-2.1</c:v>
                </c:pt>
                <c:pt idx="1277">
                  <c:v>-2.1</c:v>
                </c:pt>
                <c:pt idx="1278">
                  <c:v>-2.1</c:v>
                </c:pt>
                <c:pt idx="1279">
                  <c:v>-2.1</c:v>
                </c:pt>
                <c:pt idx="1280">
                  <c:v>-2.1</c:v>
                </c:pt>
                <c:pt idx="1281">
                  <c:v>-2.1</c:v>
                </c:pt>
                <c:pt idx="1282">
                  <c:v>-2.1</c:v>
                </c:pt>
                <c:pt idx="1283">
                  <c:v>-2.1</c:v>
                </c:pt>
                <c:pt idx="1284">
                  <c:v>-2.1</c:v>
                </c:pt>
                <c:pt idx="1285">
                  <c:v>-2.1</c:v>
                </c:pt>
                <c:pt idx="1286">
                  <c:v>-2.1</c:v>
                </c:pt>
                <c:pt idx="1287">
                  <c:v>-2.1</c:v>
                </c:pt>
                <c:pt idx="1288">
                  <c:v>-2.1</c:v>
                </c:pt>
                <c:pt idx="1289">
                  <c:v>-2.1</c:v>
                </c:pt>
                <c:pt idx="1290">
                  <c:v>-2.1</c:v>
                </c:pt>
                <c:pt idx="1291">
                  <c:v>-2.1</c:v>
                </c:pt>
                <c:pt idx="1292">
                  <c:v>-2.1</c:v>
                </c:pt>
                <c:pt idx="1293">
                  <c:v>-2.1</c:v>
                </c:pt>
                <c:pt idx="1294">
                  <c:v>-2.1</c:v>
                </c:pt>
                <c:pt idx="1295">
                  <c:v>-2.1</c:v>
                </c:pt>
                <c:pt idx="1296">
                  <c:v>-2.1</c:v>
                </c:pt>
                <c:pt idx="1297">
                  <c:v>-2.1</c:v>
                </c:pt>
                <c:pt idx="1298">
                  <c:v>-2.1</c:v>
                </c:pt>
                <c:pt idx="1299">
                  <c:v>-2.1</c:v>
                </c:pt>
                <c:pt idx="1300">
                  <c:v>-2.1</c:v>
                </c:pt>
                <c:pt idx="1301">
                  <c:v>-2.1</c:v>
                </c:pt>
                <c:pt idx="1302">
                  <c:v>-2.1</c:v>
                </c:pt>
                <c:pt idx="1303">
                  <c:v>-2.1</c:v>
                </c:pt>
                <c:pt idx="1304">
                  <c:v>-2.1</c:v>
                </c:pt>
                <c:pt idx="1305">
                  <c:v>-2.1</c:v>
                </c:pt>
                <c:pt idx="1306">
                  <c:v>-2.1</c:v>
                </c:pt>
                <c:pt idx="1307">
                  <c:v>-2.1</c:v>
                </c:pt>
                <c:pt idx="1308">
                  <c:v>-2.1</c:v>
                </c:pt>
                <c:pt idx="1309">
                  <c:v>-2.1</c:v>
                </c:pt>
                <c:pt idx="1310">
                  <c:v>-2.1</c:v>
                </c:pt>
                <c:pt idx="1311">
                  <c:v>-2.1</c:v>
                </c:pt>
                <c:pt idx="1312">
                  <c:v>-2.1</c:v>
                </c:pt>
                <c:pt idx="1313">
                  <c:v>-2.1</c:v>
                </c:pt>
                <c:pt idx="1314">
                  <c:v>-2.1</c:v>
                </c:pt>
                <c:pt idx="1315">
                  <c:v>-2.1</c:v>
                </c:pt>
                <c:pt idx="1316">
                  <c:v>-2.1</c:v>
                </c:pt>
                <c:pt idx="1317">
                  <c:v>-2.1</c:v>
                </c:pt>
                <c:pt idx="1318">
                  <c:v>-2.1</c:v>
                </c:pt>
                <c:pt idx="1319">
                  <c:v>-2.1</c:v>
                </c:pt>
                <c:pt idx="1320">
                  <c:v>-2.1</c:v>
                </c:pt>
                <c:pt idx="1321">
                  <c:v>-2.1</c:v>
                </c:pt>
                <c:pt idx="1322">
                  <c:v>-2.1</c:v>
                </c:pt>
                <c:pt idx="1323">
                  <c:v>-2.1</c:v>
                </c:pt>
                <c:pt idx="1324">
                  <c:v>-2.1</c:v>
                </c:pt>
                <c:pt idx="1325">
                  <c:v>-2.1</c:v>
                </c:pt>
                <c:pt idx="1326">
                  <c:v>-2.1</c:v>
                </c:pt>
                <c:pt idx="1327">
                  <c:v>-2.1</c:v>
                </c:pt>
                <c:pt idx="1328">
                  <c:v>-2.1</c:v>
                </c:pt>
                <c:pt idx="1329">
                  <c:v>-2.1</c:v>
                </c:pt>
                <c:pt idx="1330">
                  <c:v>-2.1</c:v>
                </c:pt>
                <c:pt idx="1331">
                  <c:v>-2.1</c:v>
                </c:pt>
                <c:pt idx="1332">
                  <c:v>-2.1</c:v>
                </c:pt>
                <c:pt idx="1333">
                  <c:v>-2.1</c:v>
                </c:pt>
                <c:pt idx="1334">
                  <c:v>-2.1</c:v>
                </c:pt>
                <c:pt idx="1335">
                  <c:v>-2.1</c:v>
                </c:pt>
                <c:pt idx="1336">
                  <c:v>-2.1</c:v>
                </c:pt>
                <c:pt idx="1337">
                  <c:v>-2.1</c:v>
                </c:pt>
                <c:pt idx="1338">
                  <c:v>-2.1</c:v>
                </c:pt>
                <c:pt idx="1339">
                  <c:v>-2.1</c:v>
                </c:pt>
                <c:pt idx="1340">
                  <c:v>-2.1</c:v>
                </c:pt>
                <c:pt idx="1341">
                  <c:v>-2.1</c:v>
                </c:pt>
                <c:pt idx="1342">
                  <c:v>-2.1</c:v>
                </c:pt>
                <c:pt idx="1343">
                  <c:v>-2.1</c:v>
                </c:pt>
                <c:pt idx="1344">
                  <c:v>-2.1</c:v>
                </c:pt>
                <c:pt idx="1345">
                  <c:v>-2.1</c:v>
                </c:pt>
                <c:pt idx="1346">
                  <c:v>-2.1</c:v>
                </c:pt>
                <c:pt idx="1347">
                  <c:v>-2.1</c:v>
                </c:pt>
                <c:pt idx="1348">
                  <c:v>-2.1</c:v>
                </c:pt>
                <c:pt idx="1349">
                  <c:v>-2.1</c:v>
                </c:pt>
                <c:pt idx="1350">
                  <c:v>-2.1</c:v>
                </c:pt>
                <c:pt idx="1351">
                  <c:v>-2.1</c:v>
                </c:pt>
                <c:pt idx="1352">
                  <c:v>-2.1</c:v>
                </c:pt>
                <c:pt idx="1353">
                  <c:v>-2.1</c:v>
                </c:pt>
                <c:pt idx="1354">
                  <c:v>-2.1</c:v>
                </c:pt>
                <c:pt idx="1355">
                  <c:v>-2.1</c:v>
                </c:pt>
                <c:pt idx="1356">
                  <c:v>-2.1</c:v>
                </c:pt>
                <c:pt idx="1357">
                  <c:v>-2.1</c:v>
                </c:pt>
                <c:pt idx="1358">
                  <c:v>-2.1</c:v>
                </c:pt>
                <c:pt idx="1359">
                  <c:v>-2.1</c:v>
                </c:pt>
                <c:pt idx="1360">
                  <c:v>-2.1</c:v>
                </c:pt>
                <c:pt idx="1361">
                  <c:v>-2.1</c:v>
                </c:pt>
                <c:pt idx="1362">
                  <c:v>-2.1</c:v>
                </c:pt>
                <c:pt idx="1363">
                  <c:v>-2.1</c:v>
                </c:pt>
                <c:pt idx="1364">
                  <c:v>-2.1</c:v>
                </c:pt>
                <c:pt idx="1365">
                  <c:v>-2.1</c:v>
                </c:pt>
                <c:pt idx="1366">
                  <c:v>-2.1</c:v>
                </c:pt>
                <c:pt idx="1367">
                  <c:v>-2.1</c:v>
                </c:pt>
                <c:pt idx="1368">
                  <c:v>-2.1</c:v>
                </c:pt>
                <c:pt idx="1369">
                  <c:v>-2.1</c:v>
                </c:pt>
                <c:pt idx="1370">
                  <c:v>-2.1</c:v>
                </c:pt>
                <c:pt idx="1371">
                  <c:v>-2.1</c:v>
                </c:pt>
                <c:pt idx="1372">
                  <c:v>-2.1</c:v>
                </c:pt>
                <c:pt idx="1373">
                  <c:v>-2.1</c:v>
                </c:pt>
                <c:pt idx="1374">
                  <c:v>-2.1</c:v>
                </c:pt>
                <c:pt idx="1375">
                  <c:v>-2.1</c:v>
                </c:pt>
                <c:pt idx="1376">
                  <c:v>-2.1</c:v>
                </c:pt>
                <c:pt idx="1377">
                  <c:v>-2.1</c:v>
                </c:pt>
                <c:pt idx="1378">
                  <c:v>-2.1</c:v>
                </c:pt>
                <c:pt idx="1379">
                  <c:v>-2.1</c:v>
                </c:pt>
                <c:pt idx="1380">
                  <c:v>-2.1</c:v>
                </c:pt>
                <c:pt idx="1381">
                  <c:v>-2.1</c:v>
                </c:pt>
                <c:pt idx="1382">
                  <c:v>-2.1</c:v>
                </c:pt>
                <c:pt idx="1383">
                  <c:v>-2.1</c:v>
                </c:pt>
                <c:pt idx="1384">
                  <c:v>-2.1</c:v>
                </c:pt>
                <c:pt idx="1385">
                  <c:v>-2.1</c:v>
                </c:pt>
                <c:pt idx="1386">
                  <c:v>-2.1</c:v>
                </c:pt>
                <c:pt idx="1387">
                  <c:v>-2.1</c:v>
                </c:pt>
                <c:pt idx="1388">
                  <c:v>-2.1</c:v>
                </c:pt>
                <c:pt idx="1389">
                  <c:v>-2.1</c:v>
                </c:pt>
                <c:pt idx="1390">
                  <c:v>-2.1</c:v>
                </c:pt>
                <c:pt idx="1391">
                  <c:v>-2.1</c:v>
                </c:pt>
                <c:pt idx="1392">
                  <c:v>-2.1</c:v>
                </c:pt>
                <c:pt idx="1393">
                  <c:v>-2.1</c:v>
                </c:pt>
                <c:pt idx="1394">
                  <c:v>-2.1</c:v>
                </c:pt>
                <c:pt idx="1395">
                  <c:v>-2.1</c:v>
                </c:pt>
                <c:pt idx="1396">
                  <c:v>-2.1</c:v>
                </c:pt>
                <c:pt idx="1397">
                  <c:v>-2.1</c:v>
                </c:pt>
                <c:pt idx="1398">
                  <c:v>-2.1</c:v>
                </c:pt>
                <c:pt idx="1399">
                  <c:v>-2.1</c:v>
                </c:pt>
                <c:pt idx="1400">
                  <c:v>-2.1</c:v>
                </c:pt>
                <c:pt idx="1401">
                  <c:v>-2.1</c:v>
                </c:pt>
                <c:pt idx="1402">
                  <c:v>-2.1</c:v>
                </c:pt>
                <c:pt idx="1403">
                  <c:v>-2.1</c:v>
                </c:pt>
                <c:pt idx="1404">
                  <c:v>-2.1</c:v>
                </c:pt>
                <c:pt idx="1405">
                  <c:v>-2.1</c:v>
                </c:pt>
                <c:pt idx="1406">
                  <c:v>-2.1</c:v>
                </c:pt>
                <c:pt idx="1407">
                  <c:v>-2.1</c:v>
                </c:pt>
                <c:pt idx="1408">
                  <c:v>-2.1</c:v>
                </c:pt>
                <c:pt idx="1409">
                  <c:v>-2.1</c:v>
                </c:pt>
                <c:pt idx="1410">
                  <c:v>-2.1</c:v>
                </c:pt>
                <c:pt idx="1411">
                  <c:v>-2.1</c:v>
                </c:pt>
                <c:pt idx="1412">
                  <c:v>-2.1181000000000001</c:v>
                </c:pt>
                <c:pt idx="1413">
                  <c:v>-2.1362000000000001</c:v>
                </c:pt>
                <c:pt idx="1414">
                  <c:v>-2.1724000000000001</c:v>
                </c:pt>
                <c:pt idx="1415">
                  <c:v>-2.1905000000000001</c:v>
                </c:pt>
                <c:pt idx="1416">
                  <c:v>-2.2086000000000001</c:v>
                </c:pt>
                <c:pt idx="1417">
                  <c:v>-2.2267000000000001</c:v>
                </c:pt>
                <c:pt idx="1418">
                  <c:v>-2.2629000000000001</c:v>
                </c:pt>
                <c:pt idx="1419">
                  <c:v>-2.2810000000000001</c:v>
                </c:pt>
                <c:pt idx="1420">
                  <c:v>-2.2991000000000001</c:v>
                </c:pt>
                <c:pt idx="1421">
                  <c:v>-2.3172000000000001</c:v>
                </c:pt>
                <c:pt idx="1422">
                  <c:v>-2.3353000000000002</c:v>
                </c:pt>
                <c:pt idx="1423">
                  <c:v>-2.3715000000000002</c:v>
                </c:pt>
                <c:pt idx="1424">
                  <c:v>-2.3896000000000002</c:v>
                </c:pt>
                <c:pt idx="1425">
                  <c:v>-2.4077000000000002</c:v>
                </c:pt>
                <c:pt idx="1426">
                  <c:v>-2.4258000000000002</c:v>
                </c:pt>
                <c:pt idx="1427">
                  <c:v>-2.4439000000000002</c:v>
                </c:pt>
                <c:pt idx="1428">
                  <c:v>-2.4620000000000002</c:v>
                </c:pt>
                <c:pt idx="1429">
                  <c:v>-2.4801000000000002</c:v>
                </c:pt>
                <c:pt idx="1430">
                  <c:v>-2.5163000000000002</c:v>
                </c:pt>
                <c:pt idx="1431">
                  <c:v>-2.5344000000000002</c:v>
                </c:pt>
                <c:pt idx="1432">
                  <c:v>-2.5525000000000002</c:v>
                </c:pt>
                <c:pt idx="1433">
                  <c:v>-2.5706000000000002</c:v>
                </c:pt>
                <c:pt idx="1434">
                  <c:v>-2.6067999999999998</c:v>
                </c:pt>
                <c:pt idx="1435">
                  <c:v>-2.6248999999999998</c:v>
                </c:pt>
                <c:pt idx="1436">
                  <c:v>-2.6429999999999998</c:v>
                </c:pt>
                <c:pt idx="1437">
                  <c:v>-2.6791999999999998</c:v>
                </c:pt>
                <c:pt idx="1438">
                  <c:v>-2.6972999999999998</c:v>
                </c:pt>
                <c:pt idx="1439">
                  <c:v>-2.7153999999999998</c:v>
                </c:pt>
                <c:pt idx="1440">
                  <c:v>-2.7334999999999998</c:v>
                </c:pt>
                <c:pt idx="1441">
                  <c:v>-2.7698</c:v>
                </c:pt>
                <c:pt idx="1442">
                  <c:v>-2.7879</c:v>
                </c:pt>
                <c:pt idx="1443">
                  <c:v>-2.806</c:v>
                </c:pt>
                <c:pt idx="1444">
                  <c:v>-2.8241000000000001</c:v>
                </c:pt>
                <c:pt idx="1445">
                  <c:v>-2.8603000000000001</c:v>
                </c:pt>
                <c:pt idx="1446">
                  <c:v>-2.8784000000000001</c:v>
                </c:pt>
                <c:pt idx="1447">
                  <c:v>-2.8965000000000001</c:v>
                </c:pt>
                <c:pt idx="1448">
                  <c:v>-2.9146000000000001</c:v>
                </c:pt>
                <c:pt idx="1449">
                  <c:v>-2.9327000000000001</c:v>
                </c:pt>
                <c:pt idx="1450">
                  <c:v>-2.9508000000000001</c:v>
                </c:pt>
                <c:pt idx="1451">
                  <c:v>-2.9689000000000001</c:v>
                </c:pt>
                <c:pt idx="1452">
                  <c:v>-3.0051000000000001</c:v>
                </c:pt>
                <c:pt idx="1453">
                  <c:v>-3.0232000000000001</c:v>
                </c:pt>
                <c:pt idx="1454">
                  <c:v>-3.0413000000000001</c:v>
                </c:pt>
                <c:pt idx="1455">
                  <c:v>-3.0775000000000001</c:v>
                </c:pt>
                <c:pt idx="1456">
                  <c:v>-3.0956000000000001</c:v>
                </c:pt>
                <c:pt idx="1457">
                  <c:v>-3.1137000000000001</c:v>
                </c:pt>
                <c:pt idx="1458">
                  <c:v>-3.1499000000000001</c:v>
                </c:pt>
                <c:pt idx="1459">
                  <c:v>-3.1680000000000001</c:v>
                </c:pt>
                <c:pt idx="1460">
                  <c:v>-3.1861000000000002</c:v>
                </c:pt>
                <c:pt idx="1461">
                  <c:v>-3.2042000000000002</c:v>
                </c:pt>
                <c:pt idx="1462">
                  <c:v>-3.2223000000000002</c:v>
                </c:pt>
                <c:pt idx="1463">
                  <c:v>-3.2404000000000002</c:v>
                </c:pt>
                <c:pt idx="1464">
                  <c:v>-3.2766000000000002</c:v>
                </c:pt>
                <c:pt idx="1465">
                  <c:v>-3.2947000000000002</c:v>
                </c:pt>
                <c:pt idx="1466">
                  <c:v>-3.3128000000000002</c:v>
                </c:pt>
                <c:pt idx="1467">
                  <c:v>-3.3309000000000002</c:v>
                </c:pt>
                <c:pt idx="1468">
                  <c:v>-3.3671000000000002</c:v>
                </c:pt>
                <c:pt idx="1469">
                  <c:v>-3.3671000000000002</c:v>
                </c:pt>
                <c:pt idx="1470">
                  <c:v>-3.4033000000000002</c:v>
                </c:pt>
                <c:pt idx="1471">
                  <c:v>-3.4214000000000002</c:v>
                </c:pt>
                <c:pt idx="1472">
                  <c:v>-3.4394999999999998</c:v>
                </c:pt>
                <c:pt idx="1473">
                  <c:v>-3.4756999999999998</c:v>
                </c:pt>
                <c:pt idx="1474">
                  <c:v>-3.4937999999999998</c:v>
                </c:pt>
                <c:pt idx="1475">
                  <c:v>-3.5118999999999998</c:v>
                </c:pt>
                <c:pt idx="1476">
                  <c:v>-3.53</c:v>
                </c:pt>
                <c:pt idx="1477">
                  <c:v>-3.5480999999999998</c:v>
                </c:pt>
                <c:pt idx="1478">
                  <c:v>-3.5842999999999998</c:v>
                </c:pt>
                <c:pt idx="1479">
                  <c:v>-3.6023999999999998</c:v>
                </c:pt>
                <c:pt idx="1480">
                  <c:v>-3.6204999999999998</c:v>
                </c:pt>
                <c:pt idx="1481">
                  <c:v>-3.6566999999999998</c:v>
                </c:pt>
                <c:pt idx="1482">
                  <c:v>-3.6747999999999998</c:v>
                </c:pt>
                <c:pt idx="1483">
                  <c:v>-3.6928999999999998</c:v>
                </c:pt>
                <c:pt idx="1484">
                  <c:v>-3.7109999999999999</c:v>
                </c:pt>
                <c:pt idx="1485">
                  <c:v>-3.7290999999999999</c:v>
                </c:pt>
                <c:pt idx="1486">
                  <c:v>-3.7652999999999999</c:v>
                </c:pt>
                <c:pt idx="1487">
                  <c:v>-3.7833999999999999</c:v>
                </c:pt>
                <c:pt idx="1488">
                  <c:v>-3.8195999999999999</c:v>
                </c:pt>
                <c:pt idx="1489">
                  <c:v>-3.8376999999999999</c:v>
                </c:pt>
                <c:pt idx="1490">
                  <c:v>-3.8376999999999999</c:v>
                </c:pt>
                <c:pt idx="1491">
                  <c:v>-3.8919999999999999</c:v>
                </c:pt>
                <c:pt idx="1492">
                  <c:v>-3.9100999999999999</c:v>
                </c:pt>
                <c:pt idx="1493">
                  <c:v>-3.9281999999999999</c:v>
                </c:pt>
                <c:pt idx="1494">
                  <c:v>-3.9462999999999999</c:v>
                </c:pt>
                <c:pt idx="1495">
                  <c:v>-3.9643999999999999</c:v>
                </c:pt>
                <c:pt idx="1496">
                  <c:v>-3.9824999999999999</c:v>
                </c:pt>
                <c:pt idx="1497">
                  <c:v>-4.0186999999999999</c:v>
                </c:pt>
                <c:pt idx="1498">
                  <c:v>-4.0368000000000004</c:v>
                </c:pt>
                <c:pt idx="1499">
                  <c:v>-4.0548999999999999</c:v>
                </c:pt>
                <c:pt idx="1500">
                  <c:v>-4.0730000000000004</c:v>
                </c:pt>
                <c:pt idx="1501">
                  <c:v>-4.0911</c:v>
                </c:pt>
                <c:pt idx="1502">
                  <c:v>-4.1932999999999998</c:v>
                </c:pt>
                <c:pt idx="1503">
                  <c:v>-4.2480000000000002</c:v>
                </c:pt>
                <c:pt idx="1504">
                  <c:v>-4.3026999999999997</c:v>
                </c:pt>
                <c:pt idx="1505">
                  <c:v>-4.3573000000000004</c:v>
                </c:pt>
                <c:pt idx="1506">
                  <c:v>-4.4000000000000004</c:v>
                </c:pt>
                <c:pt idx="1507">
                  <c:v>-4.4000000000000004</c:v>
                </c:pt>
                <c:pt idx="1508">
                  <c:v>-4.4000000000000004</c:v>
                </c:pt>
                <c:pt idx="1509">
                  <c:v>-4.4000000000000004</c:v>
                </c:pt>
                <c:pt idx="1510">
                  <c:v>-4.4000000000000004</c:v>
                </c:pt>
                <c:pt idx="1511">
                  <c:v>-4.4000000000000004</c:v>
                </c:pt>
                <c:pt idx="1512">
                  <c:v>-4.4000000000000004</c:v>
                </c:pt>
                <c:pt idx="1513">
                  <c:v>-4.4000000000000004</c:v>
                </c:pt>
                <c:pt idx="1514">
                  <c:v>-4.4000000000000004</c:v>
                </c:pt>
                <c:pt idx="1515">
                  <c:v>-4.4000000000000004</c:v>
                </c:pt>
                <c:pt idx="1516">
                  <c:v>-4.4000000000000004</c:v>
                </c:pt>
                <c:pt idx="1517">
                  <c:v>-4.4000000000000004</c:v>
                </c:pt>
                <c:pt idx="1518">
                  <c:v>-4.4000000000000004</c:v>
                </c:pt>
                <c:pt idx="1519">
                  <c:v>-4.4000000000000004</c:v>
                </c:pt>
                <c:pt idx="1520">
                  <c:v>-4.4000000000000004</c:v>
                </c:pt>
                <c:pt idx="1521">
                  <c:v>-4.4000000000000004</c:v>
                </c:pt>
                <c:pt idx="1522">
                  <c:v>-4.4000000000000004</c:v>
                </c:pt>
                <c:pt idx="1523">
                  <c:v>-4.4000000000000004</c:v>
                </c:pt>
                <c:pt idx="1524">
                  <c:v>-4.4000000000000004</c:v>
                </c:pt>
                <c:pt idx="1525">
                  <c:v>-4.4000000000000004</c:v>
                </c:pt>
                <c:pt idx="1526">
                  <c:v>-4.4000000000000004</c:v>
                </c:pt>
                <c:pt idx="1527">
                  <c:v>-4.4000000000000004</c:v>
                </c:pt>
                <c:pt idx="1528">
                  <c:v>-4.4000000000000004</c:v>
                </c:pt>
                <c:pt idx="1529">
                  <c:v>-4.4000000000000004</c:v>
                </c:pt>
                <c:pt idx="1530">
                  <c:v>-4.4000000000000004</c:v>
                </c:pt>
                <c:pt idx="1531">
                  <c:v>-4.4000000000000004</c:v>
                </c:pt>
                <c:pt idx="1532">
                  <c:v>-4.4000000000000004</c:v>
                </c:pt>
                <c:pt idx="1533">
                  <c:v>-4.4000000000000004</c:v>
                </c:pt>
                <c:pt idx="1534">
                  <c:v>-4.4000000000000004</c:v>
                </c:pt>
                <c:pt idx="1535">
                  <c:v>-4.4000000000000004</c:v>
                </c:pt>
                <c:pt idx="1536">
                  <c:v>-4.4000000000000004</c:v>
                </c:pt>
                <c:pt idx="1537">
                  <c:v>-4.4000000000000004</c:v>
                </c:pt>
                <c:pt idx="1538">
                  <c:v>-4.4000000000000004</c:v>
                </c:pt>
                <c:pt idx="1539">
                  <c:v>-4.4000000000000004</c:v>
                </c:pt>
                <c:pt idx="1540">
                  <c:v>-4.4000000000000004</c:v>
                </c:pt>
                <c:pt idx="1541">
                  <c:v>-4.4000000000000004</c:v>
                </c:pt>
                <c:pt idx="1542">
                  <c:v>-4.4000000000000004</c:v>
                </c:pt>
                <c:pt idx="1543">
                  <c:v>-4.4000000000000004</c:v>
                </c:pt>
                <c:pt idx="1544">
                  <c:v>-4.4000000000000004</c:v>
                </c:pt>
                <c:pt idx="1545">
                  <c:v>-4.4000000000000004</c:v>
                </c:pt>
                <c:pt idx="1546">
                  <c:v>-4.4000000000000004</c:v>
                </c:pt>
                <c:pt idx="1547">
                  <c:v>-4.4000000000000004</c:v>
                </c:pt>
                <c:pt idx="1548">
                  <c:v>-4.4000000000000004</c:v>
                </c:pt>
                <c:pt idx="1549">
                  <c:v>-4.4000000000000004</c:v>
                </c:pt>
                <c:pt idx="1550">
                  <c:v>-4.4000000000000004</c:v>
                </c:pt>
                <c:pt idx="1551">
                  <c:v>-4.4000000000000004</c:v>
                </c:pt>
                <c:pt idx="1552">
                  <c:v>-4.4000000000000004</c:v>
                </c:pt>
                <c:pt idx="1553">
                  <c:v>-4.4000000000000004</c:v>
                </c:pt>
                <c:pt idx="1554">
                  <c:v>-4.4000000000000004</c:v>
                </c:pt>
                <c:pt idx="1555">
                  <c:v>-4.4000000000000004</c:v>
                </c:pt>
                <c:pt idx="1556">
                  <c:v>-4.4000000000000004</c:v>
                </c:pt>
                <c:pt idx="1557">
                  <c:v>-4.4000000000000004</c:v>
                </c:pt>
                <c:pt idx="1558">
                  <c:v>-4.4000000000000004</c:v>
                </c:pt>
                <c:pt idx="1559">
                  <c:v>-4.4000000000000004</c:v>
                </c:pt>
                <c:pt idx="1560">
                  <c:v>-4.4000000000000004</c:v>
                </c:pt>
                <c:pt idx="1561">
                  <c:v>-4.4000000000000004</c:v>
                </c:pt>
                <c:pt idx="1562">
                  <c:v>-4.4000000000000004</c:v>
                </c:pt>
                <c:pt idx="1563">
                  <c:v>-4.4000000000000004</c:v>
                </c:pt>
                <c:pt idx="1564">
                  <c:v>-4.4000000000000004</c:v>
                </c:pt>
                <c:pt idx="1565">
                  <c:v>-4.4000000000000004</c:v>
                </c:pt>
                <c:pt idx="1566">
                  <c:v>-4.4000000000000004</c:v>
                </c:pt>
                <c:pt idx="1567">
                  <c:v>-4.4000000000000004</c:v>
                </c:pt>
                <c:pt idx="1568">
                  <c:v>-4.4000000000000004</c:v>
                </c:pt>
                <c:pt idx="1569">
                  <c:v>-4.4000000000000004</c:v>
                </c:pt>
                <c:pt idx="1570">
                  <c:v>-4.4000000000000004</c:v>
                </c:pt>
                <c:pt idx="1571">
                  <c:v>-4.4000000000000004</c:v>
                </c:pt>
                <c:pt idx="1572">
                  <c:v>-4.4000000000000004</c:v>
                </c:pt>
                <c:pt idx="1573">
                  <c:v>-4.4000000000000004</c:v>
                </c:pt>
                <c:pt idx="1574">
                  <c:v>-4.4000000000000004</c:v>
                </c:pt>
                <c:pt idx="1575">
                  <c:v>-4.4000000000000004</c:v>
                </c:pt>
                <c:pt idx="1576">
                  <c:v>-4.4000000000000004</c:v>
                </c:pt>
                <c:pt idx="1577">
                  <c:v>-4.4000000000000004</c:v>
                </c:pt>
                <c:pt idx="1578">
                  <c:v>-4.4000000000000004</c:v>
                </c:pt>
                <c:pt idx="1579">
                  <c:v>-4.4000000000000004</c:v>
                </c:pt>
                <c:pt idx="1580">
                  <c:v>-4.3989000000000003</c:v>
                </c:pt>
                <c:pt idx="1581">
                  <c:v>-4.343</c:v>
                </c:pt>
                <c:pt idx="1582">
                  <c:v>-4.2313000000000001</c:v>
                </c:pt>
                <c:pt idx="1583">
                  <c:v>-4.1753999999999998</c:v>
                </c:pt>
                <c:pt idx="1584">
                  <c:v>-4.1195000000000004</c:v>
                </c:pt>
                <c:pt idx="1585">
                  <c:v>-4.0636000000000001</c:v>
                </c:pt>
                <c:pt idx="1586">
                  <c:v>-4.0077999999999996</c:v>
                </c:pt>
                <c:pt idx="1587">
                  <c:v>-3.9519000000000002</c:v>
                </c:pt>
                <c:pt idx="1588">
                  <c:v>-3.8401000000000001</c:v>
                </c:pt>
                <c:pt idx="1589">
                  <c:v>-3.7843</c:v>
                </c:pt>
                <c:pt idx="1590">
                  <c:v>-3.7284000000000002</c:v>
                </c:pt>
                <c:pt idx="1591">
                  <c:v>-3.6724999999999999</c:v>
                </c:pt>
                <c:pt idx="1592">
                  <c:v>-3.6166999999999998</c:v>
                </c:pt>
                <c:pt idx="1593">
                  <c:v>-3.5608</c:v>
                </c:pt>
                <c:pt idx="1594">
                  <c:v>-3.5049000000000001</c:v>
                </c:pt>
                <c:pt idx="1595">
                  <c:v>-3.4489999999999998</c:v>
                </c:pt>
                <c:pt idx="1596">
                  <c:v>-3.3372999999999999</c:v>
                </c:pt>
                <c:pt idx="1597">
                  <c:v>-3.2814000000000001</c:v>
                </c:pt>
                <c:pt idx="1598">
                  <c:v>-3.2254999999999998</c:v>
                </c:pt>
                <c:pt idx="1599">
                  <c:v>-3.1697000000000002</c:v>
                </c:pt>
                <c:pt idx="1600">
                  <c:v>-3.0579000000000001</c:v>
                </c:pt>
                <c:pt idx="1601">
                  <c:v>-3.0019999999999998</c:v>
                </c:pt>
                <c:pt idx="1602">
                  <c:v>-2.9462000000000002</c:v>
                </c:pt>
                <c:pt idx="1603">
                  <c:v>-2.8902999999999999</c:v>
                </c:pt>
                <c:pt idx="1604">
                  <c:v>-2.8344</c:v>
                </c:pt>
                <c:pt idx="1605">
                  <c:v>-2.7227000000000001</c:v>
                </c:pt>
                <c:pt idx="1606">
                  <c:v>-2.6667999999999998</c:v>
                </c:pt>
                <c:pt idx="1607">
                  <c:v>-2.6109</c:v>
                </c:pt>
                <c:pt idx="1608">
                  <c:v>-2.5550999999999999</c:v>
                </c:pt>
                <c:pt idx="1609">
                  <c:v>-2.4432999999999998</c:v>
                </c:pt>
                <c:pt idx="1610">
                  <c:v>-2.3874</c:v>
                </c:pt>
                <c:pt idx="1611">
                  <c:v>-2.3315999999999999</c:v>
                </c:pt>
                <c:pt idx="1612">
                  <c:v>-2.2198000000000002</c:v>
                </c:pt>
                <c:pt idx="1613">
                  <c:v>-2.1640000000000001</c:v>
                </c:pt>
                <c:pt idx="1614">
                  <c:v>-2.1080999999999999</c:v>
                </c:pt>
                <c:pt idx="1615">
                  <c:v>-1.9963</c:v>
                </c:pt>
                <c:pt idx="1616">
                  <c:v>-1.9404999999999999</c:v>
                </c:pt>
                <c:pt idx="1617">
                  <c:v>-1.8846000000000001</c:v>
                </c:pt>
                <c:pt idx="1618">
                  <c:v>-1.8287</c:v>
                </c:pt>
                <c:pt idx="1619">
                  <c:v>-1.7170000000000001</c:v>
                </c:pt>
                <c:pt idx="1620">
                  <c:v>-1.6611</c:v>
                </c:pt>
                <c:pt idx="1621">
                  <c:v>-1.6052</c:v>
                </c:pt>
                <c:pt idx="1622">
                  <c:v>-1.5492999999999999</c:v>
                </c:pt>
                <c:pt idx="1623">
                  <c:v>-1.4376</c:v>
                </c:pt>
                <c:pt idx="1624">
                  <c:v>-1.3816999999999999</c:v>
                </c:pt>
                <c:pt idx="1625">
                  <c:v>-1.3259000000000001</c:v>
                </c:pt>
                <c:pt idx="1626">
                  <c:v>-1.2141</c:v>
                </c:pt>
                <c:pt idx="1627">
                  <c:v>-1.1581999999999999</c:v>
                </c:pt>
                <c:pt idx="1628">
                  <c:v>-1.1581999999999999</c:v>
                </c:pt>
                <c:pt idx="1629">
                  <c:v>-1.0465</c:v>
                </c:pt>
                <c:pt idx="1630">
                  <c:v>-0.99060000000000004</c:v>
                </c:pt>
                <c:pt idx="1631">
                  <c:v>-0.93469999999999998</c:v>
                </c:pt>
                <c:pt idx="1632">
                  <c:v>-0.87890000000000001</c:v>
                </c:pt>
                <c:pt idx="1633">
                  <c:v>-0.82299999999999995</c:v>
                </c:pt>
                <c:pt idx="1634">
                  <c:v>-0.7671</c:v>
                </c:pt>
                <c:pt idx="1635">
                  <c:v>-0.71130000000000004</c:v>
                </c:pt>
                <c:pt idx="1636">
                  <c:v>-0.65539999999999998</c:v>
                </c:pt>
                <c:pt idx="1637">
                  <c:v>-0.54359999999999997</c:v>
                </c:pt>
                <c:pt idx="1638">
                  <c:v>-0.48780000000000001</c:v>
                </c:pt>
                <c:pt idx="1639">
                  <c:v>-0.3201</c:v>
                </c:pt>
                <c:pt idx="1640">
                  <c:v>-0.26429999999999998</c:v>
                </c:pt>
                <c:pt idx="1641">
                  <c:v>-0.2084</c:v>
                </c:pt>
                <c:pt idx="1642">
                  <c:v>-0.1525</c:v>
                </c:pt>
                <c:pt idx="1643">
                  <c:v>-9.6699999999999994E-2</c:v>
                </c:pt>
                <c:pt idx="1644">
                  <c:v>1.5100000000000001E-2</c:v>
                </c:pt>
                <c:pt idx="1645">
                  <c:v>7.0999999999999994E-2</c:v>
                </c:pt>
                <c:pt idx="1646">
                  <c:v>0.1268</c:v>
                </c:pt>
                <c:pt idx="1647">
                  <c:v>0.1827</c:v>
                </c:pt>
                <c:pt idx="1648">
                  <c:v>0.23860000000000001</c:v>
                </c:pt>
                <c:pt idx="1649">
                  <c:v>0.3503</c:v>
                </c:pt>
                <c:pt idx="1650">
                  <c:v>0.3503</c:v>
                </c:pt>
                <c:pt idx="1651">
                  <c:v>0.46210000000000001</c:v>
                </c:pt>
                <c:pt idx="1652">
                  <c:v>0.51800000000000002</c:v>
                </c:pt>
                <c:pt idx="1653">
                  <c:v>0.62970000000000004</c:v>
                </c:pt>
                <c:pt idx="1654">
                  <c:v>0.68559999999999999</c:v>
                </c:pt>
                <c:pt idx="1655">
                  <c:v>0.74139999999999995</c:v>
                </c:pt>
                <c:pt idx="1656">
                  <c:v>0.79730000000000001</c:v>
                </c:pt>
                <c:pt idx="1657">
                  <c:v>0.85319999999999996</c:v>
                </c:pt>
                <c:pt idx="1658">
                  <c:v>0.90910000000000002</c:v>
                </c:pt>
                <c:pt idx="1659">
                  <c:v>0.96489999999999998</c:v>
                </c:pt>
                <c:pt idx="1660">
                  <c:v>1.0767</c:v>
                </c:pt>
                <c:pt idx="1661">
                  <c:v>1.1326000000000001</c:v>
                </c:pt>
                <c:pt idx="1662">
                  <c:v>1.1883999999999999</c:v>
                </c:pt>
                <c:pt idx="1663">
                  <c:v>1.3002</c:v>
                </c:pt>
                <c:pt idx="1664">
                  <c:v>1.3561000000000001</c:v>
                </c:pt>
                <c:pt idx="1665">
                  <c:v>1.4118999999999999</c:v>
                </c:pt>
                <c:pt idx="1666">
                  <c:v>1.4678</c:v>
                </c:pt>
                <c:pt idx="1667">
                  <c:v>1.6354</c:v>
                </c:pt>
                <c:pt idx="1668">
                  <c:v>1.6913</c:v>
                </c:pt>
                <c:pt idx="1669">
                  <c:v>1.8029999999999999</c:v>
                </c:pt>
                <c:pt idx="1670">
                  <c:v>1.8589</c:v>
                </c:pt>
                <c:pt idx="1671">
                  <c:v>1.9</c:v>
                </c:pt>
                <c:pt idx="1672">
                  <c:v>1.9</c:v>
                </c:pt>
                <c:pt idx="1673">
                  <c:v>1.9</c:v>
                </c:pt>
                <c:pt idx="1674">
                  <c:v>1.9</c:v>
                </c:pt>
                <c:pt idx="1675">
                  <c:v>1.9</c:v>
                </c:pt>
                <c:pt idx="1676">
                  <c:v>1.9</c:v>
                </c:pt>
                <c:pt idx="1677">
                  <c:v>1.9</c:v>
                </c:pt>
                <c:pt idx="1678">
                  <c:v>1.9</c:v>
                </c:pt>
                <c:pt idx="1679">
                  <c:v>1.9</c:v>
                </c:pt>
                <c:pt idx="1680">
                  <c:v>1.9</c:v>
                </c:pt>
                <c:pt idx="1681">
                  <c:v>1.9</c:v>
                </c:pt>
                <c:pt idx="1682">
                  <c:v>1.9</c:v>
                </c:pt>
                <c:pt idx="1683">
                  <c:v>1.9</c:v>
                </c:pt>
                <c:pt idx="1684">
                  <c:v>1.9</c:v>
                </c:pt>
                <c:pt idx="1685">
                  <c:v>1.9</c:v>
                </c:pt>
                <c:pt idx="1686">
                  <c:v>1.9</c:v>
                </c:pt>
                <c:pt idx="1687">
                  <c:v>1.9</c:v>
                </c:pt>
                <c:pt idx="1688">
                  <c:v>1.9</c:v>
                </c:pt>
                <c:pt idx="1689">
                  <c:v>1.9</c:v>
                </c:pt>
                <c:pt idx="1690">
                  <c:v>1.9</c:v>
                </c:pt>
                <c:pt idx="1691">
                  <c:v>1.9</c:v>
                </c:pt>
                <c:pt idx="1692">
                  <c:v>1.9</c:v>
                </c:pt>
                <c:pt idx="1693">
                  <c:v>1.9</c:v>
                </c:pt>
                <c:pt idx="1694">
                  <c:v>1.9</c:v>
                </c:pt>
                <c:pt idx="1695">
                  <c:v>1.8298000000000001</c:v>
                </c:pt>
                <c:pt idx="1696">
                  <c:v>1.7748999999999999</c:v>
                </c:pt>
                <c:pt idx="1697">
                  <c:v>1.7201</c:v>
                </c:pt>
                <c:pt idx="1698">
                  <c:v>1.6652</c:v>
                </c:pt>
                <c:pt idx="1699">
                  <c:v>1.5555000000000001</c:v>
                </c:pt>
                <c:pt idx="1700">
                  <c:v>1.5005999999999999</c:v>
                </c:pt>
                <c:pt idx="1701">
                  <c:v>1.3909</c:v>
                </c:pt>
                <c:pt idx="1702">
                  <c:v>1.3360000000000001</c:v>
                </c:pt>
                <c:pt idx="1703">
                  <c:v>1.2811999999999999</c:v>
                </c:pt>
                <c:pt idx="1704">
                  <c:v>1.2262999999999999</c:v>
                </c:pt>
                <c:pt idx="1705">
                  <c:v>1.1714</c:v>
                </c:pt>
                <c:pt idx="1706">
                  <c:v>1.1166</c:v>
                </c:pt>
                <c:pt idx="1707">
                  <c:v>1.0617000000000001</c:v>
                </c:pt>
                <c:pt idx="1708">
                  <c:v>0.95199999999999996</c:v>
                </c:pt>
                <c:pt idx="1709">
                  <c:v>0.89710000000000001</c:v>
                </c:pt>
                <c:pt idx="1710">
                  <c:v>0.84219999999999995</c:v>
                </c:pt>
                <c:pt idx="1711">
                  <c:v>0.78739999999999999</c:v>
                </c:pt>
                <c:pt idx="1712">
                  <c:v>0.73250000000000004</c:v>
                </c:pt>
                <c:pt idx="1713">
                  <c:v>0.67759999999999998</c:v>
                </c:pt>
                <c:pt idx="1714">
                  <c:v>0.62280000000000002</c:v>
                </c:pt>
                <c:pt idx="1715">
                  <c:v>0.51300000000000001</c:v>
                </c:pt>
                <c:pt idx="1716">
                  <c:v>0.51300000000000001</c:v>
                </c:pt>
                <c:pt idx="1717">
                  <c:v>0.40329999999999999</c:v>
                </c:pt>
                <c:pt idx="1718">
                  <c:v>0.34839999999999999</c:v>
                </c:pt>
                <c:pt idx="1719">
                  <c:v>0.29360000000000003</c:v>
                </c:pt>
                <c:pt idx="1720">
                  <c:v>0.18379999999999999</c:v>
                </c:pt>
                <c:pt idx="1721">
                  <c:v>0.129</c:v>
                </c:pt>
                <c:pt idx="1722">
                  <c:v>0.129</c:v>
                </c:pt>
                <c:pt idx="1723">
                  <c:v>1.9199999999999998E-2</c:v>
                </c:pt>
                <c:pt idx="1724">
                  <c:v>-3.56E-2</c:v>
                </c:pt>
                <c:pt idx="1725">
                  <c:v>-9.0499999999999997E-2</c:v>
                </c:pt>
                <c:pt idx="1726">
                  <c:v>-0.14530000000000001</c:v>
                </c:pt>
                <c:pt idx="1727">
                  <c:v>-0.20019999999999999</c:v>
                </c:pt>
                <c:pt idx="1728">
                  <c:v>-0.30990000000000001</c:v>
                </c:pt>
                <c:pt idx="1729">
                  <c:v>-0.36480000000000001</c:v>
                </c:pt>
                <c:pt idx="1730">
                  <c:v>-0.41970000000000002</c:v>
                </c:pt>
                <c:pt idx="1731">
                  <c:v>-0.47449999999999998</c:v>
                </c:pt>
                <c:pt idx="1732">
                  <c:v>-0.52939999999999998</c:v>
                </c:pt>
                <c:pt idx="1733">
                  <c:v>-0.6391</c:v>
                </c:pt>
                <c:pt idx="1734">
                  <c:v>-0.69399999999999995</c:v>
                </c:pt>
                <c:pt idx="1735">
                  <c:v>-0.74890000000000001</c:v>
                </c:pt>
                <c:pt idx="1736">
                  <c:v>-0.85860000000000003</c:v>
                </c:pt>
                <c:pt idx="1737">
                  <c:v>-0.91349999999999998</c:v>
                </c:pt>
                <c:pt idx="1738">
                  <c:v>-0.96830000000000005</c:v>
                </c:pt>
                <c:pt idx="1739">
                  <c:v>-1.0232000000000001</c:v>
                </c:pt>
                <c:pt idx="1740">
                  <c:v>-1.1329</c:v>
                </c:pt>
                <c:pt idx="1741">
                  <c:v>-1.1878</c:v>
                </c:pt>
                <c:pt idx="1742">
                  <c:v>-1.2426999999999999</c:v>
                </c:pt>
                <c:pt idx="1743">
                  <c:v>-1.2975000000000001</c:v>
                </c:pt>
                <c:pt idx="1744">
                  <c:v>-1.3524</c:v>
                </c:pt>
                <c:pt idx="1745">
                  <c:v>-1.4621</c:v>
                </c:pt>
                <c:pt idx="1746">
                  <c:v>-1.5169999999999999</c:v>
                </c:pt>
                <c:pt idx="1747">
                  <c:v>-1.5718000000000001</c:v>
                </c:pt>
                <c:pt idx="1748">
                  <c:v>-1.6267</c:v>
                </c:pt>
                <c:pt idx="1749">
                  <c:v>-1.7363999999999999</c:v>
                </c:pt>
                <c:pt idx="1750">
                  <c:v>-1.7912999999999999</c:v>
                </c:pt>
                <c:pt idx="1751">
                  <c:v>-1.8462000000000001</c:v>
                </c:pt>
                <c:pt idx="1752">
                  <c:v>-1.901</c:v>
                </c:pt>
                <c:pt idx="1753">
                  <c:v>-2.0108000000000001</c:v>
                </c:pt>
                <c:pt idx="1754">
                  <c:v>-2.0655999999999999</c:v>
                </c:pt>
                <c:pt idx="1755">
                  <c:v>-2.1204999999999998</c:v>
                </c:pt>
                <c:pt idx="1756">
                  <c:v>-2.2302</c:v>
                </c:pt>
                <c:pt idx="1757">
                  <c:v>-2.2850999999999999</c:v>
                </c:pt>
                <c:pt idx="1758">
                  <c:v>-2.34</c:v>
                </c:pt>
                <c:pt idx="1759">
                  <c:v>-2.3948</c:v>
                </c:pt>
                <c:pt idx="1760">
                  <c:v>-2.4497</c:v>
                </c:pt>
                <c:pt idx="1761">
                  <c:v>-2.5045999999999999</c:v>
                </c:pt>
                <c:pt idx="1762">
                  <c:v>-2.6143000000000001</c:v>
                </c:pt>
                <c:pt idx="1763">
                  <c:v>-2.6692</c:v>
                </c:pt>
                <c:pt idx="1764">
                  <c:v>-2.7240000000000002</c:v>
                </c:pt>
                <c:pt idx="1765">
                  <c:v>-2.7789000000000001</c:v>
                </c:pt>
                <c:pt idx="1766">
                  <c:v>-2.8336999999999999</c:v>
                </c:pt>
                <c:pt idx="1767">
                  <c:v>-2.9434999999999998</c:v>
                </c:pt>
                <c:pt idx="1768">
                  <c:v>-2.9983</c:v>
                </c:pt>
                <c:pt idx="1769">
                  <c:v>-3.0531999999999999</c:v>
                </c:pt>
                <c:pt idx="1770">
                  <c:v>-3.1080999999999999</c:v>
                </c:pt>
                <c:pt idx="1771">
                  <c:v>-3.2176</c:v>
                </c:pt>
                <c:pt idx="1772">
                  <c:v>-3.2723</c:v>
                </c:pt>
                <c:pt idx="1773">
                  <c:v>-3.327</c:v>
                </c:pt>
                <c:pt idx="1774">
                  <c:v>-3.3818000000000001</c:v>
                </c:pt>
                <c:pt idx="1775">
                  <c:v>-3.4365000000000001</c:v>
                </c:pt>
                <c:pt idx="1776">
                  <c:v>-3.5459000000000001</c:v>
                </c:pt>
                <c:pt idx="1777">
                  <c:v>-3.6006999999999998</c:v>
                </c:pt>
                <c:pt idx="1778">
                  <c:v>-3.6554000000000002</c:v>
                </c:pt>
                <c:pt idx="1779">
                  <c:v>-3.7101000000000002</c:v>
                </c:pt>
                <c:pt idx="1780">
                  <c:v>-3.7648999999999999</c:v>
                </c:pt>
                <c:pt idx="1781">
                  <c:v>-3.8742999999999999</c:v>
                </c:pt>
                <c:pt idx="1782">
                  <c:v>-3.9291</c:v>
                </c:pt>
                <c:pt idx="1783">
                  <c:v>-3.9838</c:v>
                </c:pt>
                <c:pt idx="1784">
                  <c:v>-4.0385</c:v>
                </c:pt>
                <c:pt idx="1785">
                  <c:v>-4.0933000000000002</c:v>
                </c:pt>
                <c:pt idx="1786">
                  <c:v>-4.2027000000000001</c:v>
                </c:pt>
                <c:pt idx="1787">
                  <c:v>-4.2575000000000003</c:v>
                </c:pt>
                <c:pt idx="1788">
                  <c:v>-4.3121999999999998</c:v>
                </c:pt>
                <c:pt idx="1789">
                  <c:v>-4.3669000000000002</c:v>
                </c:pt>
                <c:pt idx="1790">
                  <c:v>-4.4000000000000004</c:v>
                </c:pt>
                <c:pt idx="1791">
                  <c:v>-4.4000000000000004</c:v>
                </c:pt>
                <c:pt idx="1792">
                  <c:v>-4.4000000000000004</c:v>
                </c:pt>
                <c:pt idx="1793">
                  <c:v>-4.4000000000000004</c:v>
                </c:pt>
                <c:pt idx="1794">
                  <c:v>-4.4000000000000004</c:v>
                </c:pt>
                <c:pt idx="1795">
                  <c:v>-4.4000000000000004</c:v>
                </c:pt>
                <c:pt idx="1796">
                  <c:v>-4.4000000000000004</c:v>
                </c:pt>
                <c:pt idx="1797">
                  <c:v>-4.4000000000000004</c:v>
                </c:pt>
                <c:pt idx="1798">
                  <c:v>-4.4000000000000004</c:v>
                </c:pt>
                <c:pt idx="1799">
                  <c:v>-4.4000000000000004</c:v>
                </c:pt>
                <c:pt idx="1800">
                  <c:v>-4.4000000000000004</c:v>
                </c:pt>
                <c:pt idx="1801">
                  <c:v>-4.4000000000000004</c:v>
                </c:pt>
                <c:pt idx="1802">
                  <c:v>-4.4000000000000004</c:v>
                </c:pt>
                <c:pt idx="1803">
                  <c:v>-4.4000000000000004</c:v>
                </c:pt>
                <c:pt idx="1804">
                  <c:v>-4.4000000000000004</c:v>
                </c:pt>
                <c:pt idx="1805">
                  <c:v>-4.4000000000000004</c:v>
                </c:pt>
                <c:pt idx="1806">
                  <c:v>-4.4000000000000004</c:v>
                </c:pt>
                <c:pt idx="1807">
                  <c:v>-4.4000000000000004</c:v>
                </c:pt>
                <c:pt idx="1808">
                  <c:v>-4.4000000000000004</c:v>
                </c:pt>
                <c:pt idx="1809">
                  <c:v>-4.4000000000000004</c:v>
                </c:pt>
                <c:pt idx="1810">
                  <c:v>-4.4000000000000004</c:v>
                </c:pt>
                <c:pt idx="1811">
                  <c:v>-4.4000000000000004</c:v>
                </c:pt>
                <c:pt idx="1812">
                  <c:v>-4.4000000000000004</c:v>
                </c:pt>
                <c:pt idx="1813">
                  <c:v>-4.4000000000000004</c:v>
                </c:pt>
                <c:pt idx="1814">
                  <c:v>-4.4000000000000004</c:v>
                </c:pt>
                <c:pt idx="1815">
                  <c:v>-4.4000000000000004</c:v>
                </c:pt>
                <c:pt idx="1816">
                  <c:v>-4.4000000000000004</c:v>
                </c:pt>
                <c:pt idx="1817">
                  <c:v>-4.4000000000000004</c:v>
                </c:pt>
                <c:pt idx="1818">
                  <c:v>-4.4000000000000004</c:v>
                </c:pt>
                <c:pt idx="1819">
                  <c:v>-4.4000000000000004</c:v>
                </c:pt>
                <c:pt idx="1820">
                  <c:v>-4.4000000000000004</c:v>
                </c:pt>
                <c:pt idx="1821">
                  <c:v>-4.4000000000000004</c:v>
                </c:pt>
                <c:pt idx="1822">
                  <c:v>-4.4000000000000004</c:v>
                </c:pt>
                <c:pt idx="1823">
                  <c:v>-4.4000000000000004</c:v>
                </c:pt>
                <c:pt idx="1824">
                  <c:v>-4.4000000000000004</c:v>
                </c:pt>
                <c:pt idx="1825">
                  <c:v>-4.4000000000000004</c:v>
                </c:pt>
                <c:pt idx="1826">
                  <c:v>-4.4000000000000004</c:v>
                </c:pt>
                <c:pt idx="1827">
                  <c:v>-4.4000000000000004</c:v>
                </c:pt>
                <c:pt idx="1828">
                  <c:v>-4.4000000000000004</c:v>
                </c:pt>
                <c:pt idx="1829">
                  <c:v>-4.4000000000000004</c:v>
                </c:pt>
                <c:pt idx="1830">
                  <c:v>-4.4000000000000004</c:v>
                </c:pt>
                <c:pt idx="1831">
                  <c:v>-4.4000000000000004</c:v>
                </c:pt>
                <c:pt idx="1832">
                  <c:v>-4.4000000000000004</c:v>
                </c:pt>
                <c:pt idx="1833">
                  <c:v>-4.4000000000000004</c:v>
                </c:pt>
                <c:pt idx="1834">
                  <c:v>-4.4000000000000004</c:v>
                </c:pt>
                <c:pt idx="1835">
                  <c:v>-4.4000000000000004</c:v>
                </c:pt>
                <c:pt idx="1836">
                  <c:v>-4.4000000000000004</c:v>
                </c:pt>
                <c:pt idx="1837">
                  <c:v>-4.4000000000000004</c:v>
                </c:pt>
                <c:pt idx="1838">
                  <c:v>-4.4000000000000004</c:v>
                </c:pt>
                <c:pt idx="1839">
                  <c:v>-4.4000000000000004</c:v>
                </c:pt>
                <c:pt idx="1840">
                  <c:v>-4.4000000000000004</c:v>
                </c:pt>
                <c:pt idx="1841">
                  <c:v>-4.4000000000000004</c:v>
                </c:pt>
                <c:pt idx="1842">
                  <c:v>-4.4000000000000004</c:v>
                </c:pt>
                <c:pt idx="1843">
                  <c:v>-4.4000000000000004</c:v>
                </c:pt>
                <c:pt idx="1844">
                  <c:v>-4.4000000000000004</c:v>
                </c:pt>
                <c:pt idx="1845">
                  <c:v>-4.4000000000000004</c:v>
                </c:pt>
                <c:pt idx="1846">
                  <c:v>-4.4000000000000004</c:v>
                </c:pt>
                <c:pt idx="1847">
                  <c:v>-4.4000000000000004</c:v>
                </c:pt>
                <c:pt idx="1848">
                  <c:v>-4.4000000000000004</c:v>
                </c:pt>
                <c:pt idx="1849">
                  <c:v>-4.4000000000000004</c:v>
                </c:pt>
                <c:pt idx="1850">
                  <c:v>-4.4000000000000004</c:v>
                </c:pt>
                <c:pt idx="1851">
                  <c:v>-4.4000000000000004</c:v>
                </c:pt>
                <c:pt idx="1852">
                  <c:v>-4.4000000000000004</c:v>
                </c:pt>
                <c:pt idx="1853">
                  <c:v>-4.4000000000000004</c:v>
                </c:pt>
                <c:pt idx="1854">
                  <c:v>-4.4000000000000004</c:v>
                </c:pt>
                <c:pt idx="1855">
                  <c:v>-4.4000000000000004</c:v>
                </c:pt>
                <c:pt idx="1856">
                  <c:v>-4.4000000000000004</c:v>
                </c:pt>
                <c:pt idx="1857">
                  <c:v>-4.4000000000000004</c:v>
                </c:pt>
                <c:pt idx="1858">
                  <c:v>-4.4000000000000004</c:v>
                </c:pt>
                <c:pt idx="1859">
                  <c:v>-4.4000000000000004</c:v>
                </c:pt>
                <c:pt idx="1860">
                  <c:v>-4.4000000000000004</c:v>
                </c:pt>
                <c:pt idx="1861">
                  <c:v>-4.4000000000000004</c:v>
                </c:pt>
                <c:pt idx="1862">
                  <c:v>-4.3589000000000002</c:v>
                </c:pt>
                <c:pt idx="1863">
                  <c:v>-4.3029999999999999</c:v>
                </c:pt>
                <c:pt idx="1864">
                  <c:v>-4.2469999999999999</c:v>
                </c:pt>
                <c:pt idx="1865">
                  <c:v>-4.1351000000000004</c:v>
                </c:pt>
                <c:pt idx="1866">
                  <c:v>-4.0792000000000002</c:v>
                </c:pt>
                <c:pt idx="1867">
                  <c:v>-4.0232000000000001</c:v>
                </c:pt>
                <c:pt idx="1868">
                  <c:v>-3.9672999999999998</c:v>
                </c:pt>
                <c:pt idx="1869">
                  <c:v>-3.9114</c:v>
                </c:pt>
                <c:pt idx="1870">
                  <c:v>-3.8553999999999999</c:v>
                </c:pt>
                <c:pt idx="1871">
                  <c:v>-3.7435</c:v>
                </c:pt>
                <c:pt idx="1872">
                  <c:v>-3.6876000000000002</c:v>
                </c:pt>
                <c:pt idx="1873">
                  <c:v>-3.6316999999999999</c:v>
                </c:pt>
                <c:pt idx="1874">
                  <c:v>-3.5756999999999999</c:v>
                </c:pt>
                <c:pt idx="1875">
                  <c:v>-3.5198</c:v>
                </c:pt>
                <c:pt idx="1876">
                  <c:v>-3.4638</c:v>
                </c:pt>
                <c:pt idx="1877">
                  <c:v>-3.4079000000000002</c:v>
                </c:pt>
                <c:pt idx="1878">
                  <c:v>-3.2959999999999998</c:v>
                </c:pt>
                <c:pt idx="1879">
                  <c:v>-3.2401</c:v>
                </c:pt>
                <c:pt idx="1880">
                  <c:v>-3.1282000000000001</c:v>
                </c:pt>
                <c:pt idx="1881">
                  <c:v>-3.0722</c:v>
                </c:pt>
                <c:pt idx="1882">
                  <c:v>-3.0163000000000002</c:v>
                </c:pt>
                <c:pt idx="1883">
                  <c:v>-2.9043999999999999</c:v>
                </c:pt>
                <c:pt idx="1884">
                  <c:v>-2.8485</c:v>
                </c:pt>
                <c:pt idx="1885">
                  <c:v>-2.7925</c:v>
                </c:pt>
                <c:pt idx="1886">
                  <c:v>-2.7366000000000001</c:v>
                </c:pt>
                <c:pt idx="1887">
                  <c:v>-2.6246999999999998</c:v>
                </c:pt>
                <c:pt idx="1888">
                  <c:v>-2.5688</c:v>
                </c:pt>
                <c:pt idx="1889">
                  <c:v>-2.5127999999999999</c:v>
                </c:pt>
                <c:pt idx="1890">
                  <c:v>-2.4009</c:v>
                </c:pt>
                <c:pt idx="1891">
                  <c:v>-2.3450000000000002</c:v>
                </c:pt>
                <c:pt idx="1892">
                  <c:v>-2.2890999999999999</c:v>
                </c:pt>
                <c:pt idx="1893">
                  <c:v>-2.2330999999999999</c:v>
                </c:pt>
                <c:pt idx="1894">
                  <c:v>-2.1212</c:v>
                </c:pt>
                <c:pt idx="1895">
                  <c:v>-2.0653000000000001</c:v>
                </c:pt>
                <c:pt idx="1896">
                  <c:v>-2.0093999999999999</c:v>
                </c:pt>
                <c:pt idx="1897">
                  <c:v>-1.8975</c:v>
                </c:pt>
                <c:pt idx="1898">
                  <c:v>-1.8414999999999999</c:v>
                </c:pt>
                <c:pt idx="1899">
                  <c:v>-1.7297</c:v>
                </c:pt>
                <c:pt idx="1900">
                  <c:v>-1.6737</c:v>
                </c:pt>
                <c:pt idx="1901">
                  <c:v>-1.6177999999999999</c:v>
                </c:pt>
                <c:pt idx="1902">
                  <c:v>-1.5059</c:v>
                </c:pt>
                <c:pt idx="1903">
                  <c:v>-1.4499</c:v>
                </c:pt>
                <c:pt idx="1904">
                  <c:v>-1.3939999999999999</c:v>
                </c:pt>
                <c:pt idx="1905">
                  <c:v>-1.2821</c:v>
                </c:pt>
                <c:pt idx="1906">
                  <c:v>-1.2262</c:v>
                </c:pt>
                <c:pt idx="1907">
                  <c:v>-1.1701999999999999</c:v>
                </c:pt>
                <c:pt idx="1908">
                  <c:v>-1.1143000000000001</c:v>
                </c:pt>
                <c:pt idx="1909">
                  <c:v>-1.0024</c:v>
                </c:pt>
                <c:pt idx="1910">
                  <c:v>-0.94650000000000001</c:v>
                </c:pt>
                <c:pt idx="1911">
                  <c:v>-0.89049999999999996</c:v>
                </c:pt>
                <c:pt idx="1912">
                  <c:v>-0.83460000000000001</c:v>
                </c:pt>
                <c:pt idx="1913">
                  <c:v>-0.77869999999999995</c:v>
                </c:pt>
                <c:pt idx="1914">
                  <c:v>-0.66679999999999995</c:v>
                </c:pt>
                <c:pt idx="1915">
                  <c:v>-0.61080000000000001</c:v>
                </c:pt>
                <c:pt idx="1916">
                  <c:v>-0.61080000000000001</c:v>
                </c:pt>
                <c:pt idx="1917">
                  <c:v>-0.50309999999999999</c:v>
                </c:pt>
                <c:pt idx="1918">
                  <c:v>-0.45600000000000002</c:v>
                </c:pt>
                <c:pt idx="1919">
                  <c:v>-0.40899999999999997</c:v>
                </c:pt>
                <c:pt idx="1920">
                  <c:v>-0.36199999999999999</c:v>
                </c:pt>
                <c:pt idx="1921">
                  <c:v>-0.315</c:v>
                </c:pt>
                <c:pt idx="1922">
                  <c:v>-0.221</c:v>
                </c:pt>
                <c:pt idx="1923">
                  <c:v>-0.17399999999999999</c:v>
                </c:pt>
                <c:pt idx="1924">
                  <c:v>-0.127</c:v>
                </c:pt>
                <c:pt idx="1925">
                  <c:v>-0.08</c:v>
                </c:pt>
                <c:pt idx="1926">
                  <c:v>-3.3000000000000002E-2</c:v>
                </c:pt>
                <c:pt idx="1927">
                  <c:v>1.4E-2</c:v>
                </c:pt>
                <c:pt idx="1928">
                  <c:v>6.0999999999999999E-2</c:v>
                </c:pt>
                <c:pt idx="1929">
                  <c:v>0.155</c:v>
                </c:pt>
                <c:pt idx="1930">
                  <c:v>0.2021</c:v>
                </c:pt>
                <c:pt idx="1931">
                  <c:v>0.24909999999999999</c:v>
                </c:pt>
                <c:pt idx="1932">
                  <c:v>0.34310000000000002</c:v>
                </c:pt>
                <c:pt idx="1933">
                  <c:v>0.3901</c:v>
                </c:pt>
                <c:pt idx="1934">
                  <c:v>0.48409999999999997</c:v>
                </c:pt>
                <c:pt idx="1935">
                  <c:v>0.53110000000000002</c:v>
                </c:pt>
                <c:pt idx="1936">
                  <c:v>0.57809999999999995</c:v>
                </c:pt>
                <c:pt idx="1937">
                  <c:v>0.62509999999999999</c:v>
                </c:pt>
                <c:pt idx="1938">
                  <c:v>0.71909999999999996</c:v>
                </c:pt>
                <c:pt idx="1939">
                  <c:v>0.7661</c:v>
                </c:pt>
                <c:pt idx="1940">
                  <c:v>0.81320000000000003</c:v>
                </c:pt>
                <c:pt idx="1941">
                  <c:v>0.86019999999999996</c:v>
                </c:pt>
                <c:pt idx="1942">
                  <c:v>0.90720000000000001</c:v>
                </c:pt>
                <c:pt idx="1943">
                  <c:v>1.0012000000000001</c:v>
                </c:pt>
                <c:pt idx="1944">
                  <c:v>1.0482</c:v>
                </c:pt>
                <c:pt idx="1945">
                  <c:v>1.0952</c:v>
                </c:pt>
                <c:pt idx="1946">
                  <c:v>1.1422000000000001</c:v>
                </c:pt>
                <c:pt idx="1947">
                  <c:v>1.1892</c:v>
                </c:pt>
                <c:pt idx="1948">
                  <c:v>1.2831999999999999</c:v>
                </c:pt>
                <c:pt idx="1949">
                  <c:v>1.3302</c:v>
                </c:pt>
                <c:pt idx="1950">
                  <c:v>1.3772</c:v>
                </c:pt>
                <c:pt idx="1951">
                  <c:v>1.4241999999999999</c:v>
                </c:pt>
                <c:pt idx="1952">
                  <c:v>1.5183</c:v>
                </c:pt>
                <c:pt idx="1953">
                  <c:v>1.5652999999999999</c:v>
                </c:pt>
                <c:pt idx="1954">
                  <c:v>1.6123000000000001</c:v>
                </c:pt>
                <c:pt idx="1955">
                  <c:v>1.6593</c:v>
                </c:pt>
                <c:pt idx="1956">
                  <c:v>1.7062999999999999</c:v>
                </c:pt>
                <c:pt idx="1957">
                  <c:v>1.7533000000000001</c:v>
                </c:pt>
                <c:pt idx="1958">
                  <c:v>1.8003</c:v>
                </c:pt>
                <c:pt idx="1959">
                  <c:v>1.8472999999999999</c:v>
                </c:pt>
                <c:pt idx="1960">
                  <c:v>1.8943000000000001</c:v>
                </c:pt>
                <c:pt idx="1961">
                  <c:v>1.9</c:v>
                </c:pt>
                <c:pt idx="1962">
                  <c:v>1.9</c:v>
                </c:pt>
                <c:pt idx="1963">
                  <c:v>1.9</c:v>
                </c:pt>
                <c:pt idx="1964">
                  <c:v>1.9</c:v>
                </c:pt>
                <c:pt idx="1965">
                  <c:v>1.9</c:v>
                </c:pt>
                <c:pt idx="1966">
                  <c:v>1.9</c:v>
                </c:pt>
                <c:pt idx="1967">
                  <c:v>1.9</c:v>
                </c:pt>
                <c:pt idx="1968">
                  <c:v>1.9</c:v>
                </c:pt>
                <c:pt idx="1969">
                  <c:v>1.9</c:v>
                </c:pt>
                <c:pt idx="1970">
                  <c:v>1.9</c:v>
                </c:pt>
                <c:pt idx="1971">
                  <c:v>1.9</c:v>
                </c:pt>
                <c:pt idx="1972">
                  <c:v>1.9</c:v>
                </c:pt>
                <c:pt idx="1973">
                  <c:v>1.9</c:v>
                </c:pt>
                <c:pt idx="1974">
                  <c:v>1.9</c:v>
                </c:pt>
                <c:pt idx="1975">
                  <c:v>1.9</c:v>
                </c:pt>
                <c:pt idx="1976">
                  <c:v>1.9</c:v>
                </c:pt>
                <c:pt idx="1977">
                  <c:v>1.9</c:v>
                </c:pt>
                <c:pt idx="1978">
                  <c:v>1.9</c:v>
                </c:pt>
                <c:pt idx="1979">
                  <c:v>1.9</c:v>
                </c:pt>
                <c:pt idx="1980">
                  <c:v>1.9</c:v>
                </c:pt>
                <c:pt idx="1981">
                  <c:v>1.9</c:v>
                </c:pt>
                <c:pt idx="1982">
                  <c:v>1.9</c:v>
                </c:pt>
                <c:pt idx="1983">
                  <c:v>1.9</c:v>
                </c:pt>
                <c:pt idx="1984">
                  <c:v>1.9</c:v>
                </c:pt>
                <c:pt idx="1985">
                  <c:v>1.9</c:v>
                </c:pt>
                <c:pt idx="1986">
                  <c:v>1.9</c:v>
                </c:pt>
                <c:pt idx="1987">
                  <c:v>1.9</c:v>
                </c:pt>
                <c:pt idx="1988">
                  <c:v>1.9</c:v>
                </c:pt>
                <c:pt idx="1989">
                  <c:v>1.9</c:v>
                </c:pt>
                <c:pt idx="1990">
                  <c:v>1.8854</c:v>
                </c:pt>
                <c:pt idx="1991">
                  <c:v>1.8395999999999999</c:v>
                </c:pt>
                <c:pt idx="1992">
                  <c:v>1.7938000000000001</c:v>
                </c:pt>
                <c:pt idx="1993">
                  <c:v>1.748</c:v>
                </c:pt>
                <c:pt idx="1994">
                  <c:v>1.6564000000000001</c:v>
                </c:pt>
                <c:pt idx="1995">
                  <c:v>1.6105</c:v>
                </c:pt>
                <c:pt idx="1996">
                  <c:v>1.5647</c:v>
                </c:pt>
                <c:pt idx="1997">
                  <c:v>1.5188999999999999</c:v>
                </c:pt>
                <c:pt idx="1998">
                  <c:v>1.4273</c:v>
                </c:pt>
                <c:pt idx="1999">
                  <c:v>1.3814</c:v>
                </c:pt>
                <c:pt idx="2000">
                  <c:v>1.3355999999999999</c:v>
                </c:pt>
                <c:pt idx="2001">
                  <c:v>1.2898000000000001</c:v>
                </c:pt>
                <c:pt idx="2002">
                  <c:v>1.244</c:v>
                </c:pt>
                <c:pt idx="2003">
                  <c:v>1.1981999999999999</c:v>
                </c:pt>
                <c:pt idx="2004">
                  <c:v>1.1065</c:v>
                </c:pt>
                <c:pt idx="2005">
                  <c:v>1.0607</c:v>
                </c:pt>
                <c:pt idx="2006">
                  <c:v>1.0148999999999999</c:v>
                </c:pt>
                <c:pt idx="2007">
                  <c:v>0.96909999999999996</c:v>
                </c:pt>
                <c:pt idx="2008">
                  <c:v>0.92330000000000001</c:v>
                </c:pt>
                <c:pt idx="2009">
                  <c:v>0.87739999999999996</c:v>
                </c:pt>
                <c:pt idx="2010">
                  <c:v>0.78580000000000005</c:v>
                </c:pt>
                <c:pt idx="2011">
                  <c:v>0.74</c:v>
                </c:pt>
                <c:pt idx="2012">
                  <c:v>0.69420000000000004</c:v>
                </c:pt>
                <c:pt idx="2013">
                  <c:v>0.60250000000000004</c:v>
                </c:pt>
                <c:pt idx="2014">
                  <c:v>0.55669999999999997</c:v>
                </c:pt>
                <c:pt idx="2015">
                  <c:v>0.51090000000000002</c:v>
                </c:pt>
                <c:pt idx="2016">
                  <c:v>0.46510000000000001</c:v>
                </c:pt>
                <c:pt idx="2017">
                  <c:v>0.37340000000000001</c:v>
                </c:pt>
                <c:pt idx="2018">
                  <c:v>0.37340000000000001</c:v>
                </c:pt>
                <c:pt idx="2019">
                  <c:v>0.28179999999999999</c:v>
                </c:pt>
                <c:pt idx="2020">
                  <c:v>0.23599999999999999</c:v>
                </c:pt>
                <c:pt idx="2021">
                  <c:v>0.19020000000000001</c:v>
                </c:pt>
                <c:pt idx="2022">
                  <c:v>0.1444</c:v>
                </c:pt>
                <c:pt idx="2023">
                  <c:v>5.2699999999999997E-2</c:v>
                </c:pt>
                <c:pt idx="2024">
                  <c:v>6.8999999999999999E-3</c:v>
                </c:pt>
                <c:pt idx="2025">
                  <c:v>-3.8899999999999997E-2</c:v>
                </c:pt>
                <c:pt idx="2026">
                  <c:v>-8.4699999999999998E-2</c:v>
                </c:pt>
                <c:pt idx="2027">
                  <c:v>-0.1764</c:v>
                </c:pt>
                <c:pt idx="2028">
                  <c:v>-0.22220000000000001</c:v>
                </c:pt>
                <c:pt idx="2029">
                  <c:v>-0.26800000000000002</c:v>
                </c:pt>
                <c:pt idx="2030">
                  <c:v>-0.31380000000000002</c:v>
                </c:pt>
                <c:pt idx="2031">
                  <c:v>-0.35970000000000002</c:v>
                </c:pt>
                <c:pt idx="2032">
                  <c:v>-0.40550000000000003</c:v>
                </c:pt>
                <c:pt idx="2033">
                  <c:v>-0.45129999999999998</c:v>
                </c:pt>
                <c:pt idx="2034">
                  <c:v>-0.49709999999999999</c:v>
                </c:pt>
                <c:pt idx="2035">
                  <c:v>-0.5887</c:v>
                </c:pt>
                <c:pt idx="2036">
                  <c:v>-0.63460000000000005</c:v>
                </c:pt>
                <c:pt idx="2037">
                  <c:v>-0.6804</c:v>
                </c:pt>
                <c:pt idx="2038">
                  <c:v>-0.72619999999999996</c:v>
                </c:pt>
                <c:pt idx="2039">
                  <c:v>-0.77200000000000002</c:v>
                </c:pt>
                <c:pt idx="2040">
                  <c:v>-0.81779999999999997</c:v>
                </c:pt>
                <c:pt idx="2041">
                  <c:v>-0.86370000000000002</c:v>
                </c:pt>
                <c:pt idx="2042">
                  <c:v>-0.95530000000000004</c:v>
                </c:pt>
                <c:pt idx="2043">
                  <c:v>-1.0011000000000001</c:v>
                </c:pt>
                <c:pt idx="2044">
                  <c:v>-1.0468999999999999</c:v>
                </c:pt>
                <c:pt idx="2045">
                  <c:v>-1.0927</c:v>
                </c:pt>
                <c:pt idx="2046">
                  <c:v>-1.1386000000000001</c:v>
                </c:pt>
                <c:pt idx="2047">
                  <c:v>-1.1841999999999999</c:v>
                </c:pt>
                <c:pt idx="2048">
                  <c:v>-1.2299</c:v>
                </c:pt>
                <c:pt idx="2049">
                  <c:v>-1.2755000000000001</c:v>
                </c:pt>
                <c:pt idx="2050">
                  <c:v>-1.3669</c:v>
                </c:pt>
                <c:pt idx="2051">
                  <c:v>-1.3669</c:v>
                </c:pt>
                <c:pt idx="2052">
                  <c:v>-1.4581999999999999</c:v>
                </c:pt>
                <c:pt idx="2053">
                  <c:v>-1.5038</c:v>
                </c:pt>
                <c:pt idx="2054">
                  <c:v>-1.5495000000000001</c:v>
                </c:pt>
                <c:pt idx="2055">
                  <c:v>-1.5952</c:v>
                </c:pt>
                <c:pt idx="2056">
                  <c:v>-1.6865000000000001</c:v>
                </c:pt>
                <c:pt idx="2057">
                  <c:v>-1.7322</c:v>
                </c:pt>
                <c:pt idx="2058">
                  <c:v>-1.7778</c:v>
                </c:pt>
                <c:pt idx="2059">
                  <c:v>-1.8691</c:v>
                </c:pt>
                <c:pt idx="2060">
                  <c:v>-1.9148000000000001</c:v>
                </c:pt>
                <c:pt idx="2061">
                  <c:v>-1.9604999999999999</c:v>
                </c:pt>
                <c:pt idx="2062">
                  <c:v>-2.0061</c:v>
                </c:pt>
                <c:pt idx="2063">
                  <c:v>-2.0518000000000001</c:v>
                </c:pt>
                <c:pt idx="2064">
                  <c:v>-2.0973999999999999</c:v>
                </c:pt>
                <c:pt idx="2065">
                  <c:v>-2.1888000000000001</c:v>
                </c:pt>
                <c:pt idx="2066">
                  <c:v>-2.2343999999999999</c:v>
                </c:pt>
                <c:pt idx="2067">
                  <c:v>-2.2801</c:v>
                </c:pt>
                <c:pt idx="2068">
                  <c:v>-2.3256999999999999</c:v>
                </c:pt>
                <c:pt idx="2069">
                  <c:v>-2.3714</c:v>
                </c:pt>
                <c:pt idx="2070">
                  <c:v>-2.4626999999999999</c:v>
                </c:pt>
                <c:pt idx="2071">
                  <c:v>-2.5084</c:v>
                </c:pt>
                <c:pt idx="2072">
                  <c:v>-2.5539999999999998</c:v>
                </c:pt>
                <c:pt idx="2073">
                  <c:v>-2.5996999999999999</c:v>
                </c:pt>
                <c:pt idx="2074">
                  <c:v>-2.6909999999999998</c:v>
                </c:pt>
                <c:pt idx="2075">
                  <c:v>-2.7366999999999999</c:v>
                </c:pt>
                <c:pt idx="2076">
                  <c:v>-2.7823000000000002</c:v>
                </c:pt>
                <c:pt idx="2077">
                  <c:v>-2.8279999999999998</c:v>
                </c:pt>
                <c:pt idx="2078">
                  <c:v>-2.8736999999999999</c:v>
                </c:pt>
                <c:pt idx="2079">
                  <c:v>-2.9649999999999999</c:v>
                </c:pt>
                <c:pt idx="2080">
                  <c:v>-3.0106999999999999</c:v>
                </c:pt>
                <c:pt idx="2081">
                  <c:v>-3.0562999999999998</c:v>
                </c:pt>
                <c:pt idx="2082">
                  <c:v>-3.1019999999999999</c:v>
                </c:pt>
                <c:pt idx="2083">
                  <c:v>-3.1476000000000002</c:v>
                </c:pt>
                <c:pt idx="2084">
                  <c:v>-3.1932999999999998</c:v>
                </c:pt>
                <c:pt idx="2085">
                  <c:v>-3.2389999999999999</c:v>
                </c:pt>
                <c:pt idx="2086">
                  <c:v>-3.2846000000000002</c:v>
                </c:pt>
                <c:pt idx="2087">
                  <c:v>-3.3759000000000001</c:v>
                </c:pt>
                <c:pt idx="2088">
                  <c:v>-3.4216000000000002</c:v>
                </c:pt>
                <c:pt idx="2089">
                  <c:v>-3.4672999999999998</c:v>
                </c:pt>
                <c:pt idx="2090">
                  <c:v>-3.5129000000000001</c:v>
                </c:pt>
                <c:pt idx="2091">
                  <c:v>-3.5586000000000002</c:v>
                </c:pt>
                <c:pt idx="2092">
                  <c:v>-3.6042000000000001</c:v>
                </c:pt>
                <c:pt idx="2093">
                  <c:v>-3.6956000000000002</c:v>
                </c:pt>
                <c:pt idx="2094">
                  <c:v>-3.7412000000000001</c:v>
                </c:pt>
                <c:pt idx="2095">
                  <c:v>-3.7869000000000002</c:v>
                </c:pt>
                <c:pt idx="2096">
                  <c:v>-3.8782000000000001</c:v>
                </c:pt>
                <c:pt idx="2097">
                  <c:v>-3.9239000000000002</c:v>
                </c:pt>
                <c:pt idx="2098">
                  <c:v>-3.9695</c:v>
                </c:pt>
                <c:pt idx="2099">
                  <c:v>-4.0608000000000004</c:v>
                </c:pt>
                <c:pt idx="2100">
                  <c:v>-4.1521999999999997</c:v>
                </c:pt>
                <c:pt idx="2101">
                  <c:v>-4.1978</c:v>
                </c:pt>
                <c:pt idx="2102">
                  <c:v>-4.2891000000000004</c:v>
                </c:pt>
                <c:pt idx="2103">
                  <c:v>-4.3348000000000004</c:v>
                </c:pt>
                <c:pt idx="2104">
                  <c:v>-4.3804999999999996</c:v>
                </c:pt>
                <c:pt idx="2105">
                  <c:v>-4.4000000000000004</c:v>
                </c:pt>
                <c:pt idx="2106">
                  <c:v>-4.4000000000000004</c:v>
                </c:pt>
                <c:pt idx="2107">
                  <c:v>-4.4000000000000004</c:v>
                </c:pt>
                <c:pt idx="2108">
                  <c:v>-4.4000000000000004</c:v>
                </c:pt>
                <c:pt idx="2109">
                  <c:v>-4.4000000000000004</c:v>
                </c:pt>
                <c:pt idx="2110">
                  <c:v>-4.4000000000000004</c:v>
                </c:pt>
                <c:pt idx="2111">
                  <c:v>-4.4000000000000004</c:v>
                </c:pt>
                <c:pt idx="2112">
                  <c:v>-4.4000000000000004</c:v>
                </c:pt>
                <c:pt idx="2113">
                  <c:v>-4.4000000000000004</c:v>
                </c:pt>
                <c:pt idx="2114">
                  <c:v>-4.4000000000000004</c:v>
                </c:pt>
                <c:pt idx="2115">
                  <c:v>-4.4000000000000004</c:v>
                </c:pt>
                <c:pt idx="2116">
                  <c:v>-4.4000000000000004</c:v>
                </c:pt>
                <c:pt idx="2117">
                  <c:v>-4.4000000000000004</c:v>
                </c:pt>
                <c:pt idx="2118">
                  <c:v>-4.4000000000000004</c:v>
                </c:pt>
                <c:pt idx="2119">
                  <c:v>-4.4000000000000004</c:v>
                </c:pt>
                <c:pt idx="2120">
                  <c:v>-4.4000000000000004</c:v>
                </c:pt>
                <c:pt idx="2121">
                  <c:v>-4.4000000000000004</c:v>
                </c:pt>
                <c:pt idx="2122">
                  <c:v>-4.4000000000000004</c:v>
                </c:pt>
                <c:pt idx="2123">
                  <c:v>-4.4000000000000004</c:v>
                </c:pt>
                <c:pt idx="2124">
                  <c:v>-4.4000000000000004</c:v>
                </c:pt>
                <c:pt idx="2125">
                  <c:v>-4.4000000000000004</c:v>
                </c:pt>
                <c:pt idx="2126">
                  <c:v>-4.4000000000000004</c:v>
                </c:pt>
                <c:pt idx="2127">
                  <c:v>-4.4000000000000004</c:v>
                </c:pt>
                <c:pt idx="2128">
                  <c:v>-4.4000000000000004</c:v>
                </c:pt>
                <c:pt idx="2129">
                  <c:v>-4.4000000000000004</c:v>
                </c:pt>
                <c:pt idx="2130">
                  <c:v>-4.4000000000000004</c:v>
                </c:pt>
                <c:pt idx="2131">
                  <c:v>-4.4000000000000004</c:v>
                </c:pt>
                <c:pt idx="2132">
                  <c:v>-4.4000000000000004</c:v>
                </c:pt>
                <c:pt idx="2133">
                  <c:v>-4.4000000000000004</c:v>
                </c:pt>
                <c:pt idx="2134">
                  <c:v>-4.4000000000000004</c:v>
                </c:pt>
                <c:pt idx="2135">
                  <c:v>-4.4000000000000004</c:v>
                </c:pt>
                <c:pt idx="2136">
                  <c:v>-4.4000000000000004</c:v>
                </c:pt>
                <c:pt idx="2137">
                  <c:v>-4.4000000000000004</c:v>
                </c:pt>
                <c:pt idx="2138">
                  <c:v>-4.4000000000000004</c:v>
                </c:pt>
                <c:pt idx="2139">
                  <c:v>-4.4000000000000004</c:v>
                </c:pt>
                <c:pt idx="2140">
                  <c:v>-4.4000000000000004</c:v>
                </c:pt>
                <c:pt idx="2141">
                  <c:v>-4.4000000000000004</c:v>
                </c:pt>
                <c:pt idx="2142">
                  <c:v>-4.4000000000000004</c:v>
                </c:pt>
                <c:pt idx="2143">
                  <c:v>-4.4000000000000004</c:v>
                </c:pt>
                <c:pt idx="2144">
                  <c:v>-4.4000000000000004</c:v>
                </c:pt>
                <c:pt idx="2145">
                  <c:v>-4.4000000000000004</c:v>
                </c:pt>
                <c:pt idx="2146">
                  <c:v>-4.4000000000000004</c:v>
                </c:pt>
                <c:pt idx="2147">
                  <c:v>-4.4000000000000004</c:v>
                </c:pt>
                <c:pt idx="2148">
                  <c:v>-4.4000000000000004</c:v>
                </c:pt>
                <c:pt idx="2149">
                  <c:v>-4.4000000000000004</c:v>
                </c:pt>
                <c:pt idx="2150">
                  <c:v>-4.4000000000000004</c:v>
                </c:pt>
                <c:pt idx="2151">
                  <c:v>-4.4000000000000004</c:v>
                </c:pt>
                <c:pt idx="2152">
                  <c:v>-4.4000000000000004</c:v>
                </c:pt>
                <c:pt idx="2153">
                  <c:v>-4.4000000000000004</c:v>
                </c:pt>
                <c:pt idx="2154">
                  <c:v>-4.4000000000000004</c:v>
                </c:pt>
                <c:pt idx="2155">
                  <c:v>-4.4000000000000004</c:v>
                </c:pt>
                <c:pt idx="2156">
                  <c:v>-4.4000000000000004</c:v>
                </c:pt>
                <c:pt idx="2157">
                  <c:v>-4.4000000000000004</c:v>
                </c:pt>
                <c:pt idx="2158">
                  <c:v>-4.4000000000000004</c:v>
                </c:pt>
                <c:pt idx="2159">
                  <c:v>-4.4000000000000004</c:v>
                </c:pt>
                <c:pt idx="2160">
                  <c:v>-4.4000000000000004</c:v>
                </c:pt>
                <c:pt idx="2161">
                  <c:v>-4.4000000000000004</c:v>
                </c:pt>
                <c:pt idx="2162">
                  <c:v>-4.4000000000000004</c:v>
                </c:pt>
                <c:pt idx="2163">
                  <c:v>-4.4000000000000004</c:v>
                </c:pt>
                <c:pt idx="2164">
                  <c:v>-4.4000000000000004</c:v>
                </c:pt>
                <c:pt idx="2165">
                  <c:v>-4.4000000000000004</c:v>
                </c:pt>
                <c:pt idx="2166">
                  <c:v>-4.4000000000000004</c:v>
                </c:pt>
                <c:pt idx="2167">
                  <c:v>-4.4000000000000004</c:v>
                </c:pt>
                <c:pt idx="2168">
                  <c:v>-4.4000000000000004</c:v>
                </c:pt>
                <c:pt idx="2169">
                  <c:v>-4.4000000000000004</c:v>
                </c:pt>
                <c:pt idx="2170">
                  <c:v>-4.4000000000000004</c:v>
                </c:pt>
                <c:pt idx="2171">
                  <c:v>-4.4000000000000004</c:v>
                </c:pt>
                <c:pt idx="2172">
                  <c:v>-4.4000000000000004</c:v>
                </c:pt>
                <c:pt idx="2173">
                  <c:v>-4.4000000000000004</c:v>
                </c:pt>
                <c:pt idx="2174">
                  <c:v>-4.4000000000000004</c:v>
                </c:pt>
                <c:pt idx="2175">
                  <c:v>-4.4000000000000004</c:v>
                </c:pt>
                <c:pt idx="2176">
                  <c:v>-4.4000000000000004</c:v>
                </c:pt>
                <c:pt idx="2177">
                  <c:v>-4.4000000000000004</c:v>
                </c:pt>
                <c:pt idx="2178">
                  <c:v>-4.4000000000000004</c:v>
                </c:pt>
                <c:pt idx="2179">
                  <c:v>-4.4000000000000004</c:v>
                </c:pt>
                <c:pt idx="2180">
                  <c:v>-4.4000000000000004</c:v>
                </c:pt>
                <c:pt idx="2181">
                  <c:v>-4.4000000000000004</c:v>
                </c:pt>
                <c:pt idx="2182">
                  <c:v>-4.4000000000000004</c:v>
                </c:pt>
                <c:pt idx="2183">
                  <c:v>-4.4000000000000004</c:v>
                </c:pt>
                <c:pt idx="2184">
                  <c:v>-4.4000000000000004</c:v>
                </c:pt>
                <c:pt idx="2185">
                  <c:v>-4.4000000000000004</c:v>
                </c:pt>
                <c:pt idx="2186">
                  <c:v>-4.4000000000000004</c:v>
                </c:pt>
                <c:pt idx="2187">
                  <c:v>-4.3910999999999998</c:v>
                </c:pt>
                <c:pt idx="2188">
                  <c:v>-4.3440000000000003</c:v>
                </c:pt>
                <c:pt idx="2189">
                  <c:v>-4.2968999999999999</c:v>
                </c:pt>
                <c:pt idx="2190">
                  <c:v>-4.2497999999999996</c:v>
                </c:pt>
                <c:pt idx="2191">
                  <c:v>-4.2027000000000001</c:v>
                </c:pt>
                <c:pt idx="2192">
                  <c:v>-4.1555999999999997</c:v>
                </c:pt>
                <c:pt idx="2193">
                  <c:v>-4.1086</c:v>
                </c:pt>
                <c:pt idx="2194">
                  <c:v>-4.0614999999999997</c:v>
                </c:pt>
                <c:pt idx="2195">
                  <c:v>-4.0144000000000002</c:v>
                </c:pt>
                <c:pt idx="2196">
                  <c:v>-3.9672999999999998</c:v>
                </c:pt>
                <c:pt idx="2197">
                  <c:v>-3.8731</c:v>
                </c:pt>
                <c:pt idx="2198">
                  <c:v>-3.8260000000000001</c:v>
                </c:pt>
                <c:pt idx="2199">
                  <c:v>-3.7789000000000001</c:v>
                </c:pt>
                <c:pt idx="2200">
                  <c:v>-3.7319</c:v>
                </c:pt>
                <c:pt idx="2201">
                  <c:v>-3.6377000000000002</c:v>
                </c:pt>
                <c:pt idx="2202">
                  <c:v>-3.5905999999999998</c:v>
                </c:pt>
                <c:pt idx="2203">
                  <c:v>-3.5434999999999999</c:v>
                </c:pt>
                <c:pt idx="2204">
                  <c:v>-3.4964</c:v>
                </c:pt>
                <c:pt idx="2205">
                  <c:v>-3.4493</c:v>
                </c:pt>
                <c:pt idx="2206">
                  <c:v>-3.3552</c:v>
                </c:pt>
                <c:pt idx="2207">
                  <c:v>-3.3552</c:v>
                </c:pt>
                <c:pt idx="2208">
                  <c:v>-3.3081</c:v>
                </c:pt>
                <c:pt idx="2209">
                  <c:v>-3.2139000000000002</c:v>
                </c:pt>
                <c:pt idx="2210">
                  <c:v>-3.1667999999999998</c:v>
                </c:pt>
                <c:pt idx="2211">
                  <c:v>-3.1196999999999999</c:v>
                </c:pt>
                <c:pt idx="2212">
                  <c:v>-3.0726</c:v>
                </c:pt>
                <c:pt idx="2213">
                  <c:v>-3.0255000000000001</c:v>
                </c:pt>
                <c:pt idx="2214">
                  <c:v>-2.9784999999999999</c:v>
                </c:pt>
                <c:pt idx="2215">
                  <c:v>-2.8843000000000001</c:v>
                </c:pt>
                <c:pt idx="2216">
                  <c:v>-2.8372000000000002</c:v>
                </c:pt>
                <c:pt idx="2217">
                  <c:v>-2.4150999999999998</c:v>
                </c:pt>
                <c:pt idx="2218">
                  <c:v>-2.3679999999999999</c:v>
                </c:pt>
                <c:pt idx="2219">
                  <c:v>-2.3209</c:v>
                </c:pt>
                <c:pt idx="2220">
                  <c:v>-2.2267000000000001</c:v>
                </c:pt>
                <c:pt idx="2221">
                  <c:v>-2.1797</c:v>
                </c:pt>
                <c:pt idx="2222">
                  <c:v>-2.1326000000000001</c:v>
                </c:pt>
                <c:pt idx="2223">
                  <c:v>-2.0855000000000001</c:v>
                </c:pt>
                <c:pt idx="2224">
                  <c:v>-1.9913000000000001</c:v>
                </c:pt>
                <c:pt idx="2225">
                  <c:v>-1.9441999999999999</c:v>
                </c:pt>
                <c:pt idx="2226">
                  <c:v>-1.8971</c:v>
                </c:pt>
                <c:pt idx="2227">
                  <c:v>-1.85</c:v>
                </c:pt>
                <c:pt idx="2228">
                  <c:v>-1.8029999999999999</c:v>
                </c:pt>
                <c:pt idx="2229">
                  <c:v>-1.7088000000000001</c:v>
                </c:pt>
                <c:pt idx="2230">
                  <c:v>-1.6617</c:v>
                </c:pt>
                <c:pt idx="2231">
                  <c:v>-1.6146</c:v>
                </c:pt>
                <c:pt idx="2232">
                  <c:v>-1.5674999999999999</c:v>
                </c:pt>
                <c:pt idx="2233">
                  <c:v>-1.4733000000000001</c:v>
                </c:pt>
                <c:pt idx="2234">
                  <c:v>-1.4262999999999999</c:v>
                </c:pt>
                <c:pt idx="2235">
                  <c:v>-1.3792</c:v>
                </c:pt>
                <c:pt idx="2236">
                  <c:v>-1.2849999999999999</c:v>
                </c:pt>
                <c:pt idx="2237">
                  <c:v>-1.2379</c:v>
                </c:pt>
                <c:pt idx="2238">
                  <c:v>-1.1908000000000001</c:v>
                </c:pt>
                <c:pt idx="2239">
                  <c:v>-1.0966</c:v>
                </c:pt>
                <c:pt idx="2240">
                  <c:v>-1.0495000000000001</c:v>
                </c:pt>
                <c:pt idx="2241">
                  <c:v>-1.0024999999999999</c:v>
                </c:pt>
                <c:pt idx="2242">
                  <c:v>-0.9083</c:v>
                </c:pt>
                <c:pt idx="2243">
                  <c:v>-0.86119999999999997</c:v>
                </c:pt>
                <c:pt idx="2244">
                  <c:v>-0.76700000000000002</c:v>
                </c:pt>
                <c:pt idx="2245">
                  <c:v>-0.67279999999999995</c:v>
                </c:pt>
                <c:pt idx="2246">
                  <c:v>-0.62580000000000002</c:v>
                </c:pt>
                <c:pt idx="2247">
                  <c:v>-0.53159999999999996</c:v>
                </c:pt>
                <c:pt idx="2248">
                  <c:v>-0.43740000000000001</c:v>
                </c:pt>
                <c:pt idx="2249">
                  <c:v>-0.39029999999999998</c:v>
                </c:pt>
                <c:pt idx="2250">
                  <c:v>-0.34320000000000001</c:v>
                </c:pt>
                <c:pt idx="2251">
                  <c:v>-0.24909999999999999</c:v>
                </c:pt>
                <c:pt idx="2252">
                  <c:v>-0.20200000000000001</c:v>
                </c:pt>
                <c:pt idx="2253">
                  <c:v>-0.15490000000000001</c:v>
                </c:pt>
                <c:pt idx="2254">
                  <c:v>-0.10780000000000001</c:v>
                </c:pt>
                <c:pt idx="2255">
                  <c:v>-1.3599999999999999E-2</c:v>
                </c:pt>
                <c:pt idx="2256">
                  <c:v>3.3500000000000002E-2</c:v>
                </c:pt>
                <c:pt idx="2257">
                  <c:v>0.12770000000000001</c:v>
                </c:pt>
                <c:pt idx="2258">
                  <c:v>0.17469999999999999</c:v>
                </c:pt>
                <c:pt idx="2259">
                  <c:v>0.2218</c:v>
                </c:pt>
                <c:pt idx="2260">
                  <c:v>0.26889999999999997</c:v>
                </c:pt>
                <c:pt idx="2261">
                  <c:v>0.316</c:v>
                </c:pt>
                <c:pt idx="2262">
                  <c:v>0.36309999999999998</c:v>
                </c:pt>
                <c:pt idx="2263">
                  <c:v>0.41020000000000001</c:v>
                </c:pt>
                <c:pt idx="2264">
                  <c:v>0.45729999999999998</c:v>
                </c:pt>
                <c:pt idx="2265">
                  <c:v>0.50439999999999996</c:v>
                </c:pt>
                <c:pt idx="2266">
                  <c:v>0.59850000000000003</c:v>
                </c:pt>
                <c:pt idx="2267">
                  <c:v>0.64559999999999995</c:v>
                </c:pt>
                <c:pt idx="2268">
                  <c:v>0.69269999999999998</c:v>
                </c:pt>
                <c:pt idx="2269">
                  <c:v>0.78690000000000004</c:v>
                </c:pt>
                <c:pt idx="2270">
                  <c:v>0.83399999999999996</c:v>
                </c:pt>
                <c:pt idx="2271">
                  <c:v>0.88109999999999999</c:v>
                </c:pt>
                <c:pt idx="2272">
                  <c:v>0.97519999999999996</c:v>
                </c:pt>
                <c:pt idx="2273">
                  <c:v>1.0223</c:v>
                </c:pt>
                <c:pt idx="2274">
                  <c:v>1.0693999999999999</c:v>
                </c:pt>
                <c:pt idx="2275">
                  <c:v>1.1165</c:v>
                </c:pt>
                <c:pt idx="2276">
                  <c:v>1.1636</c:v>
                </c:pt>
                <c:pt idx="2277">
                  <c:v>1.2107000000000001</c:v>
                </c:pt>
                <c:pt idx="2278">
                  <c:v>1.2578</c:v>
                </c:pt>
                <c:pt idx="2279">
                  <c:v>1.3519000000000001</c:v>
                </c:pt>
                <c:pt idx="2280">
                  <c:v>1.399</c:v>
                </c:pt>
                <c:pt idx="2281">
                  <c:v>1.4460999999999999</c:v>
                </c:pt>
                <c:pt idx="2282">
                  <c:v>1.4932000000000001</c:v>
                </c:pt>
                <c:pt idx="2283">
                  <c:v>1.5249999999999999</c:v>
                </c:pt>
                <c:pt idx="2284">
                  <c:v>1.5249999999999999</c:v>
                </c:pt>
                <c:pt idx="2285">
                  <c:v>1.5249999999999999</c:v>
                </c:pt>
                <c:pt idx="2286">
                  <c:v>1.5249999999999999</c:v>
                </c:pt>
                <c:pt idx="2287">
                  <c:v>1.5249999999999999</c:v>
                </c:pt>
                <c:pt idx="2288">
                  <c:v>1.5249999999999999</c:v>
                </c:pt>
                <c:pt idx="2289">
                  <c:v>1.5249999999999999</c:v>
                </c:pt>
                <c:pt idx="2290">
                  <c:v>1.5249999999999999</c:v>
                </c:pt>
                <c:pt idx="2291">
                  <c:v>1.5249999999999999</c:v>
                </c:pt>
                <c:pt idx="2292">
                  <c:v>1.5249999999999999</c:v>
                </c:pt>
                <c:pt idx="2293">
                  <c:v>1.5249999999999999</c:v>
                </c:pt>
                <c:pt idx="2294">
                  <c:v>1.5249999999999999</c:v>
                </c:pt>
                <c:pt idx="2295">
                  <c:v>1.5249999999999999</c:v>
                </c:pt>
                <c:pt idx="2296">
                  <c:v>1.5249999999999999</c:v>
                </c:pt>
                <c:pt idx="2297">
                  <c:v>1.5249999999999999</c:v>
                </c:pt>
                <c:pt idx="2298">
                  <c:v>1.5249999999999999</c:v>
                </c:pt>
                <c:pt idx="2299">
                  <c:v>1.5249999999999999</c:v>
                </c:pt>
                <c:pt idx="2300">
                  <c:v>1.5249999999999999</c:v>
                </c:pt>
                <c:pt idx="2301">
                  <c:v>1.5249999999999999</c:v>
                </c:pt>
                <c:pt idx="2302">
                  <c:v>1.5249999999999999</c:v>
                </c:pt>
                <c:pt idx="2303">
                  <c:v>1.5249999999999999</c:v>
                </c:pt>
                <c:pt idx="2304">
                  <c:v>1.5249999999999999</c:v>
                </c:pt>
                <c:pt idx="2305">
                  <c:v>1.5249999999999999</c:v>
                </c:pt>
                <c:pt idx="2306">
                  <c:v>1.5249999999999999</c:v>
                </c:pt>
                <c:pt idx="2307">
                  <c:v>1.5249999999999999</c:v>
                </c:pt>
                <c:pt idx="2308">
                  <c:v>1.5249999999999999</c:v>
                </c:pt>
                <c:pt idx="2309">
                  <c:v>1.5249999999999999</c:v>
                </c:pt>
                <c:pt idx="2310">
                  <c:v>1.5249999999999999</c:v>
                </c:pt>
                <c:pt idx="2311">
                  <c:v>1.5249999999999999</c:v>
                </c:pt>
                <c:pt idx="2312">
                  <c:v>1.5249999999999999</c:v>
                </c:pt>
                <c:pt idx="2313">
                  <c:v>1.5249999999999999</c:v>
                </c:pt>
                <c:pt idx="2314">
                  <c:v>1.5249999999999999</c:v>
                </c:pt>
                <c:pt idx="2315">
                  <c:v>1.5249999999999999</c:v>
                </c:pt>
                <c:pt idx="2316">
                  <c:v>1.5249999999999999</c:v>
                </c:pt>
                <c:pt idx="2317">
                  <c:v>1.5249999999999999</c:v>
                </c:pt>
                <c:pt idx="2318">
                  <c:v>1.5249999999999999</c:v>
                </c:pt>
                <c:pt idx="2319">
                  <c:v>1.5249999999999999</c:v>
                </c:pt>
                <c:pt idx="2320">
                  <c:v>1.5249999999999999</c:v>
                </c:pt>
                <c:pt idx="2321">
                  <c:v>1.5249999999999999</c:v>
                </c:pt>
                <c:pt idx="2322">
                  <c:v>1.5249999999999999</c:v>
                </c:pt>
                <c:pt idx="2323">
                  <c:v>1.5249999999999999</c:v>
                </c:pt>
                <c:pt idx="2324">
                  <c:v>1.5249999999999999</c:v>
                </c:pt>
                <c:pt idx="2325">
                  <c:v>1.5249999999999999</c:v>
                </c:pt>
                <c:pt idx="2326">
                  <c:v>1.5249999999999999</c:v>
                </c:pt>
                <c:pt idx="2327">
                  <c:v>1.5249999999999999</c:v>
                </c:pt>
                <c:pt idx="2328">
                  <c:v>1.5249999999999999</c:v>
                </c:pt>
                <c:pt idx="2329">
                  <c:v>1.5249999999999999</c:v>
                </c:pt>
                <c:pt idx="2330">
                  <c:v>1.5249999999999999</c:v>
                </c:pt>
                <c:pt idx="2331">
                  <c:v>1.5249999999999999</c:v>
                </c:pt>
                <c:pt idx="2332">
                  <c:v>1.5249999999999999</c:v>
                </c:pt>
                <c:pt idx="2333">
                  <c:v>1.5249999999999999</c:v>
                </c:pt>
                <c:pt idx="2334">
                  <c:v>1.49</c:v>
                </c:pt>
                <c:pt idx="2335">
                  <c:v>1.49</c:v>
                </c:pt>
                <c:pt idx="2336">
                  <c:v>1.3932</c:v>
                </c:pt>
                <c:pt idx="2337">
                  <c:v>1.3448</c:v>
                </c:pt>
                <c:pt idx="2338">
                  <c:v>1.2965</c:v>
                </c:pt>
                <c:pt idx="2339">
                  <c:v>1.1997</c:v>
                </c:pt>
                <c:pt idx="2340">
                  <c:v>1.1513</c:v>
                </c:pt>
                <c:pt idx="2341">
                  <c:v>1.103</c:v>
                </c:pt>
                <c:pt idx="2342">
                  <c:v>1.0062</c:v>
                </c:pt>
                <c:pt idx="2343">
                  <c:v>0.95779999999999998</c:v>
                </c:pt>
                <c:pt idx="2344">
                  <c:v>0.90949999999999998</c:v>
                </c:pt>
                <c:pt idx="2345">
                  <c:v>0.86109999999999998</c:v>
                </c:pt>
                <c:pt idx="2346">
                  <c:v>0.81269999999999998</c:v>
                </c:pt>
                <c:pt idx="2347">
                  <c:v>0.76429999999999998</c:v>
                </c:pt>
                <c:pt idx="2348">
                  <c:v>0.71589999999999998</c:v>
                </c:pt>
                <c:pt idx="2349">
                  <c:v>0.61919999999999997</c:v>
                </c:pt>
                <c:pt idx="2350">
                  <c:v>0.57079999999999997</c:v>
                </c:pt>
                <c:pt idx="2351">
                  <c:v>0.52239999999999998</c:v>
                </c:pt>
                <c:pt idx="2352">
                  <c:v>0.47410000000000002</c:v>
                </c:pt>
                <c:pt idx="2353">
                  <c:v>0.37730000000000002</c:v>
                </c:pt>
                <c:pt idx="2354">
                  <c:v>0.32890000000000003</c:v>
                </c:pt>
                <c:pt idx="2355">
                  <c:v>0.28060000000000002</c:v>
                </c:pt>
                <c:pt idx="2356">
                  <c:v>0.23219999999999999</c:v>
                </c:pt>
                <c:pt idx="2357">
                  <c:v>0.18379999999999999</c:v>
                </c:pt>
                <c:pt idx="2358">
                  <c:v>8.6999999999999994E-2</c:v>
                </c:pt>
                <c:pt idx="2359">
                  <c:v>3.8699999999999998E-2</c:v>
                </c:pt>
                <c:pt idx="2360">
                  <c:v>-5.8099999999999999E-2</c:v>
                </c:pt>
                <c:pt idx="2361">
                  <c:v>-0.1065</c:v>
                </c:pt>
                <c:pt idx="2362">
                  <c:v>-0.15479999999999999</c:v>
                </c:pt>
                <c:pt idx="2363">
                  <c:v>-0.20319999999999999</c:v>
                </c:pt>
                <c:pt idx="2364">
                  <c:v>-0.25159999999999999</c:v>
                </c:pt>
                <c:pt idx="2365">
                  <c:v>-0.3</c:v>
                </c:pt>
                <c:pt idx="2366">
                  <c:v>-0.3967</c:v>
                </c:pt>
                <c:pt idx="2367">
                  <c:v>-0.4451</c:v>
                </c:pt>
                <c:pt idx="2368">
                  <c:v>-0.49349999999999999</c:v>
                </c:pt>
                <c:pt idx="2369">
                  <c:v>-0.54179999999999995</c:v>
                </c:pt>
                <c:pt idx="2370">
                  <c:v>-0.63859999999999995</c:v>
                </c:pt>
                <c:pt idx="2371">
                  <c:v>-0.68700000000000006</c:v>
                </c:pt>
                <c:pt idx="2372">
                  <c:v>-0.73540000000000005</c:v>
                </c:pt>
                <c:pt idx="2373">
                  <c:v>-0.78369999999999995</c:v>
                </c:pt>
                <c:pt idx="2374">
                  <c:v>-0.83209999999999995</c:v>
                </c:pt>
                <c:pt idx="2375">
                  <c:v>-0.88049999999999995</c:v>
                </c:pt>
                <c:pt idx="2376">
                  <c:v>-0.92889999999999995</c:v>
                </c:pt>
                <c:pt idx="2377">
                  <c:v>-1.0256000000000001</c:v>
                </c:pt>
                <c:pt idx="2378">
                  <c:v>-1.0740000000000001</c:v>
                </c:pt>
                <c:pt idx="2379">
                  <c:v>-1.1224000000000001</c:v>
                </c:pt>
                <c:pt idx="2380">
                  <c:v>-1.2191000000000001</c:v>
                </c:pt>
                <c:pt idx="2381">
                  <c:v>-1.2675000000000001</c:v>
                </c:pt>
                <c:pt idx="2382">
                  <c:v>-1.3159000000000001</c:v>
                </c:pt>
                <c:pt idx="2383">
                  <c:v>-1.3643000000000001</c:v>
                </c:pt>
                <c:pt idx="2384">
                  <c:v>-1.4126000000000001</c:v>
                </c:pt>
                <c:pt idx="2385">
                  <c:v>-1.4610000000000001</c:v>
                </c:pt>
                <c:pt idx="2386">
                  <c:v>-1.5094000000000001</c:v>
                </c:pt>
                <c:pt idx="2387">
                  <c:v>-1.5578000000000001</c:v>
                </c:pt>
                <c:pt idx="2388">
                  <c:v>-1.6061000000000001</c:v>
                </c:pt>
                <c:pt idx="2389">
                  <c:v>-1.7029000000000001</c:v>
                </c:pt>
                <c:pt idx="2390">
                  <c:v>-1.7513000000000001</c:v>
                </c:pt>
                <c:pt idx="2391">
                  <c:v>-1.7996000000000001</c:v>
                </c:pt>
                <c:pt idx="2392">
                  <c:v>-1.8480000000000001</c:v>
                </c:pt>
                <c:pt idx="2393">
                  <c:v>-1.8964000000000001</c:v>
                </c:pt>
                <c:pt idx="2394">
                  <c:v>-1.9448000000000001</c:v>
                </c:pt>
                <c:pt idx="2395">
                  <c:v>-1.9932000000000001</c:v>
                </c:pt>
                <c:pt idx="2396">
                  <c:v>-2.0899000000000001</c:v>
                </c:pt>
                <c:pt idx="2397">
                  <c:v>-2.1383000000000001</c:v>
                </c:pt>
                <c:pt idx="2398">
                  <c:v>-2.1867000000000001</c:v>
                </c:pt>
                <c:pt idx="2399">
                  <c:v>-2.2349999999999999</c:v>
                </c:pt>
                <c:pt idx="2400">
                  <c:v>-2.2833999999999999</c:v>
                </c:pt>
                <c:pt idx="2401">
                  <c:v>-2.3317999999999999</c:v>
                </c:pt>
                <c:pt idx="2402">
                  <c:v>-2.4285000000000001</c:v>
                </c:pt>
                <c:pt idx="2403">
                  <c:v>-2.4769000000000001</c:v>
                </c:pt>
                <c:pt idx="2404">
                  <c:v>-2.5253000000000001</c:v>
                </c:pt>
                <c:pt idx="2405">
                  <c:v>-2.5737000000000001</c:v>
                </c:pt>
                <c:pt idx="2406">
                  <c:v>-2.6703999999999999</c:v>
                </c:pt>
                <c:pt idx="2407">
                  <c:v>-2.7187999999999999</c:v>
                </c:pt>
                <c:pt idx="2408">
                  <c:v>-2.7671999999999999</c:v>
                </c:pt>
                <c:pt idx="2409">
                  <c:v>-2.8639000000000001</c:v>
                </c:pt>
                <c:pt idx="2410">
                  <c:v>-2.9123000000000001</c:v>
                </c:pt>
                <c:pt idx="2411">
                  <c:v>-2.9607000000000001</c:v>
                </c:pt>
                <c:pt idx="2412">
                  <c:v>-3.0091000000000001</c:v>
                </c:pt>
                <c:pt idx="2413">
                  <c:v>-3.1057999999999999</c:v>
                </c:pt>
                <c:pt idx="2414">
                  <c:v>-3.1541999999999999</c:v>
                </c:pt>
                <c:pt idx="2415">
                  <c:v>-3.2025999999999999</c:v>
                </c:pt>
                <c:pt idx="2416">
                  <c:v>-3.2509999999999999</c:v>
                </c:pt>
                <c:pt idx="2417">
                  <c:v>-3.3477000000000001</c:v>
                </c:pt>
                <c:pt idx="2418">
                  <c:v>-3.3961000000000001</c:v>
                </c:pt>
                <c:pt idx="2419">
                  <c:v>-3.4445000000000001</c:v>
                </c:pt>
                <c:pt idx="2420">
                  <c:v>-3.4927999999999999</c:v>
                </c:pt>
                <c:pt idx="2421">
                  <c:v>-3.5895999999999999</c:v>
                </c:pt>
                <c:pt idx="2422">
                  <c:v>-3.6379999999999999</c:v>
                </c:pt>
                <c:pt idx="2423">
                  <c:v>-3.65</c:v>
                </c:pt>
                <c:pt idx="2424">
                  <c:v>-3.65</c:v>
                </c:pt>
                <c:pt idx="2425">
                  <c:v>-3.65</c:v>
                </c:pt>
                <c:pt idx="2426">
                  <c:v>-3.65</c:v>
                </c:pt>
                <c:pt idx="2427">
                  <c:v>-3.65</c:v>
                </c:pt>
                <c:pt idx="2428">
                  <c:v>-3.65</c:v>
                </c:pt>
                <c:pt idx="2429">
                  <c:v>-3.65</c:v>
                </c:pt>
                <c:pt idx="2430">
                  <c:v>-3.65</c:v>
                </c:pt>
                <c:pt idx="2431">
                  <c:v>-3.65</c:v>
                </c:pt>
                <c:pt idx="2432">
                  <c:v>-3.65</c:v>
                </c:pt>
                <c:pt idx="2433">
                  <c:v>-3.65</c:v>
                </c:pt>
                <c:pt idx="2434">
                  <c:v>-3.65</c:v>
                </c:pt>
                <c:pt idx="2435">
                  <c:v>-3.65</c:v>
                </c:pt>
                <c:pt idx="2436">
                  <c:v>-3.65</c:v>
                </c:pt>
                <c:pt idx="2437">
                  <c:v>-3.65</c:v>
                </c:pt>
                <c:pt idx="2438">
                  <c:v>-3.65</c:v>
                </c:pt>
                <c:pt idx="2439">
                  <c:v>-3.65</c:v>
                </c:pt>
                <c:pt idx="2440">
                  <c:v>-3.65</c:v>
                </c:pt>
                <c:pt idx="2441">
                  <c:v>-3.65</c:v>
                </c:pt>
                <c:pt idx="2442">
                  <c:v>-3.65</c:v>
                </c:pt>
                <c:pt idx="2443">
                  <c:v>-3.65</c:v>
                </c:pt>
                <c:pt idx="2444">
                  <c:v>-3.65</c:v>
                </c:pt>
                <c:pt idx="2445">
                  <c:v>-3.65</c:v>
                </c:pt>
                <c:pt idx="2446">
                  <c:v>-3.65</c:v>
                </c:pt>
                <c:pt idx="2447">
                  <c:v>-3.65</c:v>
                </c:pt>
                <c:pt idx="2448">
                  <c:v>-3.65</c:v>
                </c:pt>
                <c:pt idx="2449">
                  <c:v>-3.65</c:v>
                </c:pt>
                <c:pt idx="2450">
                  <c:v>-3.65</c:v>
                </c:pt>
                <c:pt idx="2451">
                  <c:v>-3.65</c:v>
                </c:pt>
                <c:pt idx="2452">
                  <c:v>-3.65</c:v>
                </c:pt>
                <c:pt idx="2453">
                  <c:v>-3.65</c:v>
                </c:pt>
                <c:pt idx="2454">
                  <c:v>-3.65</c:v>
                </c:pt>
                <c:pt idx="2455">
                  <c:v>-3.65</c:v>
                </c:pt>
                <c:pt idx="2456">
                  <c:v>-3.65</c:v>
                </c:pt>
                <c:pt idx="2457">
                  <c:v>-3.65</c:v>
                </c:pt>
                <c:pt idx="2458">
                  <c:v>-3.65</c:v>
                </c:pt>
                <c:pt idx="2459">
                  <c:v>-3.65</c:v>
                </c:pt>
                <c:pt idx="2460">
                  <c:v>-3.65</c:v>
                </c:pt>
                <c:pt idx="2461">
                  <c:v>-3.65</c:v>
                </c:pt>
                <c:pt idx="2462">
                  <c:v>-3.65</c:v>
                </c:pt>
                <c:pt idx="2463">
                  <c:v>-3.65</c:v>
                </c:pt>
                <c:pt idx="2464">
                  <c:v>-3.65</c:v>
                </c:pt>
                <c:pt idx="2465">
                  <c:v>-3.65</c:v>
                </c:pt>
                <c:pt idx="2466">
                  <c:v>-3.65</c:v>
                </c:pt>
                <c:pt idx="2467">
                  <c:v>-3.65</c:v>
                </c:pt>
                <c:pt idx="2468">
                  <c:v>-3.65</c:v>
                </c:pt>
                <c:pt idx="2469">
                  <c:v>-3.65</c:v>
                </c:pt>
                <c:pt idx="2470">
                  <c:v>-3.65</c:v>
                </c:pt>
                <c:pt idx="2471">
                  <c:v>-3.65</c:v>
                </c:pt>
                <c:pt idx="2472">
                  <c:v>-3.65</c:v>
                </c:pt>
                <c:pt idx="2473">
                  <c:v>-3.65</c:v>
                </c:pt>
                <c:pt idx="2474">
                  <c:v>-3.65</c:v>
                </c:pt>
                <c:pt idx="2475">
                  <c:v>-3.65</c:v>
                </c:pt>
                <c:pt idx="2476">
                  <c:v>-3.65</c:v>
                </c:pt>
                <c:pt idx="2477">
                  <c:v>-3.65</c:v>
                </c:pt>
                <c:pt idx="2478">
                  <c:v>-3.65</c:v>
                </c:pt>
                <c:pt idx="2479">
                  <c:v>-3.65</c:v>
                </c:pt>
                <c:pt idx="2480">
                  <c:v>-3.65</c:v>
                </c:pt>
                <c:pt idx="2481">
                  <c:v>-3.65</c:v>
                </c:pt>
                <c:pt idx="2482">
                  <c:v>-3.65</c:v>
                </c:pt>
                <c:pt idx="2483">
                  <c:v>-3.65</c:v>
                </c:pt>
                <c:pt idx="2484">
                  <c:v>-3.65</c:v>
                </c:pt>
                <c:pt idx="2485">
                  <c:v>-3.65</c:v>
                </c:pt>
                <c:pt idx="2486">
                  <c:v>-3.65</c:v>
                </c:pt>
                <c:pt idx="2487">
                  <c:v>-3.65</c:v>
                </c:pt>
                <c:pt idx="2488">
                  <c:v>-3.65</c:v>
                </c:pt>
                <c:pt idx="2489">
                  <c:v>-3.65</c:v>
                </c:pt>
                <c:pt idx="2490">
                  <c:v>-3.65</c:v>
                </c:pt>
                <c:pt idx="2491">
                  <c:v>-3.65</c:v>
                </c:pt>
                <c:pt idx="2492">
                  <c:v>-3.65</c:v>
                </c:pt>
                <c:pt idx="2493">
                  <c:v>-3.65</c:v>
                </c:pt>
                <c:pt idx="2494">
                  <c:v>-3.65</c:v>
                </c:pt>
                <c:pt idx="2495">
                  <c:v>-3.65</c:v>
                </c:pt>
                <c:pt idx="2496">
                  <c:v>-3.65</c:v>
                </c:pt>
                <c:pt idx="2497">
                  <c:v>-3.65</c:v>
                </c:pt>
                <c:pt idx="2498">
                  <c:v>-3.65</c:v>
                </c:pt>
                <c:pt idx="2499">
                  <c:v>-3.65</c:v>
                </c:pt>
                <c:pt idx="2500">
                  <c:v>-3.65</c:v>
                </c:pt>
                <c:pt idx="2501">
                  <c:v>-3.65</c:v>
                </c:pt>
                <c:pt idx="2502">
                  <c:v>-3.65</c:v>
                </c:pt>
                <c:pt idx="2503">
                  <c:v>-3.65</c:v>
                </c:pt>
                <c:pt idx="2504">
                  <c:v>-3.65</c:v>
                </c:pt>
                <c:pt idx="2505">
                  <c:v>-3.65</c:v>
                </c:pt>
                <c:pt idx="2506">
                  <c:v>-3.65</c:v>
                </c:pt>
                <c:pt idx="2507">
                  <c:v>-3.65</c:v>
                </c:pt>
                <c:pt idx="2508">
                  <c:v>-3.65</c:v>
                </c:pt>
                <c:pt idx="2509">
                  <c:v>-3.65</c:v>
                </c:pt>
                <c:pt idx="2510">
                  <c:v>-3.65</c:v>
                </c:pt>
                <c:pt idx="2511">
                  <c:v>-3.65</c:v>
                </c:pt>
                <c:pt idx="2512">
                  <c:v>-3.65</c:v>
                </c:pt>
                <c:pt idx="2513">
                  <c:v>-3.65</c:v>
                </c:pt>
                <c:pt idx="2514">
                  <c:v>-3.65</c:v>
                </c:pt>
                <c:pt idx="2515">
                  <c:v>-3.6242999999999999</c:v>
                </c:pt>
                <c:pt idx="2516">
                  <c:v>-3.5773000000000001</c:v>
                </c:pt>
                <c:pt idx="2517">
                  <c:v>-3.5304000000000002</c:v>
                </c:pt>
                <c:pt idx="2518">
                  <c:v>-3.4363999999999999</c:v>
                </c:pt>
                <c:pt idx="2519">
                  <c:v>-3.3895</c:v>
                </c:pt>
                <c:pt idx="2520">
                  <c:v>-3.3424999999999998</c:v>
                </c:pt>
                <c:pt idx="2521">
                  <c:v>-3.2955000000000001</c:v>
                </c:pt>
                <c:pt idx="2522">
                  <c:v>-3.2016</c:v>
                </c:pt>
                <c:pt idx="2523">
                  <c:v>-3.1545999999999998</c:v>
                </c:pt>
                <c:pt idx="2524">
                  <c:v>-3.1076999999999999</c:v>
                </c:pt>
                <c:pt idx="2525">
                  <c:v>-3.0607000000000002</c:v>
                </c:pt>
                <c:pt idx="2526">
                  <c:v>-3.0137</c:v>
                </c:pt>
                <c:pt idx="2527">
                  <c:v>-2.9198</c:v>
                </c:pt>
                <c:pt idx="2528">
                  <c:v>-2.8727999999999998</c:v>
                </c:pt>
                <c:pt idx="2529">
                  <c:v>-2.8258000000000001</c:v>
                </c:pt>
                <c:pt idx="2530">
                  <c:v>-2.7789000000000001</c:v>
                </c:pt>
                <c:pt idx="2531">
                  <c:v>-2.7319</c:v>
                </c:pt>
                <c:pt idx="2532">
                  <c:v>-2.6379999999999999</c:v>
                </c:pt>
                <c:pt idx="2533">
                  <c:v>-2.5910000000000002</c:v>
                </c:pt>
                <c:pt idx="2534">
                  <c:v>-2.544</c:v>
                </c:pt>
                <c:pt idx="2535">
                  <c:v>-2.4500999999999999</c:v>
                </c:pt>
                <c:pt idx="2536">
                  <c:v>-2.4030999999999998</c:v>
                </c:pt>
                <c:pt idx="2537">
                  <c:v>-2.3561999999999999</c:v>
                </c:pt>
                <c:pt idx="2538">
                  <c:v>-2.3092000000000001</c:v>
                </c:pt>
                <c:pt idx="2539">
                  <c:v>-2.2622</c:v>
                </c:pt>
                <c:pt idx="2540">
                  <c:v>-2.1682999999999999</c:v>
                </c:pt>
                <c:pt idx="2541">
                  <c:v>-2.1213000000000002</c:v>
                </c:pt>
                <c:pt idx="2542">
                  <c:v>-2.0743</c:v>
                </c:pt>
                <c:pt idx="2543">
                  <c:v>-1.9801</c:v>
                </c:pt>
                <c:pt idx="2544">
                  <c:v>-1.9330000000000001</c:v>
                </c:pt>
                <c:pt idx="2545">
                  <c:v>-1.8859999999999999</c:v>
                </c:pt>
                <c:pt idx="2546">
                  <c:v>-1.7918000000000001</c:v>
                </c:pt>
                <c:pt idx="2547">
                  <c:v>-1.7446999999999999</c:v>
                </c:pt>
                <c:pt idx="2548">
                  <c:v>-1.6976</c:v>
                </c:pt>
                <c:pt idx="2549">
                  <c:v>-1.6034999999999999</c:v>
                </c:pt>
              </c:numCache>
            </c:numRef>
          </c:yVal>
          <c:smooth val="0"/>
          <c:extLst>
            <c:ext xmlns:c16="http://schemas.microsoft.com/office/drawing/2014/chart" uri="{C3380CC4-5D6E-409C-BE32-E72D297353CC}">
              <c16:uniqueId val="{00000007-83F3-4528-99AE-526ECA7D6CE3}"/>
            </c:ext>
          </c:extLst>
        </c:ser>
        <c:ser>
          <c:idx val="3"/>
          <c:order val="3"/>
          <c:tx>
            <c:strRef>
              <c:f>Sheet1!$E$1</c:f>
              <c:strCache>
                <c:ptCount val="1"/>
                <c:pt idx="0">
                  <c:v>transparentUpper</c:v>
                </c:pt>
              </c:strCache>
            </c:strRef>
          </c:tx>
          <c:spPr>
            <a:ln w="38100" cap="rnd">
              <a:solidFill>
                <a:srgbClr val="22C7F3"/>
              </a:solidFill>
              <a:round/>
            </a:ln>
            <a:effectLst/>
          </c:spPr>
          <c:marker>
            <c:symbol val="none"/>
          </c:marker>
          <c:xVal>
            <c:numRef>
              <c:f>Sheet1!$A$2:$A$2551</c:f>
              <c:numCache>
                <c:formatCode>General</c:formatCode>
                <c:ptCount val="2550"/>
                <c:pt idx="0">
                  <c:v>3.3599999999999998E-2</c:v>
                </c:pt>
                <c:pt idx="1">
                  <c:v>5.7000000000000002E-2</c:v>
                </c:pt>
                <c:pt idx="2">
                  <c:v>7.8600000000000003E-2</c:v>
                </c:pt>
                <c:pt idx="3">
                  <c:v>0.108</c:v>
                </c:pt>
                <c:pt idx="4">
                  <c:v>0.1283</c:v>
                </c:pt>
                <c:pt idx="5">
                  <c:v>0.14990000000000001</c:v>
                </c:pt>
                <c:pt idx="6">
                  <c:v>0.17199999999999999</c:v>
                </c:pt>
                <c:pt idx="7">
                  <c:v>0.19600000000000001</c:v>
                </c:pt>
                <c:pt idx="8">
                  <c:v>0.22170000000000001</c:v>
                </c:pt>
                <c:pt idx="9">
                  <c:v>0.2442</c:v>
                </c:pt>
                <c:pt idx="10">
                  <c:v>0.2646</c:v>
                </c:pt>
                <c:pt idx="11">
                  <c:v>0.28510000000000002</c:v>
                </c:pt>
                <c:pt idx="12">
                  <c:v>0.30559999999999998</c:v>
                </c:pt>
                <c:pt idx="13">
                  <c:v>0.32619999999999999</c:v>
                </c:pt>
                <c:pt idx="14">
                  <c:v>0.34910000000000002</c:v>
                </c:pt>
                <c:pt idx="15">
                  <c:v>0.37019999999999997</c:v>
                </c:pt>
                <c:pt idx="16">
                  <c:v>0.39929999999999999</c:v>
                </c:pt>
                <c:pt idx="17">
                  <c:v>0.42420000000000002</c:v>
                </c:pt>
                <c:pt idx="18">
                  <c:v>0.4521</c:v>
                </c:pt>
                <c:pt idx="19">
                  <c:v>0.47810000000000002</c:v>
                </c:pt>
                <c:pt idx="20">
                  <c:v>0.50160000000000005</c:v>
                </c:pt>
                <c:pt idx="21">
                  <c:v>0.52480000000000004</c:v>
                </c:pt>
                <c:pt idx="22">
                  <c:v>0.55289999999999995</c:v>
                </c:pt>
                <c:pt idx="23">
                  <c:v>0.57650000000000001</c:v>
                </c:pt>
                <c:pt idx="24">
                  <c:v>0.60070000000000001</c:v>
                </c:pt>
                <c:pt idx="25">
                  <c:v>0.63090000000000002</c:v>
                </c:pt>
                <c:pt idx="26">
                  <c:v>0.65229999999999999</c:v>
                </c:pt>
                <c:pt idx="27">
                  <c:v>0.67579999999999996</c:v>
                </c:pt>
                <c:pt idx="28">
                  <c:v>0.7137</c:v>
                </c:pt>
                <c:pt idx="29">
                  <c:v>0.75229999999999997</c:v>
                </c:pt>
                <c:pt idx="30">
                  <c:v>0.78269999999999995</c:v>
                </c:pt>
                <c:pt idx="31">
                  <c:v>0.82199999999999995</c:v>
                </c:pt>
                <c:pt idx="32">
                  <c:v>0.8427</c:v>
                </c:pt>
                <c:pt idx="33">
                  <c:v>0.88039999999999996</c:v>
                </c:pt>
                <c:pt idx="34">
                  <c:v>0.90169999999999995</c:v>
                </c:pt>
                <c:pt idx="35">
                  <c:v>0.94030000000000002</c:v>
                </c:pt>
                <c:pt idx="36">
                  <c:v>0.96640000000000004</c:v>
                </c:pt>
                <c:pt idx="37">
                  <c:v>0.98699999999999999</c:v>
                </c:pt>
                <c:pt idx="38">
                  <c:v>1.0099</c:v>
                </c:pt>
                <c:pt idx="39">
                  <c:v>1.0306</c:v>
                </c:pt>
                <c:pt idx="40">
                  <c:v>1.0601</c:v>
                </c:pt>
                <c:pt idx="41">
                  <c:v>1.0885</c:v>
                </c:pt>
                <c:pt idx="42">
                  <c:v>1.1137999999999999</c:v>
                </c:pt>
                <c:pt idx="43">
                  <c:v>1.1389</c:v>
                </c:pt>
                <c:pt idx="44">
                  <c:v>1.1868000000000001</c:v>
                </c:pt>
                <c:pt idx="45">
                  <c:v>1.2107000000000001</c:v>
                </c:pt>
                <c:pt idx="46">
                  <c:v>1.2316</c:v>
                </c:pt>
                <c:pt idx="47">
                  <c:v>1.2538</c:v>
                </c:pt>
                <c:pt idx="48">
                  <c:v>1.2833000000000001</c:v>
                </c:pt>
                <c:pt idx="49">
                  <c:v>1.3071999999999999</c:v>
                </c:pt>
                <c:pt idx="50">
                  <c:v>1.3329</c:v>
                </c:pt>
                <c:pt idx="51">
                  <c:v>1.3560000000000001</c:v>
                </c:pt>
                <c:pt idx="52">
                  <c:v>1.3855999999999999</c:v>
                </c:pt>
                <c:pt idx="53">
                  <c:v>1.4060999999999999</c:v>
                </c:pt>
                <c:pt idx="54">
                  <c:v>1.4379999999999999</c:v>
                </c:pt>
                <c:pt idx="55">
                  <c:v>1.4608000000000001</c:v>
                </c:pt>
                <c:pt idx="56">
                  <c:v>1.4817</c:v>
                </c:pt>
                <c:pt idx="57">
                  <c:v>1.5127999999999999</c:v>
                </c:pt>
                <c:pt idx="58">
                  <c:v>1.5386</c:v>
                </c:pt>
                <c:pt idx="59">
                  <c:v>1.5588</c:v>
                </c:pt>
                <c:pt idx="60">
                  <c:v>1.5804</c:v>
                </c:pt>
                <c:pt idx="61">
                  <c:v>1.6009</c:v>
                </c:pt>
                <c:pt idx="62">
                  <c:v>1.6224000000000001</c:v>
                </c:pt>
                <c:pt idx="63">
                  <c:v>1.6545000000000001</c:v>
                </c:pt>
                <c:pt idx="64">
                  <c:v>1.6793</c:v>
                </c:pt>
                <c:pt idx="65">
                  <c:v>1.7021999999999999</c:v>
                </c:pt>
                <c:pt idx="66">
                  <c:v>1.7258</c:v>
                </c:pt>
                <c:pt idx="67">
                  <c:v>1.7462</c:v>
                </c:pt>
                <c:pt idx="68">
                  <c:v>1.7692000000000001</c:v>
                </c:pt>
                <c:pt idx="69">
                  <c:v>1.7915000000000001</c:v>
                </c:pt>
                <c:pt idx="70">
                  <c:v>1.8153999999999999</c:v>
                </c:pt>
                <c:pt idx="71">
                  <c:v>1.8389</c:v>
                </c:pt>
                <c:pt idx="72">
                  <c:v>1.8623000000000001</c:v>
                </c:pt>
                <c:pt idx="73">
                  <c:v>1.8925000000000001</c:v>
                </c:pt>
                <c:pt idx="74">
                  <c:v>1.9134</c:v>
                </c:pt>
                <c:pt idx="75">
                  <c:v>1.9430000000000001</c:v>
                </c:pt>
                <c:pt idx="76">
                  <c:v>1.9631000000000001</c:v>
                </c:pt>
                <c:pt idx="77">
                  <c:v>1.9926999999999999</c:v>
                </c:pt>
                <c:pt idx="78">
                  <c:v>2.0219</c:v>
                </c:pt>
                <c:pt idx="79">
                  <c:v>2.0478999999999998</c:v>
                </c:pt>
                <c:pt idx="80">
                  <c:v>2.0737999999999999</c:v>
                </c:pt>
                <c:pt idx="81">
                  <c:v>2.1017000000000001</c:v>
                </c:pt>
                <c:pt idx="82">
                  <c:v>2.1276000000000002</c:v>
                </c:pt>
                <c:pt idx="83">
                  <c:v>2.157</c:v>
                </c:pt>
                <c:pt idx="84">
                  <c:v>2.1812999999999998</c:v>
                </c:pt>
                <c:pt idx="85">
                  <c:v>2.2130999999999998</c:v>
                </c:pt>
                <c:pt idx="86">
                  <c:v>2.2389999999999999</c:v>
                </c:pt>
                <c:pt idx="87">
                  <c:v>2.2631999999999999</c:v>
                </c:pt>
                <c:pt idx="88">
                  <c:v>2.2886000000000002</c:v>
                </c:pt>
                <c:pt idx="89">
                  <c:v>2.3161999999999998</c:v>
                </c:pt>
                <c:pt idx="90">
                  <c:v>2.3408000000000002</c:v>
                </c:pt>
                <c:pt idx="91">
                  <c:v>2.3654999999999999</c:v>
                </c:pt>
                <c:pt idx="92">
                  <c:v>2.3893</c:v>
                </c:pt>
                <c:pt idx="93">
                  <c:v>2.4136000000000002</c:v>
                </c:pt>
                <c:pt idx="94">
                  <c:v>2.4367000000000001</c:v>
                </c:pt>
                <c:pt idx="95">
                  <c:v>2.4582000000000002</c:v>
                </c:pt>
                <c:pt idx="96">
                  <c:v>2.4809999999999999</c:v>
                </c:pt>
                <c:pt idx="97">
                  <c:v>2.5047999999999999</c:v>
                </c:pt>
                <c:pt idx="98">
                  <c:v>2.5255000000000001</c:v>
                </c:pt>
                <c:pt idx="99">
                  <c:v>2.5516000000000001</c:v>
                </c:pt>
                <c:pt idx="100">
                  <c:v>2.5802</c:v>
                </c:pt>
                <c:pt idx="101">
                  <c:v>2.6044999999999998</c:v>
                </c:pt>
                <c:pt idx="102">
                  <c:v>2.6311</c:v>
                </c:pt>
                <c:pt idx="103">
                  <c:v>2.6537999999999999</c:v>
                </c:pt>
                <c:pt idx="104">
                  <c:v>2.6757</c:v>
                </c:pt>
                <c:pt idx="105">
                  <c:v>2.6981999999999999</c:v>
                </c:pt>
                <c:pt idx="106">
                  <c:v>2.7187999999999999</c:v>
                </c:pt>
                <c:pt idx="107">
                  <c:v>2.7423999999999999</c:v>
                </c:pt>
                <c:pt idx="108">
                  <c:v>2.7669999999999999</c:v>
                </c:pt>
                <c:pt idx="109">
                  <c:v>2.7883</c:v>
                </c:pt>
                <c:pt idx="110">
                  <c:v>2.8123999999999998</c:v>
                </c:pt>
                <c:pt idx="111">
                  <c:v>2.8353000000000002</c:v>
                </c:pt>
                <c:pt idx="112">
                  <c:v>2.8570000000000002</c:v>
                </c:pt>
                <c:pt idx="113">
                  <c:v>2.8784000000000001</c:v>
                </c:pt>
                <c:pt idx="114">
                  <c:v>2.9026000000000001</c:v>
                </c:pt>
                <c:pt idx="115">
                  <c:v>2.9264999999999999</c:v>
                </c:pt>
                <c:pt idx="116">
                  <c:v>2.9474999999999998</c:v>
                </c:pt>
                <c:pt idx="117">
                  <c:v>2.9710000000000001</c:v>
                </c:pt>
                <c:pt idx="118">
                  <c:v>2.9929999999999999</c:v>
                </c:pt>
                <c:pt idx="119">
                  <c:v>3.0137</c:v>
                </c:pt>
                <c:pt idx="120">
                  <c:v>3.0438000000000001</c:v>
                </c:pt>
                <c:pt idx="121">
                  <c:v>3.0649999999999999</c:v>
                </c:pt>
                <c:pt idx="122">
                  <c:v>3.0871</c:v>
                </c:pt>
                <c:pt idx="123">
                  <c:v>3.1107999999999998</c:v>
                </c:pt>
                <c:pt idx="124">
                  <c:v>3.1316999999999999</c:v>
                </c:pt>
                <c:pt idx="125">
                  <c:v>3.1524999999999999</c:v>
                </c:pt>
                <c:pt idx="126">
                  <c:v>3.1749999999999998</c:v>
                </c:pt>
                <c:pt idx="127">
                  <c:v>3.2052999999999998</c:v>
                </c:pt>
                <c:pt idx="128">
                  <c:v>3.2292000000000001</c:v>
                </c:pt>
                <c:pt idx="129">
                  <c:v>3.2492000000000001</c:v>
                </c:pt>
                <c:pt idx="130">
                  <c:v>3.2728999999999999</c:v>
                </c:pt>
                <c:pt idx="131">
                  <c:v>3.2963</c:v>
                </c:pt>
                <c:pt idx="132">
                  <c:v>3.3165</c:v>
                </c:pt>
                <c:pt idx="133">
                  <c:v>3.3367</c:v>
                </c:pt>
                <c:pt idx="134">
                  <c:v>3.3660999999999999</c:v>
                </c:pt>
                <c:pt idx="135">
                  <c:v>3.3883999999999999</c:v>
                </c:pt>
                <c:pt idx="136">
                  <c:v>3.4098999999999999</c:v>
                </c:pt>
                <c:pt idx="137">
                  <c:v>3.4306999999999999</c:v>
                </c:pt>
                <c:pt idx="138">
                  <c:v>3.4521999999999999</c:v>
                </c:pt>
                <c:pt idx="139">
                  <c:v>3.4733000000000001</c:v>
                </c:pt>
                <c:pt idx="140">
                  <c:v>3.4962</c:v>
                </c:pt>
                <c:pt idx="141">
                  <c:v>3.5202</c:v>
                </c:pt>
                <c:pt idx="142">
                  <c:v>3.5451999999999999</c:v>
                </c:pt>
                <c:pt idx="143">
                  <c:v>3.5657999999999999</c:v>
                </c:pt>
                <c:pt idx="144">
                  <c:v>3.5905</c:v>
                </c:pt>
                <c:pt idx="145">
                  <c:v>3.6110000000000002</c:v>
                </c:pt>
                <c:pt idx="146">
                  <c:v>3.6377000000000002</c:v>
                </c:pt>
                <c:pt idx="147">
                  <c:v>3.6593</c:v>
                </c:pt>
                <c:pt idx="148">
                  <c:v>3.6798000000000002</c:v>
                </c:pt>
                <c:pt idx="149">
                  <c:v>3.7044000000000001</c:v>
                </c:pt>
                <c:pt idx="150">
                  <c:v>3.7281</c:v>
                </c:pt>
                <c:pt idx="151">
                  <c:v>3.7538999999999998</c:v>
                </c:pt>
                <c:pt idx="152">
                  <c:v>3.7782</c:v>
                </c:pt>
                <c:pt idx="153">
                  <c:v>3.8014999999999999</c:v>
                </c:pt>
                <c:pt idx="154">
                  <c:v>3.8228</c:v>
                </c:pt>
                <c:pt idx="155">
                  <c:v>3.8443999999999998</c:v>
                </c:pt>
                <c:pt idx="156">
                  <c:v>3.8702000000000001</c:v>
                </c:pt>
                <c:pt idx="157">
                  <c:v>3.8929</c:v>
                </c:pt>
                <c:pt idx="158">
                  <c:v>3.9207000000000001</c:v>
                </c:pt>
                <c:pt idx="159">
                  <c:v>3.9428999999999998</c:v>
                </c:pt>
                <c:pt idx="160">
                  <c:v>3.9632999999999998</c:v>
                </c:pt>
                <c:pt idx="161">
                  <c:v>3.9836999999999998</c:v>
                </c:pt>
                <c:pt idx="162">
                  <c:v>4.0042999999999997</c:v>
                </c:pt>
                <c:pt idx="163">
                  <c:v>4.0267999999999997</c:v>
                </c:pt>
                <c:pt idx="164">
                  <c:v>4.0513000000000003</c:v>
                </c:pt>
                <c:pt idx="165">
                  <c:v>4.0724</c:v>
                </c:pt>
                <c:pt idx="166">
                  <c:v>4.0968</c:v>
                </c:pt>
                <c:pt idx="167">
                  <c:v>4.1180000000000003</c:v>
                </c:pt>
                <c:pt idx="168">
                  <c:v>4.1435000000000004</c:v>
                </c:pt>
                <c:pt idx="169">
                  <c:v>4.1661999999999999</c:v>
                </c:pt>
                <c:pt idx="170">
                  <c:v>4.1898</c:v>
                </c:pt>
                <c:pt idx="171">
                  <c:v>4.2122000000000002</c:v>
                </c:pt>
                <c:pt idx="172">
                  <c:v>4.2351999999999999</c:v>
                </c:pt>
                <c:pt idx="173">
                  <c:v>4.2582000000000004</c:v>
                </c:pt>
                <c:pt idx="174">
                  <c:v>4.2788000000000004</c:v>
                </c:pt>
                <c:pt idx="175">
                  <c:v>4.2990000000000004</c:v>
                </c:pt>
                <c:pt idx="176">
                  <c:v>4.3303000000000003</c:v>
                </c:pt>
                <c:pt idx="177">
                  <c:v>4.3521000000000001</c:v>
                </c:pt>
                <c:pt idx="178">
                  <c:v>4.3726000000000003</c:v>
                </c:pt>
                <c:pt idx="179">
                  <c:v>4.3945999999999996</c:v>
                </c:pt>
                <c:pt idx="180">
                  <c:v>4.4183000000000003</c:v>
                </c:pt>
                <c:pt idx="181">
                  <c:v>4.4409999999999998</c:v>
                </c:pt>
                <c:pt idx="182">
                  <c:v>4.4638</c:v>
                </c:pt>
                <c:pt idx="183">
                  <c:v>4.4843000000000002</c:v>
                </c:pt>
                <c:pt idx="184">
                  <c:v>4.5067000000000004</c:v>
                </c:pt>
                <c:pt idx="185">
                  <c:v>4.5275999999999996</c:v>
                </c:pt>
                <c:pt idx="186">
                  <c:v>4.5503999999999998</c:v>
                </c:pt>
                <c:pt idx="187">
                  <c:v>4.5709</c:v>
                </c:pt>
                <c:pt idx="188">
                  <c:v>4.5967000000000002</c:v>
                </c:pt>
                <c:pt idx="189">
                  <c:v>4.6193</c:v>
                </c:pt>
                <c:pt idx="190">
                  <c:v>4.6448999999999998</c:v>
                </c:pt>
                <c:pt idx="191">
                  <c:v>4.6670999999999996</c:v>
                </c:pt>
                <c:pt idx="192">
                  <c:v>4.6910999999999996</c:v>
                </c:pt>
                <c:pt idx="193">
                  <c:v>4.7129000000000003</c:v>
                </c:pt>
                <c:pt idx="194">
                  <c:v>4.7352999999999996</c:v>
                </c:pt>
                <c:pt idx="195">
                  <c:v>4.7634999999999996</c:v>
                </c:pt>
                <c:pt idx="196">
                  <c:v>4.7896999999999998</c:v>
                </c:pt>
                <c:pt idx="197">
                  <c:v>4.8124000000000002</c:v>
                </c:pt>
                <c:pt idx="198">
                  <c:v>4.8329000000000004</c:v>
                </c:pt>
                <c:pt idx="199">
                  <c:v>4.8532999999999999</c:v>
                </c:pt>
                <c:pt idx="200">
                  <c:v>4.8745000000000003</c:v>
                </c:pt>
                <c:pt idx="201">
                  <c:v>4.8967000000000001</c:v>
                </c:pt>
                <c:pt idx="202">
                  <c:v>4.9166999999999996</c:v>
                </c:pt>
                <c:pt idx="203">
                  <c:v>4.9406999999999996</c:v>
                </c:pt>
                <c:pt idx="204">
                  <c:v>4.9617000000000004</c:v>
                </c:pt>
                <c:pt idx="205">
                  <c:v>4.9832000000000001</c:v>
                </c:pt>
                <c:pt idx="206">
                  <c:v>5.0034999999999998</c:v>
                </c:pt>
                <c:pt idx="207">
                  <c:v>5.0285000000000002</c:v>
                </c:pt>
                <c:pt idx="208">
                  <c:v>5.0486000000000004</c:v>
                </c:pt>
                <c:pt idx="209">
                  <c:v>5.0716000000000001</c:v>
                </c:pt>
                <c:pt idx="210">
                  <c:v>5.0938999999999997</c:v>
                </c:pt>
                <c:pt idx="211">
                  <c:v>5.1143000000000001</c:v>
                </c:pt>
                <c:pt idx="212">
                  <c:v>5.1406999999999998</c:v>
                </c:pt>
                <c:pt idx="213">
                  <c:v>5.1612999999999998</c:v>
                </c:pt>
                <c:pt idx="214">
                  <c:v>5.1879</c:v>
                </c:pt>
                <c:pt idx="215">
                  <c:v>5.2099000000000002</c:v>
                </c:pt>
                <c:pt idx="216">
                  <c:v>5.2313999999999998</c:v>
                </c:pt>
                <c:pt idx="217">
                  <c:v>5.2592999999999996</c:v>
                </c:pt>
                <c:pt idx="218">
                  <c:v>5.2801</c:v>
                </c:pt>
                <c:pt idx="219">
                  <c:v>5.3011999999999997</c:v>
                </c:pt>
                <c:pt idx="220">
                  <c:v>5.3226000000000004</c:v>
                </c:pt>
                <c:pt idx="221">
                  <c:v>5.3514999999999997</c:v>
                </c:pt>
                <c:pt idx="222">
                  <c:v>5.3716999999999997</c:v>
                </c:pt>
                <c:pt idx="223">
                  <c:v>5.3936000000000002</c:v>
                </c:pt>
                <c:pt idx="224">
                  <c:v>5.4208999999999996</c:v>
                </c:pt>
                <c:pt idx="225">
                  <c:v>5.4428999999999998</c:v>
                </c:pt>
                <c:pt idx="226">
                  <c:v>5.4641000000000002</c:v>
                </c:pt>
                <c:pt idx="227">
                  <c:v>5.4842000000000004</c:v>
                </c:pt>
                <c:pt idx="228">
                  <c:v>5.5115999999999996</c:v>
                </c:pt>
                <c:pt idx="229">
                  <c:v>5.5324</c:v>
                </c:pt>
                <c:pt idx="230">
                  <c:v>5.5541999999999998</c:v>
                </c:pt>
                <c:pt idx="231">
                  <c:v>5.5815999999999999</c:v>
                </c:pt>
                <c:pt idx="232">
                  <c:v>5.6035000000000004</c:v>
                </c:pt>
                <c:pt idx="233">
                  <c:v>5.6308999999999996</c:v>
                </c:pt>
                <c:pt idx="234">
                  <c:v>5.6581000000000001</c:v>
                </c:pt>
                <c:pt idx="235">
                  <c:v>5.6787000000000001</c:v>
                </c:pt>
                <c:pt idx="236">
                  <c:v>5.6990999999999996</c:v>
                </c:pt>
                <c:pt idx="237">
                  <c:v>5.7256</c:v>
                </c:pt>
                <c:pt idx="238">
                  <c:v>5.7481</c:v>
                </c:pt>
                <c:pt idx="239">
                  <c:v>5.7759</c:v>
                </c:pt>
                <c:pt idx="240">
                  <c:v>5.7965</c:v>
                </c:pt>
                <c:pt idx="241">
                  <c:v>5.8178000000000001</c:v>
                </c:pt>
                <c:pt idx="242">
                  <c:v>5.8444000000000003</c:v>
                </c:pt>
                <c:pt idx="243">
                  <c:v>5.8680000000000003</c:v>
                </c:pt>
                <c:pt idx="244">
                  <c:v>5.8893000000000004</c:v>
                </c:pt>
                <c:pt idx="245">
                  <c:v>5.9164000000000003</c:v>
                </c:pt>
                <c:pt idx="246">
                  <c:v>5.9420999999999999</c:v>
                </c:pt>
                <c:pt idx="247">
                  <c:v>5.9642999999999997</c:v>
                </c:pt>
                <c:pt idx="248">
                  <c:v>5.9907000000000004</c:v>
                </c:pt>
                <c:pt idx="249">
                  <c:v>6.0122</c:v>
                </c:pt>
                <c:pt idx="250">
                  <c:v>6.0324</c:v>
                </c:pt>
                <c:pt idx="251">
                  <c:v>6.0610999999999997</c:v>
                </c:pt>
                <c:pt idx="252">
                  <c:v>6.0831999999999997</c:v>
                </c:pt>
                <c:pt idx="253">
                  <c:v>6.1047000000000002</c:v>
                </c:pt>
                <c:pt idx="254">
                  <c:v>6.1317000000000004</c:v>
                </c:pt>
                <c:pt idx="255">
                  <c:v>6.1535000000000002</c:v>
                </c:pt>
                <c:pt idx="256">
                  <c:v>6.1832000000000003</c:v>
                </c:pt>
                <c:pt idx="257">
                  <c:v>6.2057000000000002</c:v>
                </c:pt>
                <c:pt idx="258">
                  <c:v>6.2282000000000002</c:v>
                </c:pt>
                <c:pt idx="259">
                  <c:v>6.2502000000000004</c:v>
                </c:pt>
                <c:pt idx="260">
                  <c:v>6.2801</c:v>
                </c:pt>
                <c:pt idx="261">
                  <c:v>6.3026999999999997</c:v>
                </c:pt>
                <c:pt idx="262">
                  <c:v>6.3247</c:v>
                </c:pt>
                <c:pt idx="263">
                  <c:v>6.3491</c:v>
                </c:pt>
                <c:pt idx="264">
                  <c:v>6.3704000000000001</c:v>
                </c:pt>
                <c:pt idx="265">
                  <c:v>6.3933</c:v>
                </c:pt>
                <c:pt idx="266">
                  <c:v>6.4146000000000001</c:v>
                </c:pt>
                <c:pt idx="267">
                  <c:v>6.4370000000000003</c:v>
                </c:pt>
                <c:pt idx="268">
                  <c:v>6.4588999999999999</c:v>
                </c:pt>
                <c:pt idx="269">
                  <c:v>6.4790000000000001</c:v>
                </c:pt>
                <c:pt idx="270">
                  <c:v>6.5052000000000003</c:v>
                </c:pt>
                <c:pt idx="271">
                  <c:v>6.5282999999999998</c:v>
                </c:pt>
                <c:pt idx="272">
                  <c:v>6.5500999999999996</c:v>
                </c:pt>
                <c:pt idx="273">
                  <c:v>6.5728</c:v>
                </c:pt>
                <c:pt idx="274">
                  <c:v>6.6013999999999999</c:v>
                </c:pt>
                <c:pt idx="275">
                  <c:v>6.6261000000000001</c:v>
                </c:pt>
                <c:pt idx="276">
                  <c:v>6.6492000000000004</c:v>
                </c:pt>
                <c:pt idx="277">
                  <c:v>6.6714000000000002</c:v>
                </c:pt>
                <c:pt idx="278">
                  <c:v>6.6923000000000004</c:v>
                </c:pt>
                <c:pt idx="279">
                  <c:v>6.7134</c:v>
                </c:pt>
                <c:pt idx="280">
                  <c:v>6.7381000000000002</c:v>
                </c:pt>
                <c:pt idx="281">
                  <c:v>6.7605000000000004</c:v>
                </c:pt>
                <c:pt idx="282">
                  <c:v>6.7842000000000002</c:v>
                </c:pt>
                <c:pt idx="283">
                  <c:v>6.8045</c:v>
                </c:pt>
                <c:pt idx="284">
                  <c:v>6.8291000000000004</c:v>
                </c:pt>
                <c:pt idx="285">
                  <c:v>6.8555000000000001</c:v>
                </c:pt>
                <c:pt idx="286">
                  <c:v>6.8765000000000001</c:v>
                </c:pt>
                <c:pt idx="287">
                  <c:v>6.9115000000000002</c:v>
                </c:pt>
                <c:pt idx="288">
                  <c:v>6.9366000000000003</c:v>
                </c:pt>
                <c:pt idx="289">
                  <c:v>6.9569000000000001</c:v>
                </c:pt>
                <c:pt idx="290">
                  <c:v>6.9825999999999997</c:v>
                </c:pt>
                <c:pt idx="291">
                  <c:v>7.0076999999999998</c:v>
                </c:pt>
                <c:pt idx="292">
                  <c:v>7.0309999999999997</c:v>
                </c:pt>
                <c:pt idx="293">
                  <c:v>7.0545999999999998</c:v>
                </c:pt>
                <c:pt idx="294">
                  <c:v>7.0792999999999999</c:v>
                </c:pt>
                <c:pt idx="295">
                  <c:v>7.1032000000000002</c:v>
                </c:pt>
                <c:pt idx="296">
                  <c:v>7.1303999999999998</c:v>
                </c:pt>
                <c:pt idx="297">
                  <c:v>7.1540999999999997</c:v>
                </c:pt>
                <c:pt idx="298">
                  <c:v>7.1752000000000002</c:v>
                </c:pt>
                <c:pt idx="299">
                  <c:v>7.2004999999999999</c:v>
                </c:pt>
                <c:pt idx="300">
                  <c:v>7.2221000000000002</c:v>
                </c:pt>
                <c:pt idx="301">
                  <c:v>7.2469000000000001</c:v>
                </c:pt>
                <c:pt idx="302">
                  <c:v>7.2675999999999998</c:v>
                </c:pt>
                <c:pt idx="303">
                  <c:v>7.2930000000000001</c:v>
                </c:pt>
                <c:pt idx="304">
                  <c:v>7.32</c:v>
                </c:pt>
                <c:pt idx="305">
                  <c:v>7.3434999999999997</c:v>
                </c:pt>
                <c:pt idx="306">
                  <c:v>7.3714000000000004</c:v>
                </c:pt>
                <c:pt idx="307">
                  <c:v>7.3933999999999997</c:v>
                </c:pt>
                <c:pt idx="308">
                  <c:v>7.4160000000000004</c:v>
                </c:pt>
                <c:pt idx="309">
                  <c:v>7.4394</c:v>
                </c:pt>
                <c:pt idx="310">
                  <c:v>7.4640000000000004</c:v>
                </c:pt>
                <c:pt idx="311">
                  <c:v>7.4858000000000002</c:v>
                </c:pt>
                <c:pt idx="312">
                  <c:v>7.5086000000000004</c:v>
                </c:pt>
                <c:pt idx="313">
                  <c:v>7.5369000000000002</c:v>
                </c:pt>
                <c:pt idx="314">
                  <c:v>7.5621999999999998</c:v>
                </c:pt>
                <c:pt idx="315">
                  <c:v>7.5838999999999999</c:v>
                </c:pt>
                <c:pt idx="316">
                  <c:v>7.6073000000000004</c:v>
                </c:pt>
                <c:pt idx="317">
                  <c:v>7.6345000000000001</c:v>
                </c:pt>
                <c:pt idx="318">
                  <c:v>7.6577999999999999</c:v>
                </c:pt>
                <c:pt idx="319">
                  <c:v>7.6795</c:v>
                </c:pt>
                <c:pt idx="320">
                  <c:v>7.7008000000000001</c:v>
                </c:pt>
                <c:pt idx="321">
                  <c:v>7.7286999999999999</c:v>
                </c:pt>
                <c:pt idx="322">
                  <c:v>7.7489999999999997</c:v>
                </c:pt>
                <c:pt idx="323">
                  <c:v>7.7717999999999998</c:v>
                </c:pt>
                <c:pt idx="324">
                  <c:v>7.7962999999999996</c:v>
                </c:pt>
                <c:pt idx="325">
                  <c:v>7.8174000000000001</c:v>
                </c:pt>
                <c:pt idx="326">
                  <c:v>7.8414999999999999</c:v>
                </c:pt>
                <c:pt idx="327">
                  <c:v>7.8619000000000003</c:v>
                </c:pt>
                <c:pt idx="328">
                  <c:v>7.8864000000000001</c:v>
                </c:pt>
                <c:pt idx="329">
                  <c:v>7.9077999999999999</c:v>
                </c:pt>
                <c:pt idx="330">
                  <c:v>7.9333</c:v>
                </c:pt>
                <c:pt idx="331">
                  <c:v>7.9614000000000003</c:v>
                </c:pt>
                <c:pt idx="332">
                  <c:v>7.9835000000000003</c:v>
                </c:pt>
                <c:pt idx="333">
                  <c:v>8.0088000000000008</c:v>
                </c:pt>
                <c:pt idx="334">
                  <c:v>8.0330999999999992</c:v>
                </c:pt>
                <c:pt idx="335">
                  <c:v>8.0564999999999998</c:v>
                </c:pt>
                <c:pt idx="336">
                  <c:v>8.077</c:v>
                </c:pt>
                <c:pt idx="337">
                  <c:v>8.1</c:v>
                </c:pt>
                <c:pt idx="338">
                  <c:v>8.1218000000000004</c:v>
                </c:pt>
                <c:pt idx="339">
                  <c:v>8.1515000000000004</c:v>
                </c:pt>
                <c:pt idx="340">
                  <c:v>8.1781000000000006</c:v>
                </c:pt>
                <c:pt idx="341">
                  <c:v>8.1988000000000003</c:v>
                </c:pt>
                <c:pt idx="342">
                  <c:v>8.2207000000000008</c:v>
                </c:pt>
                <c:pt idx="343">
                  <c:v>8.2408999999999999</c:v>
                </c:pt>
                <c:pt idx="344">
                  <c:v>8.2622</c:v>
                </c:pt>
                <c:pt idx="345">
                  <c:v>8.2844999999999995</c:v>
                </c:pt>
                <c:pt idx="346">
                  <c:v>8.3054000000000006</c:v>
                </c:pt>
                <c:pt idx="347">
                  <c:v>8.3292999999999999</c:v>
                </c:pt>
                <c:pt idx="348">
                  <c:v>8.3496000000000006</c:v>
                </c:pt>
                <c:pt idx="349">
                  <c:v>8.3702000000000005</c:v>
                </c:pt>
                <c:pt idx="350">
                  <c:v>8.3964999999999996</c:v>
                </c:pt>
                <c:pt idx="351">
                  <c:v>8.4202999999999992</c:v>
                </c:pt>
                <c:pt idx="352">
                  <c:v>8.4413999999999998</c:v>
                </c:pt>
                <c:pt idx="353">
                  <c:v>8.4624000000000006</c:v>
                </c:pt>
                <c:pt idx="354">
                  <c:v>8.4856999999999996</c:v>
                </c:pt>
                <c:pt idx="355">
                  <c:v>8.5122999999999998</c:v>
                </c:pt>
                <c:pt idx="356">
                  <c:v>8.5418000000000003</c:v>
                </c:pt>
                <c:pt idx="357">
                  <c:v>8.5658999999999992</c:v>
                </c:pt>
                <c:pt idx="358">
                  <c:v>8.5873000000000008</c:v>
                </c:pt>
                <c:pt idx="359">
                  <c:v>8.6140000000000008</c:v>
                </c:pt>
                <c:pt idx="360">
                  <c:v>8.6371000000000002</c:v>
                </c:pt>
                <c:pt idx="361">
                  <c:v>8.6603999999999992</c:v>
                </c:pt>
                <c:pt idx="362">
                  <c:v>8.6812000000000005</c:v>
                </c:pt>
                <c:pt idx="363">
                  <c:v>8.7025000000000006</c:v>
                </c:pt>
                <c:pt idx="364">
                  <c:v>8.7227999999999994</c:v>
                </c:pt>
                <c:pt idx="365">
                  <c:v>8.7495999999999992</c:v>
                </c:pt>
                <c:pt idx="366">
                  <c:v>8.7744</c:v>
                </c:pt>
                <c:pt idx="367">
                  <c:v>8.7980999999999998</c:v>
                </c:pt>
                <c:pt idx="368">
                  <c:v>8.8199000000000005</c:v>
                </c:pt>
                <c:pt idx="369">
                  <c:v>8.8438999999999997</c:v>
                </c:pt>
                <c:pt idx="370">
                  <c:v>8.8658999999999999</c:v>
                </c:pt>
                <c:pt idx="371">
                  <c:v>8.8933999999999997</c:v>
                </c:pt>
                <c:pt idx="372">
                  <c:v>8.9220000000000006</c:v>
                </c:pt>
                <c:pt idx="373">
                  <c:v>8.9515999999999991</c:v>
                </c:pt>
                <c:pt idx="374">
                  <c:v>8.9754000000000005</c:v>
                </c:pt>
                <c:pt idx="375">
                  <c:v>9.0007999999999999</c:v>
                </c:pt>
                <c:pt idx="376">
                  <c:v>9.0219000000000005</c:v>
                </c:pt>
                <c:pt idx="377">
                  <c:v>9.0465999999999998</c:v>
                </c:pt>
                <c:pt idx="378">
                  <c:v>9.0723000000000003</c:v>
                </c:pt>
                <c:pt idx="379">
                  <c:v>9.0958000000000006</c:v>
                </c:pt>
                <c:pt idx="380">
                  <c:v>9.1196999999999999</c:v>
                </c:pt>
                <c:pt idx="381">
                  <c:v>9.1440000000000001</c:v>
                </c:pt>
                <c:pt idx="382">
                  <c:v>9.1655999999999995</c:v>
                </c:pt>
                <c:pt idx="383">
                  <c:v>9.1865000000000006</c:v>
                </c:pt>
                <c:pt idx="384">
                  <c:v>9.2134</c:v>
                </c:pt>
                <c:pt idx="385">
                  <c:v>9.2363</c:v>
                </c:pt>
                <c:pt idx="386">
                  <c:v>9.2615999999999996</c:v>
                </c:pt>
                <c:pt idx="387">
                  <c:v>9.2843999999999998</c:v>
                </c:pt>
                <c:pt idx="388">
                  <c:v>9.3132000000000001</c:v>
                </c:pt>
                <c:pt idx="389">
                  <c:v>9.3427000000000007</c:v>
                </c:pt>
                <c:pt idx="390">
                  <c:v>9.3724000000000007</c:v>
                </c:pt>
                <c:pt idx="391">
                  <c:v>9.3998000000000008</c:v>
                </c:pt>
                <c:pt idx="392">
                  <c:v>9.4212000000000007</c:v>
                </c:pt>
                <c:pt idx="393">
                  <c:v>9.4501000000000008</c:v>
                </c:pt>
                <c:pt idx="394">
                  <c:v>9.4739000000000004</c:v>
                </c:pt>
                <c:pt idx="395">
                  <c:v>9.4992000000000001</c:v>
                </c:pt>
                <c:pt idx="396">
                  <c:v>9.5228000000000002</c:v>
                </c:pt>
                <c:pt idx="397">
                  <c:v>9.5432000000000006</c:v>
                </c:pt>
                <c:pt idx="398">
                  <c:v>9.5706000000000007</c:v>
                </c:pt>
                <c:pt idx="399">
                  <c:v>9.5985999999999994</c:v>
                </c:pt>
                <c:pt idx="400">
                  <c:v>9.6204000000000001</c:v>
                </c:pt>
                <c:pt idx="401">
                  <c:v>9.6411999999999995</c:v>
                </c:pt>
                <c:pt idx="402">
                  <c:v>9.6613000000000007</c:v>
                </c:pt>
                <c:pt idx="403">
                  <c:v>9.6836000000000002</c:v>
                </c:pt>
                <c:pt idx="404">
                  <c:v>9.7067999999999994</c:v>
                </c:pt>
                <c:pt idx="405">
                  <c:v>9.7311999999999994</c:v>
                </c:pt>
                <c:pt idx="406">
                  <c:v>9.7529000000000003</c:v>
                </c:pt>
                <c:pt idx="407">
                  <c:v>9.7772000000000006</c:v>
                </c:pt>
                <c:pt idx="408">
                  <c:v>9.7985000000000007</c:v>
                </c:pt>
                <c:pt idx="409">
                  <c:v>9.8196999999999992</c:v>
                </c:pt>
                <c:pt idx="410">
                  <c:v>9.8420000000000005</c:v>
                </c:pt>
                <c:pt idx="411">
                  <c:v>9.8656000000000006</c:v>
                </c:pt>
                <c:pt idx="412">
                  <c:v>9.8864999999999998</c:v>
                </c:pt>
                <c:pt idx="413">
                  <c:v>9.9115000000000002</c:v>
                </c:pt>
                <c:pt idx="414">
                  <c:v>9.9329000000000001</c:v>
                </c:pt>
                <c:pt idx="415">
                  <c:v>9.9540000000000006</c:v>
                </c:pt>
                <c:pt idx="416">
                  <c:v>9.9741999999999997</c:v>
                </c:pt>
                <c:pt idx="417">
                  <c:v>9.9994999999999994</c:v>
                </c:pt>
                <c:pt idx="418">
                  <c:v>10.022500000000001</c:v>
                </c:pt>
                <c:pt idx="419">
                  <c:v>10.053100000000001</c:v>
                </c:pt>
                <c:pt idx="420">
                  <c:v>10.075100000000001</c:v>
                </c:pt>
                <c:pt idx="421">
                  <c:v>10.095800000000001</c:v>
                </c:pt>
                <c:pt idx="422">
                  <c:v>10.1206</c:v>
                </c:pt>
                <c:pt idx="423">
                  <c:v>10.150700000000001</c:v>
                </c:pt>
                <c:pt idx="424">
                  <c:v>10.173400000000001</c:v>
                </c:pt>
                <c:pt idx="425">
                  <c:v>10.2042</c:v>
                </c:pt>
                <c:pt idx="426">
                  <c:v>10.225199999999999</c:v>
                </c:pt>
                <c:pt idx="427">
                  <c:v>10.248200000000001</c:v>
                </c:pt>
                <c:pt idx="428">
                  <c:v>10.2699</c:v>
                </c:pt>
                <c:pt idx="429">
                  <c:v>10.292400000000001</c:v>
                </c:pt>
                <c:pt idx="430">
                  <c:v>10.3132</c:v>
                </c:pt>
                <c:pt idx="431">
                  <c:v>10.335800000000001</c:v>
                </c:pt>
                <c:pt idx="432">
                  <c:v>10.356</c:v>
                </c:pt>
                <c:pt idx="433">
                  <c:v>10.3786</c:v>
                </c:pt>
                <c:pt idx="434">
                  <c:v>10.4031</c:v>
                </c:pt>
                <c:pt idx="435">
                  <c:v>10.4262</c:v>
                </c:pt>
                <c:pt idx="436">
                  <c:v>10.4497</c:v>
                </c:pt>
                <c:pt idx="437">
                  <c:v>10.472</c:v>
                </c:pt>
                <c:pt idx="438">
                  <c:v>10.497</c:v>
                </c:pt>
                <c:pt idx="439">
                  <c:v>10.5198</c:v>
                </c:pt>
                <c:pt idx="440">
                  <c:v>10.541600000000001</c:v>
                </c:pt>
                <c:pt idx="441">
                  <c:v>10.5639</c:v>
                </c:pt>
                <c:pt idx="442">
                  <c:v>10.5884</c:v>
                </c:pt>
                <c:pt idx="443">
                  <c:v>10.616400000000001</c:v>
                </c:pt>
                <c:pt idx="444">
                  <c:v>10.640700000000001</c:v>
                </c:pt>
                <c:pt idx="445">
                  <c:v>10.6637</c:v>
                </c:pt>
                <c:pt idx="446">
                  <c:v>10.6851</c:v>
                </c:pt>
                <c:pt idx="447">
                  <c:v>10.7151</c:v>
                </c:pt>
                <c:pt idx="448">
                  <c:v>10.738899999999999</c:v>
                </c:pt>
                <c:pt idx="449">
                  <c:v>10.761100000000001</c:v>
                </c:pt>
                <c:pt idx="450">
                  <c:v>10.786799999999999</c:v>
                </c:pt>
                <c:pt idx="451">
                  <c:v>10.8133</c:v>
                </c:pt>
                <c:pt idx="452">
                  <c:v>10.8398</c:v>
                </c:pt>
                <c:pt idx="453">
                  <c:v>10.864000000000001</c:v>
                </c:pt>
                <c:pt idx="454">
                  <c:v>10.8902</c:v>
                </c:pt>
                <c:pt idx="455">
                  <c:v>10.9161</c:v>
                </c:pt>
                <c:pt idx="456">
                  <c:v>10.9373</c:v>
                </c:pt>
                <c:pt idx="457">
                  <c:v>10.963900000000001</c:v>
                </c:pt>
                <c:pt idx="458">
                  <c:v>10.988200000000001</c:v>
                </c:pt>
                <c:pt idx="459">
                  <c:v>11.015599999999999</c:v>
                </c:pt>
                <c:pt idx="460">
                  <c:v>11.0496</c:v>
                </c:pt>
                <c:pt idx="461">
                  <c:v>11.0822</c:v>
                </c:pt>
                <c:pt idx="462">
                  <c:v>11.1149</c:v>
                </c:pt>
                <c:pt idx="463">
                  <c:v>11.141400000000001</c:v>
                </c:pt>
                <c:pt idx="464">
                  <c:v>11.175599999999999</c:v>
                </c:pt>
                <c:pt idx="465">
                  <c:v>11.2409</c:v>
                </c:pt>
                <c:pt idx="466">
                  <c:v>11.2637</c:v>
                </c:pt>
                <c:pt idx="467">
                  <c:v>11.3012</c:v>
                </c:pt>
                <c:pt idx="468">
                  <c:v>11.3368</c:v>
                </c:pt>
                <c:pt idx="469">
                  <c:v>11.358700000000001</c:v>
                </c:pt>
                <c:pt idx="470">
                  <c:v>11.391</c:v>
                </c:pt>
                <c:pt idx="471">
                  <c:v>11.418200000000001</c:v>
                </c:pt>
                <c:pt idx="472">
                  <c:v>11.449199999999999</c:v>
                </c:pt>
                <c:pt idx="473">
                  <c:v>11.476000000000001</c:v>
                </c:pt>
                <c:pt idx="474">
                  <c:v>11.5032</c:v>
                </c:pt>
                <c:pt idx="475">
                  <c:v>11.5274</c:v>
                </c:pt>
                <c:pt idx="476">
                  <c:v>11.5525</c:v>
                </c:pt>
                <c:pt idx="477">
                  <c:v>11.576700000000001</c:v>
                </c:pt>
                <c:pt idx="478">
                  <c:v>11.5984</c:v>
                </c:pt>
                <c:pt idx="479">
                  <c:v>11.620200000000001</c:v>
                </c:pt>
                <c:pt idx="480">
                  <c:v>11.6418</c:v>
                </c:pt>
                <c:pt idx="481">
                  <c:v>11.6647</c:v>
                </c:pt>
                <c:pt idx="482">
                  <c:v>11.6861</c:v>
                </c:pt>
                <c:pt idx="483">
                  <c:v>11.714700000000001</c:v>
                </c:pt>
                <c:pt idx="484">
                  <c:v>11.7431</c:v>
                </c:pt>
                <c:pt idx="485">
                  <c:v>11.771599999999999</c:v>
                </c:pt>
                <c:pt idx="486">
                  <c:v>11.7918</c:v>
                </c:pt>
                <c:pt idx="487">
                  <c:v>11.813800000000001</c:v>
                </c:pt>
                <c:pt idx="488">
                  <c:v>11.8367</c:v>
                </c:pt>
                <c:pt idx="489">
                  <c:v>11.8653</c:v>
                </c:pt>
                <c:pt idx="490">
                  <c:v>11.885300000000001</c:v>
                </c:pt>
                <c:pt idx="491">
                  <c:v>11.913500000000001</c:v>
                </c:pt>
                <c:pt idx="492">
                  <c:v>11.9414</c:v>
                </c:pt>
                <c:pt idx="493">
                  <c:v>11.9633</c:v>
                </c:pt>
                <c:pt idx="494">
                  <c:v>11.992100000000001</c:v>
                </c:pt>
                <c:pt idx="495">
                  <c:v>12.018599999999999</c:v>
                </c:pt>
                <c:pt idx="496">
                  <c:v>12.0436</c:v>
                </c:pt>
                <c:pt idx="497">
                  <c:v>12.063700000000001</c:v>
                </c:pt>
                <c:pt idx="498">
                  <c:v>12.085800000000001</c:v>
                </c:pt>
                <c:pt idx="499">
                  <c:v>12.1061</c:v>
                </c:pt>
                <c:pt idx="500">
                  <c:v>12.1281</c:v>
                </c:pt>
                <c:pt idx="501">
                  <c:v>12.150700000000001</c:v>
                </c:pt>
                <c:pt idx="502">
                  <c:v>12.179</c:v>
                </c:pt>
                <c:pt idx="503">
                  <c:v>12.202</c:v>
                </c:pt>
                <c:pt idx="504">
                  <c:v>12.2235</c:v>
                </c:pt>
                <c:pt idx="505">
                  <c:v>12.249499999999999</c:v>
                </c:pt>
                <c:pt idx="506">
                  <c:v>12.272600000000001</c:v>
                </c:pt>
                <c:pt idx="507">
                  <c:v>12.302</c:v>
                </c:pt>
                <c:pt idx="508">
                  <c:v>12.3239</c:v>
                </c:pt>
                <c:pt idx="509">
                  <c:v>12.347099999999999</c:v>
                </c:pt>
                <c:pt idx="510">
                  <c:v>12.3713</c:v>
                </c:pt>
                <c:pt idx="511">
                  <c:v>12.393700000000001</c:v>
                </c:pt>
                <c:pt idx="512">
                  <c:v>12.416499999999999</c:v>
                </c:pt>
                <c:pt idx="513">
                  <c:v>12.4389</c:v>
                </c:pt>
                <c:pt idx="514">
                  <c:v>12.460100000000001</c:v>
                </c:pt>
                <c:pt idx="515">
                  <c:v>12.4847</c:v>
                </c:pt>
                <c:pt idx="516">
                  <c:v>12.5083</c:v>
                </c:pt>
                <c:pt idx="517">
                  <c:v>12.5312</c:v>
                </c:pt>
                <c:pt idx="518">
                  <c:v>12.559900000000001</c:v>
                </c:pt>
                <c:pt idx="519">
                  <c:v>12.582000000000001</c:v>
                </c:pt>
                <c:pt idx="520">
                  <c:v>12.604699999999999</c:v>
                </c:pt>
                <c:pt idx="521">
                  <c:v>12.6271</c:v>
                </c:pt>
                <c:pt idx="522">
                  <c:v>12.653</c:v>
                </c:pt>
                <c:pt idx="523">
                  <c:v>12.678100000000001</c:v>
                </c:pt>
                <c:pt idx="524">
                  <c:v>12.6995</c:v>
                </c:pt>
                <c:pt idx="525">
                  <c:v>12.721299999999999</c:v>
                </c:pt>
                <c:pt idx="526">
                  <c:v>12.742699999999999</c:v>
                </c:pt>
                <c:pt idx="527">
                  <c:v>12.765000000000001</c:v>
                </c:pt>
                <c:pt idx="528">
                  <c:v>12.7879</c:v>
                </c:pt>
                <c:pt idx="529">
                  <c:v>12.810499999999999</c:v>
                </c:pt>
                <c:pt idx="530">
                  <c:v>12.831</c:v>
                </c:pt>
                <c:pt idx="531">
                  <c:v>12.853400000000001</c:v>
                </c:pt>
                <c:pt idx="532">
                  <c:v>12.873900000000001</c:v>
                </c:pt>
                <c:pt idx="533">
                  <c:v>12.8988</c:v>
                </c:pt>
                <c:pt idx="534">
                  <c:v>12.921099999999999</c:v>
                </c:pt>
                <c:pt idx="535">
                  <c:v>12.942</c:v>
                </c:pt>
                <c:pt idx="536">
                  <c:v>12.9725</c:v>
                </c:pt>
                <c:pt idx="537">
                  <c:v>13.0009</c:v>
                </c:pt>
                <c:pt idx="538">
                  <c:v>13.024699999999999</c:v>
                </c:pt>
                <c:pt idx="539">
                  <c:v>13.0481</c:v>
                </c:pt>
                <c:pt idx="540">
                  <c:v>13.0738</c:v>
                </c:pt>
                <c:pt idx="541">
                  <c:v>13.0953</c:v>
                </c:pt>
                <c:pt idx="542">
                  <c:v>13.118399999999999</c:v>
                </c:pt>
                <c:pt idx="543">
                  <c:v>13.139099999999999</c:v>
                </c:pt>
                <c:pt idx="544">
                  <c:v>13.1624</c:v>
                </c:pt>
                <c:pt idx="545">
                  <c:v>13.1839</c:v>
                </c:pt>
                <c:pt idx="546">
                  <c:v>13.207000000000001</c:v>
                </c:pt>
                <c:pt idx="547">
                  <c:v>13.2272</c:v>
                </c:pt>
                <c:pt idx="548">
                  <c:v>13.248900000000001</c:v>
                </c:pt>
                <c:pt idx="549">
                  <c:v>13.276199999999999</c:v>
                </c:pt>
                <c:pt idx="550">
                  <c:v>13.298299999999999</c:v>
                </c:pt>
                <c:pt idx="551">
                  <c:v>13.3193</c:v>
                </c:pt>
                <c:pt idx="552">
                  <c:v>13.3413</c:v>
                </c:pt>
                <c:pt idx="553">
                  <c:v>13.3622</c:v>
                </c:pt>
                <c:pt idx="554">
                  <c:v>13.383900000000001</c:v>
                </c:pt>
                <c:pt idx="555">
                  <c:v>13.404299999999999</c:v>
                </c:pt>
                <c:pt idx="556">
                  <c:v>13.4252</c:v>
                </c:pt>
                <c:pt idx="557">
                  <c:v>13.4467</c:v>
                </c:pt>
                <c:pt idx="558">
                  <c:v>13.471399999999999</c:v>
                </c:pt>
                <c:pt idx="559">
                  <c:v>13.5007</c:v>
                </c:pt>
                <c:pt idx="560">
                  <c:v>13.5227</c:v>
                </c:pt>
                <c:pt idx="561">
                  <c:v>13.5448</c:v>
                </c:pt>
                <c:pt idx="562">
                  <c:v>13.573600000000001</c:v>
                </c:pt>
                <c:pt idx="563">
                  <c:v>13.595499999999999</c:v>
                </c:pt>
                <c:pt idx="564">
                  <c:v>13.616400000000001</c:v>
                </c:pt>
                <c:pt idx="565">
                  <c:v>13.6366</c:v>
                </c:pt>
                <c:pt idx="566">
                  <c:v>13.660399999999999</c:v>
                </c:pt>
                <c:pt idx="567">
                  <c:v>13.682600000000001</c:v>
                </c:pt>
                <c:pt idx="568">
                  <c:v>13.7051</c:v>
                </c:pt>
                <c:pt idx="569">
                  <c:v>13.7347</c:v>
                </c:pt>
                <c:pt idx="570">
                  <c:v>13.757199999999999</c:v>
                </c:pt>
                <c:pt idx="571">
                  <c:v>13.7789</c:v>
                </c:pt>
                <c:pt idx="572">
                  <c:v>13.801600000000001</c:v>
                </c:pt>
                <c:pt idx="573">
                  <c:v>13.8216</c:v>
                </c:pt>
                <c:pt idx="574">
                  <c:v>13.844200000000001</c:v>
                </c:pt>
                <c:pt idx="575">
                  <c:v>13.864699999999999</c:v>
                </c:pt>
                <c:pt idx="576">
                  <c:v>13.886100000000001</c:v>
                </c:pt>
                <c:pt idx="577">
                  <c:v>13.908300000000001</c:v>
                </c:pt>
                <c:pt idx="578">
                  <c:v>13.931800000000001</c:v>
                </c:pt>
                <c:pt idx="579">
                  <c:v>13.953099999999999</c:v>
                </c:pt>
                <c:pt idx="580">
                  <c:v>13.9742</c:v>
                </c:pt>
                <c:pt idx="581">
                  <c:v>13.9947</c:v>
                </c:pt>
                <c:pt idx="582">
                  <c:v>14.0169</c:v>
                </c:pt>
                <c:pt idx="583">
                  <c:v>14.0381</c:v>
                </c:pt>
                <c:pt idx="584">
                  <c:v>14.06</c:v>
                </c:pt>
                <c:pt idx="585">
                  <c:v>14.0891</c:v>
                </c:pt>
                <c:pt idx="586">
                  <c:v>14.109500000000001</c:v>
                </c:pt>
                <c:pt idx="587">
                  <c:v>14.1334</c:v>
                </c:pt>
                <c:pt idx="588">
                  <c:v>14.1584</c:v>
                </c:pt>
                <c:pt idx="589">
                  <c:v>14.1785</c:v>
                </c:pt>
                <c:pt idx="590">
                  <c:v>14.2003</c:v>
                </c:pt>
                <c:pt idx="591">
                  <c:v>14.2212</c:v>
                </c:pt>
                <c:pt idx="592">
                  <c:v>14.2416</c:v>
                </c:pt>
                <c:pt idx="593">
                  <c:v>14.261699999999999</c:v>
                </c:pt>
                <c:pt idx="594">
                  <c:v>14.2879</c:v>
                </c:pt>
                <c:pt idx="595">
                  <c:v>14.309100000000001</c:v>
                </c:pt>
                <c:pt idx="596">
                  <c:v>14.3308</c:v>
                </c:pt>
                <c:pt idx="597">
                  <c:v>14.3551</c:v>
                </c:pt>
                <c:pt idx="598">
                  <c:v>14.380100000000001</c:v>
                </c:pt>
                <c:pt idx="599">
                  <c:v>14.4017</c:v>
                </c:pt>
                <c:pt idx="600">
                  <c:v>14.422499999999999</c:v>
                </c:pt>
                <c:pt idx="601">
                  <c:v>14.4434</c:v>
                </c:pt>
                <c:pt idx="602">
                  <c:v>14.4648</c:v>
                </c:pt>
                <c:pt idx="603">
                  <c:v>14.4939</c:v>
                </c:pt>
                <c:pt idx="604">
                  <c:v>14.5161</c:v>
                </c:pt>
                <c:pt idx="605">
                  <c:v>14.5365</c:v>
                </c:pt>
                <c:pt idx="606">
                  <c:v>14.5619</c:v>
                </c:pt>
                <c:pt idx="607">
                  <c:v>14.5855</c:v>
                </c:pt>
                <c:pt idx="608">
                  <c:v>14.6074</c:v>
                </c:pt>
                <c:pt idx="609">
                  <c:v>14.629</c:v>
                </c:pt>
                <c:pt idx="610">
                  <c:v>14.650399999999999</c:v>
                </c:pt>
                <c:pt idx="611">
                  <c:v>14.671799999999999</c:v>
                </c:pt>
                <c:pt idx="612">
                  <c:v>14.6929</c:v>
                </c:pt>
                <c:pt idx="613">
                  <c:v>14.722</c:v>
                </c:pt>
                <c:pt idx="614">
                  <c:v>14.7447</c:v>
                </c:pt>
                <c:pt idx="615">
                  <c:v>14.7659</c:v>
                </c:pt>
                <c:pt idx="616">
                  <c:v>14.7865</c:v>
                </c:pt>
                <c:pt idx="617">
                  <c:v>14.8078</c:v>
                </c:pt>
                <c:pt idx="618">
                  <c:v>14.8306</c:v>
                </c:pt>
                <c:pt idx="619">
                  <c:v>14.8536</c:v>
                </c:pt>
                <c:pt idx="620">
                  <c:v>14.876099999999999</c:v>
                </c:pt>
                <c:pt idx="621">
                  <c:v>14.898999999999999</c:v>
                </c:pt>
                <c:pt idx="622">
                  <c:v>14.9193</c:v>
                </c:pt>
                <c:pt idx="623">
                  <c:v>14.942600000000001</c:v>
                </c:pt>
                <c:pt idx="624">
                  <c:v>14.9636</c:v>
                </c:pt>
                <c:pt idx="625">
                  <c:v>14.990600000000001</c:v>
                </c:pt>
                <c:pt idx="626">
                  <c:v>15.0183</c:v>
                </c:pt>
                <c:pt idx="627">
                  <c:v>15.0427</c:v>
                </c:pt>
                <c:pt idx="628">
                  <c:v>15.062900000000001</c:v>
                </c:pt>
                <c:pt idx="629">
                  <c:v>15.083600000000001</c:v>
                </c:pt>
                <c:pt idx="630">
                  <c:v>15.106199999999999</c:v>
                </c:pt>
                <c:pt idx="631">
                  <c:v>15.1286</c:v>
                </c:pt>
                <c:pt idx="632">
                  <c:v>15.149699999999999</c:v>
                </c:pt>
                <c:pt idx="633">
                  <c:v>15.1706</c:v>
                </c:pt>
                <c:pt idx="634">
                  <c:v>15.1915</c:v>
                </c:pt>
                <c:pt idx="635">
                  <c:v>15.2171</c:v>
                </c:pt>
                <c:pt idx="636">
                  <c:v>15.2399</c:v>
                </c:pt>
                <c:pt idx="637">
                  <c:v>15.260899999999999</c:v>
                </c:pt>
                <c:pt idx="638">
                  <c:v>15.2897</c:v>
                </c:pt>
                <c:pt idx="639">
                  <c:v>15.3101</c:v>
                </c:pt>
                <c:pt idx="640">
                  <c:v>15.332800000000001</c:v>
                </c:pt>
                <c:pt idx="641">
                  <c:v>15.3538</c:v>
                </c:pt>
                <c:pt idx="642">
                  <c:v>15.3772</c:v>
                </c:pt>
                <c:pt idx="643">
                  <c:v>15.3988</c:v>
                </c:pt>
                <c:pt idx="644">
                  <c:v>15.420500000000001</c:v>
                </c:pt>
                <c:pt idx="645">
                  <c:v>15.448600000000001</c:v>
                </c:pt>
                <c:pt idx="646">
                  <c:v>15.4689</c:v>
                </c:pt>
                <c:pt idx="647">
                  <c:v>15.4947</c:v>
                </c:pt>
                <c:pt idx="648">
                  <c:v>15.5159</c:v>
                </c:pt>
                <c:pt idx="649">
                  <c:v>15.538399999999999</c:v>
                </c:pt>
                <c:pt idx="650">
                  <c:v>15.56</c:v>
                </c:pt>
                <c:pt idx="651">
                  <c:v>15.582100000000001</c:v>
                </c:pt>
                <c:pt idx="652">
                  <c:v>15.605700000000001</c:v>
                </c:pt>
                <c:pt idx="653">
                  <c:v>15.625999999999999</c:v>
                </c:pt>
                <c:pt idx="654">
                  <c:v>15.6509</c:v>
                </c:pt>
                <c:pt idx="655">
                  <c:v>15.6713</c:v>
                </c:pt>
                <c:pt idx="656">
                  <c:v>15.6944</c:v>
                </c:pt>
                <c:pt idx="657">
                  <c:v>15.7196</c:v>
                </c:pt>
                <c:pt idx="658">
                  <c:v>15.7422</c:v>
                </c:pt>
                <c:pt idx="659">
                  <c:v>15.7676</c:v>
                </c:pt>
                <c:pt idx="660">
                  <c:v>15.788</c:v>
                </c:pt>
                <c:pt idx="661">
                  <c:v>15.810600000000001</c:v>
                </c:pt>
                <c:pt idx="662">
                  <c:v>15.8322</c:v>
                </c:pt>
                <c:pt idx="663">
                  <c:v>15.8552</c:v>
                </c:pt>
                <c:pt idx="664">
                  <c:v>15.876099999999999</c:v>
                </c:pt>
                <c:pt idx="665">
                  <c:v>15.8973</c:v>
                </c:pt>
                <c:pt idx="666">
                  <c:v>15.9222</c:v>
                </c:pt>
                <c:pt idx="667">
                  <c:v>15.943899999999999</c:v>
                </c:pt>
                <c:pt idx="668">
                  <c:v>15.964499999999999</c:v>
                </c:pt>
                <c:pt idx="669">
                  <c:v>15.9902</c:v>
                </c:pt>
                <c:pt idx="670">
                  <c:v>16.0121</c:v>
                </c:pt>
                <c:pt idx="671">
                  <c:v>16.034700000000001</c:v>
                </c:pt>
                <c:pt idx="672">
                  <c:v>16.0563</c:v>
                </c:pt>
                <c:pt idx="673">
                  <c:v>16.083300000000001</c:v>
                </c:pt>
                <c:pt idx="674">
                  <c:v>16.1066</c:v>
                </c:pt>
                <c:pt idx="675">
                  <c:v>16.128900000000002</c:v>
                </c:pt>
                <c:pt idx="676">
                  <c:v>16.155000000000001</c:v>
                </c:pt>
                <c:pt idx="677">
                  <c:v>16.183700000000002</c:v>
                </c:pt>
                <c:pt idx="678">
                  <c:v>16.206299999999999</c:v>
                </c:pt>
                <c:pt idx="679">
                  <c:v>16.233699999999999</c:v>
                </c:pt>
                <c:pt idx="680">
                  <c:v>16.256399999999999</c:v>
                </c:pt>
                <c:pt idx="681">
                  <c:v>16.278600000000001</c:v>
                </c:pt>
                <c:pt idx="682">
                  <c:v>16.299800000000001</c:v>
                </c:pt>
                <c:pt idx="683">
                  <c:v>16.327000000000002</c:v>
                </c:pt>
                <c:pt idx="684">
                  <c:v>16.3489</c:v>
                </c:pt>
                <c:pt idx="685">
                  <c:v>16.374600000000001</c:v>
                </c:pt>
                <c:pt idx="686">
                  <c:v>16.397099999999998</c:v>
                </c:pt>
                <c:pt idx="687">
                  <c:v>16.417200000000001</c:v>
                </c:pt>
                <c:pt idx="688">
                  <c:v>16.439499999999999</c:v>
                </c:pt>
                <c:pt idx="689">
                  <c:v>16.4602</c:v>
                </c:pt>
                <c:pt idx="690">
                  <c:v>16.482199999999999</c:v>
                </c:pt>
                <c:pt idx="691">
                  <c:v>16.508700000000001</c:v>
                </c:pt>
                <c:pt idx="692">
                  <c:v>16.5304</c:v>
                </c:pt>
                <c:pt idx="693">
                  <c:v>16.553699999999999</c:v>
                </c:pt>
                <c:pt idx="694">
                  <c:v>16.575800000000001</c:v>
                </c:pt>
                <c:pt idx="695">
                  <c:v>16.596900000000002</c:v>
                </c:pt>
                <c:pt idx="696">
                  <c:v>16.617000000000001</c:v>
                </c:pt>
                <c:pt idx="697">
                  <c:v>16.6389</c:v>
                </c:pt>
                <c:pt idx="698">
                  <c:v>16.660399999999999</c:v>
                </c:pt>
                <c:pt idx="699">
                  <c:v>16.681100000000001</c:v>
                </c:pt>
                <c:pt idx="700">
                  <c:v>16.710699999999999</c:v>
                </c:pt>
                <c:pt idx="701">
                  <c:v>16.731300000000001</c:v>
                </c:pt>
                <c:pt idx="702">
                  <c:v>16.754100000000001</c:v>
                </c:pt>
                <c:pt idx="703">
                  <c:v>16.775300000000001</c:v>
                </c:pt>
                <c:pt idx="704">
                  <c:v>16.7958</c:v>
                </c:pt>
                <c:pt idx="705">
                  <c:v>16.8188</c:v>
                </c:pt>
                <c:pt idx="706">
                  <c:v>16.838999999999999</c:v>
                </c:pt>
                <c:pt idx="707">
                  <c:v>16.860399999999998</c:v>
                </c:pt>
                <c:pt idx="708">
                  <c:v>16.8827</c:v>
                </c:pt>
                <c:pt idx="709">
                  <c:v>16.903700000000001</c:v>
                </c:pt>
                <c:pt idx="710">
                  <c:v>16.9315</c:v>
                </c:pt>
                <c:pt idx="711">
                  <c:v>16.9529</c:v>
                </c:pt>
                <c:pt idx="712">
                  <c:v>16.980599999999999</c:v>
                </c:pt>
                <c:pt idx="713">
                  <c:v>17.0014</c:v>
                </c:pt>
                <c:pt idx="714">
                  <c:v>17.025400000000001</c:v>
                </c:pt>
                <c:pt idx="715">
                  <c:v>17.047499999999999</c:v>
                </c:pt>
                <c:pt idx="716">
                  <c:v>17.075399999999998</c:v>
                </c:pt>
                <c:pt idx="717">
                  <c:v>17.098500000000001</c:v>
                </c:pt>
                <c:pt idx="718">
                  <c:v>17.1188</c:v>
                </c:pt>
                <c:pt idx="719">
                  <c:v>17.1417</c:v>
                </c:pt>
                <c:pt idx="720">
                  <c:v>17.1678</c:v>
                </c:pt>
                <c:pt idx="721">
                  <c:v>17.191099999999999</c:v>
                </c:pt>
                <c:pt idx="722">
                  <c:v>17.212399999999999</c:v>
                </c:pt>
                <c:pt idx="723">
                  <c:v>17.2348</c:v>
                </c:pt>
                <c:pt idx="724">
                  <c:v>17.255299999999998</c:v>
                </c:pt>
                <c:pt idx="725">
                  <c:v>17.277799999999999</c:v>
                </c:pt>
                <c:pt idx="726">
                  <c:v>17.298500000000001</c:v>
                </c:pt>
                <c:pt idx="727">
                  <c:v>17.3217</c:v>
                </c:pt>
                <c:pt idx="728">
                  <c:v>17.342099999999999</c:v>
                </c:pt>
                <c:pt idx="729">
                  <c:v>17.3658</c:v>
                </c:pt>
                <c:pt idx="730">
                  <c:v>17.387799999999999</c:v>
                </c:pt>
                <c:pt idx="731">
                  <c:v>17.411899999999999</c:v>
                </c:pt>
                <c:pt idx="732">
                  <c:v>17.432099999999998</c:v>
                </c:pt>
                <c:pt idx="733">
                  <c:v>17.454499999999999</c:v>
                </c:pt>
                <c:pt idx="734">
                  <c:v>17.476600000000001</c:v>
                </c:pt>
                <c:pt idx="735">
                  <c:v>17.4985</c:v>
                </c:pt>
                <c:pt idx="736">
                  <c:v>17.519500000000001</c:v>
                </c:pt>
                <c:pt idx="737">
                  <c:v>17.542400000000001</c:v>
                </c:pt>
                <c:pt idx="738">
                  <c:v>17.5657</c:v>
                </c:pt>
                <c:pt idx="739">
                  <c:v>17.596</c:v>
                </c:pt>
                <c:pt idx="740">
                  <c:v>17.619299999999999</c:v>
                </c:pt>
                <c:pt idx="741">
                  <c:v>17.641999999999999</c:v>
                </c:pt>
                <c:pt idx="742">
                  <c:v>17.665299999999998</c:v>
                </c:pt>
                <c:pt idx="743">
                  <c:v>17.687999999999999</c:v>
                </c:pt>
                <c:pt idx="744">
                  <c:v>17.7102</c:v>
                </c:pt>
                <c:pt idx="745">
                  <c:v>17.730899999999998</c:v>
                </c:pt>
                <c:pt idx="746">
                  <c:v>17.752700000000001</c:v>
                </c:pt>
                <c:pt idx="747">
                  <c:v>17.776499999999999</c:v>
                </c:pt>
                <c:pt idx="748">
                  <c:v>17.799800000000001</c:v>
                </c:pt>
                <c:pt idx="749">
                  <c:v>17.821999999999999</c:v>
                </c:pt>
                <c:pt idx="750">
                  <c:v>17.842500000000001</c:v>
                </c:pt>
                <c:pt idx="751">
                  <c:v>17.864000000000001</c:v>
                </c:pt>
                <c:pt idx="752">
                  <c:v>17.8842</c:v>
                </c:pt>
                <c:pt idx="753">
                  <c:v>17.9068</c:v>
                </c:pt>
                <c:pt idx="754">
                  <c:v>17.931100000000001</c:v>
                </c:pt>
                <c:pt idx="755">
                  <c:v>17.954999999999998</c:v>
                </c:pt>
                <c:pt idx="756">
                  <c:v>17.975999999999999</c:v>
                </c:pt>
                <c:pt idx="757">
                  <c:v>17.999600000000001</c:v>
                </c:pt>
                <c:pt idx="758">
                  <c:v>18.0214</c:v>
                </c:pt>
                <c:pt idx="759">
                  <c:v>18.043900000000001</c:v>
                </c:pt>
                <c:pt idx="760">
                  <c:v>18.0748</c:v>
                </c:pt>
                <c:pt idx="761">
                  <c:v>18.095400000000001</c:v>
                </c:pt>
                <c:pt idx="762">
                  <c:v>18.118200000000002</c:v>
                </c:pt>
                <c:pt idx="763">
                  <c:v>18.140799999999999</c:v>
                </c:pt>
                <c:pt idx="764">
                  <c:v>18.167200000000001</c:v>
                </c:pt>
                <c:pt idx="765">
                  <c:v>18.190100000000001</c:v>
                </c:pt>
                <c:pt idx="766">
                  <c:v>18.211300000000001</c:v>
                </c:pt>
                <c:pt idx="767">
                  <c:v>18.233699999999999</c:v>
                </c:pt>
                <c:pt idx="768">
                  <c:v>18.255800000000001</c:v>
                </c:pt>
                <c:pt idx="769">
                  <c:v>18.278099999999998</c:v>
                </c:pt>
                <c:pt idx="770">
                  <c:v>18.3</c:v>
                </c:pt>
                <c:pt idx="771">
                  <c:v>18.321400000000001</c:v>
                </c:pt>
                <c:pt idx="772">
                  <c:v>18.3432</c:v>
                </c:pt>
                <c:pt idx="773">
                  <c:v>18.365200000000002</c:v>
                </c:pt>
                <c:pt idx="774">
                  <c:v>18.390599999999999</c:v>
                </c:pt>
                <c:pt idx="775">
                  <c:v>18.4133</c:v>
                </c:pt>
                <c:pt idx="776">
                  <c:v>18.435400000000001</c:v>
                </c:pt>
                <c:pt idx="777">
                  <c:v>18.456099999999999</c:v>
                </c:pt>
                <c:pt idx="778">
                  <c:v>18.478000000000002</c:v>
                </c:pt>
                <c:pt idx="779">
                  <c:v>18.500499999999999</c:v>
                </c:pt>
                <c:pt idx="780">
                  <c:v>18.5306</c:v>
                </c:pt>
                <c:pt idx="781">
                  <c:v>18.552499999999998</c:v>
                </c:pt>
                <c:pt idx="782">
                  <c:v>18.575500000000002</c:v>
                </c:pt>
                <c:pt idx="783">
                  <c:v>18.5992</c:v>
                </c:pt>
                <c:pt idx="784">
                  <c:v>18.619299999999999</c:v>
                </c:pt>
                <c:pt idx="785">
                  <c:v>18.6416</c:v>
                </c:pt>
                <c:pt idx="786">
                  <c:v>18.661999999999999</c:v>
                </c:pt>
                <c:pt idx="787">
                  <c:v>18.684899999999999</c:v>
                </c:pt>
                <c:pt idx="788">
                  <c:v>18.705200000000001</c:v>
                </c:pt>
                <c:pt idx="789">
                  <c:v>18.727799999999998</c:v>
                </c:pt>
                <c:pt idx="790">
                  <c:v>18.7517</c:v>
                </c:pt>
                <c:pt idx="791">
                  <c:v>18.775200000000002</c:v>
                </c:pt>
                <c:pt idx="792">
                  <c:v>18.802299999999999</c:v>
                </c:pt>
                <c:pt idx="793">
                  <c:v>18.823799999999999</c:v>
                </c:pt>
                <c:pt idx="794">
                  <c:v>18.846399999999999</c:v>
                </c:pt>
                <c:pt idx="795">
                  <c:v>18.8673</c:v>
                </c:pt>
                <c:pt idx="796">
                  <c:v>18.887599999999999</c:v>
                </c:pt>
                <c:pt idx="797">
                  <c:v>18.911799999999999</c:v>
                </c:pt>
                <c:pt idx="798">
                  <c:v>18.935400000000001</c:v>
                </c:pt>
                <c:pt idx="799">
                  <c:v>18.955400000000001</c:v>
                </c:pt>
                <c:pt idx="800">
                  <c:v>18.980899999999998</c:v>
                </c:pt>
                <c:pt idx="801">
                  <c:v>19.006499999999999</c:v>
                </c:pt>
                <c:pt idx="802">
                  <c:v>19.0304</c:v>
                </c:pt>
                <c:pt idx="803">
                  <c:v>19.054400000000001</c:v>
                </c:pt>
                <c:pt idx="804">
                  <c:v>19.0749</c:v>
                </c:pt>
                <c:pt idx="805">
                  <c:v>19.101800000000001</c:v>
                </c:pt>
                <c:pt idx="806">
                  <c:v>19.1234</c:v>
                </c:pt>
                <c:pt idx="807">
                  <c:v>19.148</c:v>
                </c:pt>
                <c:pt idx="808">
                  <c:v>19.175000000000001</c:v>
                </c:pt>
                <c:pt idx="809">
                  <c:v>19.200800000000001</c:v>
                </c:pt>
                <c:pt idx="810">
                  <c:v>19.2286</c:v>
                </c:pt>
                <c:pt idx="811">
                  <c:v>19.2562</c:v>
                </c:pt>
                <c:pt idx="812">
                  <c:v>19.276700000000002</c:v>
                </c:pt>
                <c:pt idx="813">
                  <c:v>19.308499999999999</c:v>
                </c:pt>
                <c:pt idx="814">
                  <c:v>19.337399999999999</c:v>
                </c:pt>
                <c:pt idx="815">
                  <c:v>19.358000000000001</c:v>
                </c:pt>
                <c:pt idx="816">
                  <c:v>19.3813</c:v>
                </c:pt>
                <c:pt idx="817">
                  <c:v>19.404199999999999</c:v>
                </c:pt>
                <c:pt idx="818">
                  <c:v>19.433299999999999</c:v>
                </c:pt>
                <c:pt idx="819">
                  <c:v>19.454799999999999</c:v>
                </c:pt>
                <c:pt idx="820">
                  <c:v>19.477499999999999</c:v>
                </c:pt>
                <c:pt idx="821">
                  <c:v>19.5014</c:v>
                </c:pt>
                <c:pt idx="822">
                  <c:v>19.5246</c:v>
                </c:pt>
                <c:pt idx="823">
                  <c:v>19.547699999999999</c:v>
                </c:pt>
                <c:pt idx="824">
                  <c:v>19.570599999999999</c:v>
                </c:pt>
                <c:pt idx="825">
                  <c:v>19.592199999999998</c:v>
                </c:pt>
                <c:pt idx="826">
                  <c:v>19.624199999999998</c:v>
                </c:pt>
                <c:pt idx="827">
                  <c:v>19.646799999999999</c:v>
                </c:pt>
                <c:pt idx="828">
                  <c:v>19.668299999999999</c:v>
                </c:pt>
                <c:pt idx="829">
                  <c:v>19.6905</c:v>
                </c:pt>
                <c:pt idx="830">
                  <c:v>19.7117</c:v>
                </c:pt>
                <c:pt idx="831">
                  <c:v>19.732299999999999</c:v>
                </c:pt>
                <c:pt idx="832">
                  <c:v>19.7545</c:v>
                </c:pt>
                <c:pt idx="833">
                  <c:v>19.777100000000001</c:v>
                </c:pt>
                <c:pt idx="834">
                  <c:v>19.799499999999998</c:v>
                </c:pt>
                <c:pt idx="835">
                  <c:v>19.820799999999998</c:v>
                </c:pt>
                <c:pt idx="836">
                  <c:v>19.846800000000002</c:v>
                </c:pt>
                <c:pt idx="837">
                  <c:v>19.871600000000001</c:v>
                </c:pt>
                <c:pt idx="838">
                  <c:v>19.892499999999998</c:v>
                </c:pt>
                <c:pt idx="839">
                  <c:v>19.914999999999999</c:v>
                </c:pt>
                <c:pt idx="840">
                  <c:v>19.939800000000002</c:v>
                </c:pt>
                <c:pt idx="841">
                  <c:v>19.962</c:v>
                </c:pt>
                <c:pt idx="842">
                  <c:v>19.982099999999999</c:v>
                </c:pt>
                <c:pt idx="843">
                  <c:v>20.005299999999998</c:v>
                </c:pt>
                <c:pt idx="844">
                  <c:v>20.029499999999999</c:v>
                </c:pt>
                <c:pt idx="845">
                  <c:v>20.055199999999999</c:v>
                </c:pt>
                <c:pt idx="846">
                  <c:v>20.078600000000002</c:v>
                </c:pt>
                <c:pt idx="847">
                  <c:v>20.101600000000001</c:v>
                </c:pt>
                <c:pt idx="848">
                  <c:v>20.123899999999999</c:v>
                </c:pt>
                <c:pt idx="849">
                  <c:v>20.145299999999999</c:v>
                </c:pt>
                <c:pt idx="850">
                  <c:v>20.1661</c:v>
                </c:pt>
                <c:pt idx="851">
                  <c:v>20.189699999999998</c:v>
                </c:pt>
                <c:pt idx="852">
                  <c:v>20.212</c:v>
                </c:pt>
                <c:pt idx="853">
                  <c:v>20.2348</c:v>
                </c:pt>
                <c:pt idx="854">
                  <c:v>20.258400000000002</c:v>
                </c:pt>
                <c:pt idx="855">
                  <c:v>20.278600000000001</c:v>
                </c:pt>
                <c:pt idx="856">
                  <c:v>20.301400000000001</c:v>
                </c:pt>
                <c:pt idx="857">
                  <c:v>20.3233</c:v>
                </c:pt>
                <c:pt idx="858">
                  <c:v>20.345600000000001</c:v>
                </c:pt>
                <c:pt idx="859">
                  <c:v>20.3767</c:v>
                </c:pt>
                <c:pt idx="860">
                  <c:v>20.4008</c:v>
                </c:pt>
                <c:pt idx="861">
                  <c:v>20.421099999999999</c:v>
                </c:pt>
                <c:pt idx="862">
                  <c:v>20.441400000000002</c:v>
                </c:pt>
                <c:pt idx="863">
                  <c:v>20.467400000000001</c:v>
                </c:pt>
                <c:pt idx="864">
                  <c:v>20.488299999999999</c:v>
                </c:pt>
                <c:pt idx="865">
                  <c:v>20.5105</c:v>
                </c:pt>
                <c:pt idx="866">
                  <c:v>20.5307</c:v>
                </c:pt>
                <c:pt idx="867">
                  <c:v>20.550899999999999</c:v>
                </c:pt>
                <c:pt idx="868">
                  <c:v>20.5716</c:v>
                </c:pt>
                <c:pt idx="869">
                  <c:v>20.597200000000001</c:v>
                </c:pt>
                <c:pt idx="870">
                  <c:v>20.6188</c:v>
                </c:pt>
                <c:pt idx="871">
                  <c:v>20.6418</c:v>
                </c:pt>
                <c:pt idx="872">
                  <c:v>20.665500000000002</c:v>
                </c:pt>
                <c:pt idx="873">
                  <c:v>20.689499999999999</c:v>
                </c:pt>
                <c:pt idx="874">
                  <c:v>20.712399999999999</c:v>
                </c:pt>
                <c:pt idx="875">
                  <c:v>20.734100000000002</c:v>
                </c:pt>
                <c:pt idx="876">
                  <c:v>20.7544</c:v>
                </c:pt>
                <c:pt idx="877">
                  <c:v>20.775099999999998</c:v>
                </c:pt>
                <c:pt idx="878">
                  <c:v>20.7973</c:v>
                </c:pt>
                <c:pt idx="879">
                  <c:v>20.820799999999998</c:v>
                </c:pt>
                <c:pt idx="880">
                  <c:v>20.8432</c:v>
                </c:pt>
                <c:pt idx="881">
                  <c:v>20.8672</c:v>
                </c:pt>
                <c:pt idx="882">
                  <c:v>20.8874</c:v>
                </c:pt>
                <c:pt idx="883">
                  <c:v>20.910799999999998</c:v>
                </c:pt>
                <c:pt idx="884">
                  <c:v>20.932200000000002</c:v>
                </c:pt>
                <c:pt idx="885">
                  <c:v>20.954999999999998</c:v>
                </c:pt>
                <c:pt idx="886">
                  <c:v>20.976700000000001</c:v>
                </c:pt>
                <c:pt idx="887">
                  <c:v>21.004899999999999</c:v>
                </c:pt>
                <c:pt idx="888">
                  <c:v>21.028600000000001</c:v>
                </c:pt>
                <c:pt idx="889">
                  <c:v>21.053699999999999</c:v>
                </c:pt>
                <c:pt idx="890">
                  <c:v>21.0762</c:v>
                </c:pt>
                <c:pt idx="891">
                  <c:v>21.096299999999999</c:v>
                </c:pt>
                <c:pt idx="892">
                  <c:v>21.118200000000002</c:v>
                </c:pt>
                <c:pt idx="893">
                  <c:v>21.140699999999999</c:v>
                </c:pt>
                <c:pt idx="894">
                  <c:v>21.163399999999999</c:v>
                </c:pt>
                <c:pt idx="895">
                  <c:v>21.186299999999999</c:v>
                </c:pt>
                <c:pt idx="896">
                  <c:v>21.209099999999999</c:v>
                </c:pt>
                <c:pt idx="897">
                  <c:v>21.229700000000001</c:v>
                </c:pt>
                <c:pt idx="898">
                  <c:v>21.251000000000001</c:v>
                </c:pt>
                <c:pt idx="899">
                  <c:v>21.275099999999998</c:v>
                </c:pt>
                <c:pt idx="900">
                  <c:v>21.2987</c:v>
                </c:pt>
                <c:pt idx="901">
                  <c:v>21.322800000000001</c:v>
                </c:pt>
                <c:pt idx="902">
                  <c:v>21.345500000000001</c:v>
                </c:pt>
                <c:pt idx="903">
                  <c:v>21.365600000000001</c:v>
                </c:pt>
                <c:pt idx="904">
                  <c:v>21.388300000000001</c:v>
                </c:pt>
                <c:pt idx="905">
                  <c:v>21.412099999999999</c:v>
                </c:pt>
                <c:pt idx="906">
                  <c:v>21.433199999999999</c:v>
                </c:pt>
                <c:pt idx="907">
                  <c:v>21.488600000000002</c:v>
                </c:pt>
                <c:pt idx="908">
                  <c:v>21.518599999999999</c:v>
                </c:pt>
                <c:pt idx="909">
                  <c:v>21.540099999999999</c:v>
                </c:pt>
                <c:pt idx="910">
                  <c:v>21.560600000000001</c:v>
                </c:pt>
                <c:pt idx="911">
                  <c:v>21.582000000000001</c:v>
                </c:pt>
                <c:pt idx="912">
                  <c:v>21.6126</c:v>
                </c:pt>
                <c:pt idx="913">
                  <c:v>21.6355</c:v>
                </c:pt>
                <c:pt idx="914">
                  <c:v>21.657599999999999</c:v>
                </c:pt>
                <c:pt idx="915">
                  <c:v>21.680299999999999</c:v>
                </c:pt>
                <c:pt idx="916">
                  <c:v>21.7011</c:v>
                </c:pt>
                <c:pt idx="917">
                  <c:v>21.7254</c:v>
                </c:pt>
                <c:pt idx="918">
                  <c:v>21.746600000000001</c:v>
                </c:pt>
                <c:pt idx="919">
                  <c:v>21.768899999999999</c:v>
                </c:pt>
                <c:pt idx="920">
                  <c:v>21.790900000000001</c:v>
                </c:pt>
                <c:pt idx="921">
                  <c:v>21.8123</c:v>
                </c:pt>
                <c:pt idx="922">
                  <c:v>21.8353</c:v>
                </c:pt>
                <c:pt idx="923">
                  <c:v>21.8569</c:v>
                </c:pt>
                <c:pt idx="924">
                  <c:v>21.882400000000001</c:v>
                </c:pt>
                <c:pt idx="925">
                  <c:v>21.9025</c:v>
                </c:pt>
                <c:pt idx="926">
                  <c:v>21.9252</c:v>
                </c:pt>
                <c:pt idx="927">
                  <c:v>21.947800000000001</c:v>
                </c:pt>
                <c:pt idx="928">
                  <c:v>21.971599999999999</c:v>
                </c:pt>
                <c:pt idx="929">
                  <c:v>21.9941</c:v>
                </c:pt>
                <c:pt idx="930">
                  <c:v>22.017099999999999</c:v>
                </c:pt>
                <c:pt idx="931">
                  <c:v>22.039000000000001</c:v>
                </c:pt>
                <c:pt idx="932">
                  <c:v>22.060300000000002</c:v>
                </c:pt>
                <c:pt idx="933">
                  <c:v>22.083600000000001</c:v>
                </c:pt>
                <c:pt idx="934">
                  <c:v>22.107600000000001</c:v>
                </c:pt>
                <c:pt idx="935">
                  <c:v>22.133600000000001</c:v>
                </c:pt>
                <c:pt idx="936">
                  <c:v>22.153700000000001</c:v>
                </c:pt>
                <c:pt idx="937">
                  <c:v>22.1751</c:v>
                </c:pt>
                <c:pt idx="938">
                  <c:v>22.206099999999999</c:v>
                </c:pt>
                <c:pt idx="939">
                  <c:v>22.2364</c:v>
                </c:pt>
                <c:pt idx="940">
                  <c:v>22.261800000000001</c:v>
                </c:pt>
                <c:pt idx="941">
                  <c:v>22.288399999999999</c:v>
                </c:pt>
                <c:pt idx="942">
                  <c:v>22.311900000000001</c:v>
                </c:pt>
                <c:pt idx="943">
                  <c:v>22.337299999999999</c:v>
                </c:pt>
                <c:pt idx="944">
                  <c:v>22.363600000000002</c:v>
                </c:pt>
                <c:pt idx="945">
                  <c:v>22.388500000000001</c:v>
                </c:pt>
                <c:pt idx="946">
                  <c:v>22.412800000000001</c:v>
                </c:pt>
                <c:pt idx="947">
                  <c:v>22.438700000000001</c:v>
                </c:pt>
                <c:pt idx="948">
                  <c:v>22.4621</c:v>
                </c:pt>
                <c:pt idx="949">
                  <c:v>22.488900000000001</c:v>
                </c:pt>
                <c:pt idx="950">
                  <c:v>22.510899999999999</c:v>
                </c:pt>
                <c:pt idx="951">
                  <c:v>22.534199999999998</c:v>
                </c:pt>
                <c:pt idx="952">
                  <c:v>22.558</c:v>
                </c:pt>
                <c:pt idx="953">
                  <c:v>22.588200000000001</c:v>
                </c:pt>
                <c:pt idx="954">
                  <c:v>22.6174</c:v>
                </c:pt>
                <c:pt idx="955">
                  <c:v>22.648199999999999</c:v>
                </c:pt>
                <c:pt idx="956">
                  <c:v>22.677499999999998</c:v>
                </c:pt>
                <c:pt idx="957">
                  <c:v>22.7</c:v>
                </c:pt>
                <c:pt idx="958">
                  <c:v>22.726199999999999</c:v>
                </c:pt>
                <c:pt idx="959">
                  <c:v>22.748999999999999</c:v>
                </c:pt>
                <c:pt idx="960">
                  <c:v>22.773900000000001</c:v>
                </c:pt>
                <c:pt idx="961">
                  <c:v>22.8004</c:v>
                </c:pt>
                <c:pt idx="962">
                  <c:v>22.824100000000001</c:v>
                </c:pt>
                <c:pt idx="963">
                  <c:v>22.848299999999998</c:v>
                </c:pt>
                <c:pt idx="964">
                  <c:v>22.872299999999999</c:v>
                </c:pt>
                <c:pt idx="965">
                  <c:v>22.894500000000001</c:v>
                </c:pt>
                <c:pt idx="966">
                  <c:v>22.918500000000002</c:v>
                </c:pt>
                <c:pt idx="967">
                  <c:v>22.944800000000001</c:v>
                </c:pt>
                <c:pt idx="968">
                  <c:v>22.969200000000001</c:v>
                </c:pt>
                <c:pt idx="969">
                  <c:v>22.994199999999999</c:v>
                </c:pt>
                <c:pt idx="970">
                  <c:v>23.023199999999999</c:v>
                </c:pt>
                <c:pt idx="971">
                  <c:v>23.0472</c:v>
                </c:pt>
                <c:pt idx="972">
                  <c:v>23.0718</c:v>
                </c:pt>
                <c:pt idx="973">
                  <c:v>23.100100000000001</c:v>
                </c:pt>
                <c:pt idx="974">
                  <c:v>23.125800000000002</c:v>
                </c:pt>
                <c:pt idx="975">
                  <c:v>23.151599999999998</c:v>
                </c:pt>
                <c:pt idx="976">
                  <c:v>23.177</c:v>
                </c:pt>
                <c:pt idx="977">
                  <c:v>23.203800000000001</c:v>
                </c:pt>
                <c:pt idx="978">
                  <c:v>23.230599999999999</c:v>
                </c:pt>
                <c:pt idx="979">
                  <c:v>23.2544</c:v>
                </c:pt>
                <c:pt idx="980">
                  <c:v>23.287299999999998</c:v>
                </c:pt>
                <c:pt idx="981">
                  <c:v>23.319500000000001</c:v>
                </c:pt>
                <c:pt idx="982">
                  <c:v>23.349699999999999</c:v>
                </c:pt>
                <c:pt idx="983">
                  <c:v>23.379799999999999</c:v>
                </c:pt>
                <c:pt idx="984">
                  <c:v>23.4038</c:v>
                </c:pt>
                <c:pt idx="985">
                  <c:v>23.426200000000001</c:v>
                </c:pt>
                <c:pt idx="986">
                  <c:v>23.456399999999999</c:v>
                </c:pt>
                <c:pt idx="987">
                  <c:v>23.481200000000001</c:v>
                </c:pt>
                <c:pt idx="988">
                  <c:v>23.506900000000002</c:v>
                </c:pt>
                <c:pt idx="989">
                  <c:v>23.5307</c:v>
                </c:pt>
                <c:pt idx="990">
                  <c:v>23.553799999999999</c:v>
                </c:pt>
                <c:pt idx="991">
                  <c:v>23.575900000000001</c:v>
                </c:pt>
                <c:pt idx="992">
                  <c:v>23.5992</c:v>
                </c:pt>
                <c:pt idx="993">
                  <c:v>23.619499999999999</c:v>
                </c:pt>
                <c:pt idx="994">
                  <c:v>23.648800000000001</c:v>
                </c:pt>
                <c:pt idx="995">
                  <c:v>23.671299999999999</c:v>
                </c:pt>
                <c:pt idx="996">
                  <c:v>23.6951</c:v>
                </c:pt>
                <c:pt idx="997">
                  <c:v>23.7151</c:v>
                </c:pt>
                <c:pt idx="998">
                  <c:v>23.740600000000001</c:v>
                </c:pt>
                <c:pt idx="999">
                  <c:v>23.763400000000001</c:v>
                </c:pt>
                <c:pt idx="1000">
                  <c:v>23.786300000000001</c:v>
                </c:pt>
                <c:pt idx="1001">
                  <c:v>23.8079</c:v>
                </c:pt>
                <c:pt idx="1002">
                  <c:v>23.831199999999999</c:v>
                </c:pt>
                <c:pt idx="1003">
                  <c:v>23.857600000000001</c:v>
                </c:pt>
                <c:pt idx="1004">
                  <c:v>23.880500000000001</c:v>
                </c:pt>
                <c:pt idx="1005">
                  <c:v>23.909199999999998</c:v>
                </c:pt>
                <c:pt idx="1006">
                  <c:v>23.9343</c:v>
                </c:pt>
                <c:pt idx="1007">
                  <c:v>23.9589</c:v>
                </c:pt>
                <c:pt idx="1008">
                  <c:v>23.984200000000001</c:v>
                </c:pt>
                <c:pt idx="1009">
                  <c:v>24.008700000000001</c:v>
                </c:pt>
                <c:pt idx="1010">
                  <c:v>24.0336</c:v>
                </c:pt>
                <c:pt idx="1011">
                  <c:v>24.060700000000001</c:v>
                </c:pt>
                <c:pt idx="1012">
                  <c:v>24.088999999999999</c:v>
                </c:pt>
                <c:pt idx="1013">
                  <c:v>24.116599999999998</c:v>
                </c:pt>
                <c:pt idx="1014">
                  <c:v>24.142900000000001</c:v>
                </c:pt>
                <c:pt idx="1015">
                  <c:v>24.164400000000001</c:v>
                </c:pt>
                <c:pt idx="1016">
                  <c:v>24.186599999999999</c:v>
                </c:pt>
                <c:pt idx="1017">
                  <c:v>24.210999999999999</c:v>
                </c:pt>
                <c:pt idx="1018">
                  <c:v>24.232299999999999</c:v>
                </c:pt>
                <c:pt idx="1019">
                  <c:v>24.26</c:v>
                </c:pt>
                <c:pt idx="1020">
                  <c:v>24.281400000000001</c:v>
                </c:pt>
                <c:pt idx="1021">
                  <c:v>24.305599999999998</c:v>
                </c:pt>
                <c:pt idx="1022">
                  <c:v>24.326899999999998</c:v>
                </c:pt>
                <c:pt idx="1023">
                  <c:v>24.348400000000002</c:v>
                </c:pt>
                <c:pt idx="1024">
                  <c:v>24.3706</c:v>
                </c:pt>
                <c:pt idx="1025">
                  <c:v>24.3977</c:v>
                </c:pt>
                <c:pt idx="1026">
                  <c:v>24.425599999999999</c:v>
                </c:pt>
                <c:pt idx="1027">
                  <c:v>24.447500000000002</c:v>
                </c:pt>
                <c:pt idx="1028">
                  <c:v>24.468</c:v>
                </c:pt>
                <c:pt idx="1029">
                  <c:v>24.489799999999999</c:v>
                </c:pt>
                <c:pt idx="1030">
                  <c:v>24.518899999999999</c:v>
                </c:pt>
                <c:pt idx="1031">
                  <c:v>24.546600000000002</c:v>
                </c:pt>
                <c:pt idx="1032">
                  <c:v>24.568999999999999</c:v>
                </c:pt>
                <c:pt idx="1033">
                  <c:v>24.590800000000002</c:v>
                </c:pt>
                <c:pt idx="1034">
                  <c:v>24.6127</c:v>
                </c:pt>
                <c:pt idx="1035">
                  <c:v>24.6388</c:v>
                </c:pt>
                <c:pt idx="1036">
                  <c:v>24.668199999999999</c:v>
                </c:pt>
                <c:pt idx="1037">
                  <c:v>24.688600000000001</c:v>
                </c:pt>
                <c:pt idx="1038">
                  <c:v>24.720099999999999</c:v>
                </c:pt>
                <c:pt idx="1039">
                  <c:v>24.741199999999999</c:v>
                </c:pt>
                <c:pt idx="1040">
                  <c:v>24.765499999999999</c:v>
                </c:pt>
                <c:pt idx="1041">
                  <c:v>24.795100000000001</c:v>
                </c:pt>
                <c:pt idx="1042">
                  <c:v>24.822099999999999</c:v>
                </c:pt>
                <c:pt idx="1043">
                  <c:v>24.849799999999998</c:v>
                </c:pt>
                <c:pt idx="1044">
                  <c:v>24.875399999999999</c:v>
                </c:pt>
                <c:pt idx="1045">
                  <c:v>24.8992</c:v>
                </c:pt>
                <c:pt idx="1046">
                  <c:v>24.9268</c:v>
                </c:pt>
                <c:pt idx="1047">
                  <c:v>24.954499999999999</c:v>
                </c:pt>
                <c:pt idx="1048">
                  <c:v>24.979900000000001</c:v>
                </c:pt>
                <c:pt idx="1049">
                  <c:v>24.9999</c:v>
                </c:pt>
                <c:pt idx="1050">
                  <c:v>25.024999999999999</c:v>
                </c:pt>
                <c:pt idx="1051">
                  <c:v>25.053000000000001</c:v>
                </c:pt>
                <c:pt idx="1052">
                  <c:v>25.0745</c:v>
                </c:pt>
                <c:pt idx="1053">
                  <c:v>25.099</c:v>
                </c:pt>
                <c:pt idx="1054">
                  <c:v>25.126799999999999</c:v>
                </c:pt>
                <c:pt idx="1055">
                  <c:v>25.1554</c:v>
                </c:pt>
                <c:pt idx="1056">
                  <c:v>25.178999999999998</c:v>
                </c:pt>
                <c:pt idx="1057">
                  <c:v>25.205400000000001</c:v>
                </c:pt>
                <c:pt idx="1058">
                  <c:v>25.230399999999999</c:v>
                </c:pt>
                <c:pt idx="1059">
                  <c:v>25.252700000000001</c:v>
                </c:pt>
                <c:pt idx="1060">
                  <c:v>25.2774</c:v>
                </c:pt>
                <c:pt idx="1061">
                  <c:v>25.299600000000002</c:v>
                </c:pt>
                <c:pt idx="1062">
                  <c:v>25.327100000000002</c:v>
                </c:pt>
                <c:pt idx="1063">
                  <c:v>25.347799999999999</c:v>
                </c:pt>
                <c:pt idx="1064">
                  <c:v>25.372900000000001</c:v>
                </c:pt>
                <c:pt idx="1065">
                  <c:v>25.394600000000001</c:v>
                </c:pt>
                <c:pt idx="1066">
                  <c:v>25.417400000000001</c:v>
                </c:pt>
                <c:pt idx="1067">
                  <c:v>25.4434</c:v>
                </c:pt>
                <c:pt idx="1068">
                  <c:v>25.4712</c:v>
                </c:pt>
                <c:pt idx="1069">
                  <c:v>25.4971</c:v>
                </c:pt>
                <c:pt idx="1070">
                  <c:v>25.5246</c:v>
                </c:pt>
                <c:pt idx="1071">
                  <c:v>25.547000000000001</c:v>
                </c:pt>
                <c:pt idx="1072">
                  <c:v>25.569199999999999</c:v>
                </c:pt>
                <c:pt idx="1073">
                  <c:v>25.592600000000001</c:v>
                </c:pt>
                <c:pt idx="1074">
                  <c:v>25.618500000000001</c:v>
                </c:pt>
                <c:pt idx="1075">
                  <c:v>25.643899999999999</c:v>
                </c:pt>
                <c:pt idx="1076">
                  <c:v>25.668099999999999</c:v>
                </c:pt>
                <c:pt idx="1077">
                  <c:v>25.693999999999999</c:v>
                </c:pt>
                <c:pt idx="1078">
                  <c:v>25.720400000000001</c:v>
                </c:pt>
                <c:pt idx="1079">
                  <c:v>25.7425</c:v>
                </c:pt>
                <c:pt idx="1080">
                  <c:v>25.7637</c:v>
                </c:pt>
                <c:pt idx="1081">
                  <c:v>25.790299999999998</c:v>
                </c:pt>
                <c:pt idx="1082">
                  <c:v>25.811699999999998</c:v>
                </c:pt>
                <c:pt idx="1083">
                  <c:v>25.837</c:v>
                </c:pt>
                <c:pt idx="1084">
                  <c:v>25.863900000000001</c:v>
                </c:pt>
                <c:pt idx="1085">
                  <c:v>25.884499999999999</c:v>
                </c:pt>
                <c:pt idx="1086">
                  <c:v>25.904699999999998</c:v>
                </c:pt>
                <c:pt idx="1087">
                  <c:v>25.9299</c:v>
                </c:pt>
                <c:pt idx="1088">
                  <c:v>25.9499</c:v>
                </c:pt>
                <c:pt idx="1089">
                  <c:v>25.974900000000002</c:v>
                </c:pt>
                <c:pt idx="1090">
                  <c:v>25.9956</c:v>
                </c:pt>
                <c:pt idx="1091">
                  <c:v>26.0214</c:v>
                </c:pt>
                <c:pt idx="1092">
                  <c:v>26.044799999999999</c:v>
                </c:pt>
                <c:pt idx="1093">
                  <c:v>26.069400000000002</c:v>
                </c:pt>
                <c:pt idx="1094">
                  <c:v>26.0932</c:v>
                </c:pt>
                <c:pt idx="1095">
                  <c:v>26.116599999999998</c:v>
                </c:pt>
                <c:pt idx="1096">
                  <c:v>26.1389</c:v>
                </c:pt>
                <c:pt idx="1097">
                  <c:v>26.166899999999998</c:v>
                </c:pt>
                <c:pt idx="1098">
                  <c:v>26.1906</c:v>
                </c:pt>
                <c:pt idx="1099">
                  <c:v>26.215900000000001</c:v>
                </c:pt>
                <c:pt idx="1100">
                  <c:v>26.241399999999999</c:v>
                </c:pt>
                <c:pt idx="1101">
                  <c:v>26.2973</c:v>
                </c:pt>
                <c:pt idx="1102">
                  <c:v>26.3371</c:v>
                </c:pt>
                <c:pt idx="1103">
                  <c:v>26.360900000000001</c:v>
                </c:pt>
                <c:pt idx="1104">
                  <c:v>26.389299999999999</c:v>
                </c:pt>
                <c:pt idx="1105">
                  <c:v>26.418199999999999</c:v>
                </c:pt>
                <c:pt idx="1106">
                  <c:v>26.4452</c:v>
                </c:pt>
                <c:pt idx="1107">
                  <c:v>26.470099999999999</c:v>
                </c:pt>
                <c:pt idx="1108">
                  <c:v>26.491800000000001</c:v>
                </c:pt>
                <c:pt idx="1109">
                  <c:v>26.517600000000002</c:v>
                </c:pt>
                <c:pt idx="1110">
                  <c:v>26.5382</c:v>
                </c:pt>
                <c:pt idx="1111">
                  <c:v>26.566700000000001</c:v>
                </c:pt>
                <c:pt idx="1112">
                  <c:v>26.593399999999999</c:v>
                </c:pt>
                <c:pt idx="1113">
                  <c:v>26.615500000000001</c:v>
                </c:pt>
                <c:pt idx="1114">
                  <c:v>26.635999999999999</c:v>
                </c:pt>
                <c:pt idx="1115">
                  <c:v>26.657</c:v>
                </c:pt>
                <c:pt idx="1116">
                  <c:v>26.682300000000001</c:v>
                </c:pt>
                <c:pt idx="1117">
                  <c:v>26.7028</c:v>
                </c:pt>
                <c:pt idx="1118">
                  <c:v>26.725899999999999</c:v>
                </c:pt>
                <c:pt idx="1119">
                  <c:v>26.747800000000002</c:v>
                </c:pt>
                <c:pt idx="1120">
                  <c:v>26.769100000000002</c:v>
                </c:pt>
                <c:pt idx="1121">
                  <c:v>26.790400000000002</c:v>
                </c:pt>
                <c:pt idx="1122">
                  <c:v>26.812100000000001</c:v>
                </c:pt>
                <c:pt idx="1123">
                  <c:v>26.832699999999999</c:v>
                </c:pt>
                <c:pt idx="1124">
                  <c:v>26.857399999999998</c:v>
                </c:pt>
                <c:pt idx="1125">
                  <c:v>26.886500000000002</c:v>
                </c:pt>
                <c:pt idx="1126">
                  <c:v>26.9068</c:v>
                </c:pt>
                <c:pt idx="1127">
                  <c:v>26.929600000000001</c:v>
                </c:pt>
                <c:pt idx="1128">
                  <c:v>26.952200000000001</c:v>
                </c:pt>
                <c:pt idx="1129">
                  <c:v>26.975000000000001</c:v>
                </c:pt>
                <c:pt idx="1130">
                  <c:v>26.998799999999999</c:v>
                </c:pt>
                <c:pt idx="1131">
                  <c:v>27.024999999999999</c:v>
                </c:pt>
                <c:pt idx="1132">
                  <c:v>27.0518</c:v>
                </c:pt>
                <c:pt idx="1133">
                  <c:v>27.0747</c:v>
                </c:pt>
                <c:pt idx="1134">
                  <c:v>27.094899999999999</c:v>
                </c:pt>
                <c:pt idx="1135">
                  <c:v>27.119599999999998</c:v>
                </c:pt>
                <c:pt idx="1136">
                  <c:v>27.145900000000001</c:v>
                </c:pt>
                <c:pt idx="1137">
                  <c:v>27.171299999999999</c:v>
                </c:pt>
                <c:pt idx="1138">
                  <c:v>27.195399999999999</c:v>
                </c:pt>
                <c:pt idx="1139">
                  <c:v>27.218800000000002</c:v>
                </c:pt>
                <c:pt idx="1140">
                  <c:v>27.239799999999999</c:v>
                </c:pt>
                <c:pt idx="1141">
                  <c:v>27.261600000000001</c:v>
                </c:pt>
                <c:pt idx="1142">
                  <c:v>27.2836</c:v>
                </c:pt>
                <c:pt idx="1143">
                  <c:v>27.305399999999999</c:v>
                </c:pt>
                <c:pt idx="1144">
                  <c:v>27.328199999999999</c:v>
                </c:pt>
                <c:pt idx="1145">
                  <c:v>27.3506</c:v>
                </c:pt>
                <c:pt idx="1146">
                  <c:v>27.377099999999999</c:v>
                </c:pt>
                <c:pt idx="1147">
                  <c:v>27.403300000000002</c:v>
                </c:pt>
                <c:pt idx="1148">
                  <c:v>27.4315</c:v>
                </c:pt>
                <c:pt idx="1149">
                  <c:v>27.4541</c:v>
                </c:pt>
                <c:pt idx="1150">
                  <c:v>27.476900000000001</c:v>
                </c:pt>
                <c:pt idx="1151">
                  <c:v>27.500399999999999</c:v>
                </c:pt>
                <c:pt idx="1152">
                  <c:v>27.523800000000001</c:v>
                </c:pt>
                <c:pt idx="1153">
                  <c:v>27.545000000000002</c:v>
                </c:pt>
                <c:pt idx="1154">
                  <c:v>27.566800000000001</c:v>
                </c:pt>
                <c:pt idx="1155">
                  <c:v>27.587199999999999</c:v>
                </c:pt>
                <c:pt idx="1156">
                  <c:v>27.6084</c:v>
                </c:pt>
                <c:pt idx="1157">
                  <c:v>27.632100000000001</c:v>
                </c:pt>
                <c:pt idx="1158">
                  <c:v>27.6584</c:v>
                </c:pt>
                <c:pt idx="1159">
                  <c:v>27.682200000000002</c:v>
                </c:pt>
                <c:pt idx="1160">
                  <c:v>27.702400000000001</c:v>
                </c:pt>
                <c:pt idx="1161">
                  <c:v>27.723600000000001</c:v>
                </c:pt>
                <c:pt idx="1162">
                  <c:v>27.7437</c:v>
                </c:pt>
                <c:pt idx="1163">
                  <c:v>27.766300000000001</c:v>
                </c:pt>
                <c:pt idx="1164">
                  <c:v>27.792200000000001</c:v>
                </c:pt>
                <c:pt idx="1165">
                  <c:v>27.8142</c:v>
                </c:pt>
                <c:pt idx="1166">
                  <c:v>27.841999999999999</c:v>
                </c:pt>
                <c:pt idx="1167">
                  <c:v>27.863399999999999</c:v>
                </c:pt>
                <c:pt idx="1168">
                  <c:v>27.8843</c:v>
                </c:pt>
                <c:pt idx="1169">
                  <c:v>27.905999999999999</c:v>
                </c:pt>
                <c:pt idx="1170">
                  <c:v>27.9268</c:v>
                </c:pt>
                <c:pt idx="1171">
                  <c:v>27.9529</c:v>
                </c:pt>
                <c:pt idx="1172">
                  <c:v>27.983799999999999</c:v>
                </c:pt>
                <c:pt idx="1173">
                  <c:v>28.0045</c:v>
                </c:pt>
                <c:pt idx="1174">
                  <c:v>28.027000000000001</c:v>
                </c:pt>
                <c:pt idx="1175">
                  <c:v>28.047699999999999</c:v>
                </c:pt>
                <c:pt idx="1176">
                  <c:v>28.0702</c:v>
                </c:pt>
                <c:pt idx="1177">
                  <c:v>28.095099999999999</c:v>
                </c:pt>
                <c:pt idx="1178">
                  <c:v>28.119499999999999</c:v>
                </c:pt>
                <c:pt idx="1179">
                  <c:v>28.1418</c:v>
                </c:pt>
                <c:pt idx="1180">
                  <c:v>28.162299999999998</c:v>
                </c:pt>
                <c:pt idx="1181">
                  <c:v>28.184000000000001</c:v>
                </c:pt>
                <c:pt idx="1182">
                  <c:v>28.210799999999999</c:v>
                </c:pt>
                <c:pt idx="1183">
                  <c:v>28.231100000000001</c:v>
                </c:pt>
                <c:pt idx="1184">
                  <c:v>28.253399999999999</c:v>
                </c:pt>
                <c:pt idx="1185">
                  <c:v>28.273900000000001</c:v>
                </c:pt>
                <c:pt idx="1186">
                  <c:v>28.2959</c:v>
                </c:pt>
                <c:pt idx="1187">
                  <c:v>28.317299999999999</c:v>
                </c:pt>
                <c:pt idx="1188">
                  <c:v>28.340299999999999</c:v>
                </c:pt>
                <c:pt idx="1189">
                  <c:v>28.362100000000002</c:v>
                </c:pt>
                <c:pt idx="1190">
                  <c:v>28.384599999999999</c:v>
                </c:pt>
                <c:pt idx="1191">
                  <c:v>28.405100000000001</c:v>
                </c:pt>
                <c:pt idx="1192">
                  <c:v>28.427</c:v>
                </c:pt>
                <c:pt idx="1193">
                  <c:v>28.447399999999998</c:v>
                </c:pt>
                <c:pt idx="1194">
                  <c:v>28.468499999999999</c:v>
                </c:pt>
                <c:pt idx="1195">
                  <c:v>28.491499999999998</c:v>
                </c:pt>
                <c:pt idx="1196">
                  <c:v>28.514099999999999</c:v>
                </c:pt>
                <c:pt idx="1197">
                  <c:v>28.534600000000001</c:v>
                </c:pt>
                <c:pt idx="1198">
                  <c:v>28.555599999999998</c:v>
                </c:pt>
                <c:pt idx="1199">
                  <c:v>28.578700000000001</c:v>
                </c:pt>
                <c:pt idx="1200">
                  <c:v>28.6005</c:v>
                </c:pt>
                <c:pt idx="1201">
                  <c:v>28.622199999999999</c:v>
                </c:pt>
                <c:pt idx="1202">
                  <c:v>28.642299999999999</c:v>
                </c:pt>
                <c:pt idx="1203">
                  <c:v>28.663</c:v>
                </c:pt>
                <c:pt idx="1204">
                  <c:v>28.683700000000002</c:v>
                </c:pt>
                <c:pt idx="1205">
                  <c:v>28.704799999999999</c:v>
                </c:pt>
                <c:pt idx="1206">
                  <c:v>28.727</c:v>
                </c:pt>
                <c:pt idx="1207">
                  <c:v>28.749300000000002</c:v>
                </c:pt>
                <c:pt idx="1208">
                  <c:v>28.770600000000002</c:v>
                </c:pt>
                <c:pt idx="1209">
                  <c:v>28.7913</c:v>
                </c:pt>
                <c:pt idx="1210">
                  <c:v>28.814399999999999</c:v>
                </c:pt>
                <c:pt idx="1211">
                  <c:v>28.835699999999999</c:v>
                </c:pt>
                <c:pt idx="1212">
                  <c:v>28.861499999999999</c:v>
                </c:pt>
                <c:pt idx="1213">
                  <c:v>28.8888</c:v>
                </c:pt>
                <c:pt idx="1214">
                  <c:v>28.910499999999999</c:v>
                </c:pt>
                <c:pt idx="1215">
                  <c:v>28.930700000000002</c:v>
                </c:pt>
                <c:pt idx="1216">
                  <c:v>28.9527</c:v>
                </c:pt>
                <c:pt idx="1217">
                  <c:v>28.973800000000001</c:v>
                </c:pt>
                <c:pt idx="1218">
                  <c:v>29.002500000000001</c:v>
                </c:pt>
                <c:pt idx="1219">
                  <c:v>29.0243</c:v>
                </c:pt>
                <c:pt idx="1220">
                  <c:v>29.045200000000001</c:v>
                </c:pt>
                <c:pt idx="1221">
                  <c:v>29.067499999999999</c:v>
                </c:pt>
                <c:pt idx="1222">
                  <c:v>29.0886</c:v>
                </c:pt>
                <c:pt idx="1223">
                  <c:v>29.116</c:v>
                </c:pt>
                <c:pt idx="1224">
                  <c:v>29.143999999999998</c:v>
                </c:pt>
                <c:pt idx="1225">
                  <c:v>29.169899999999998</c:v>
                </c:pt>
                <c:pt idx="1226">
                  <c:v>29.194800000000001</c:v>
                </c:pt>
                <c:pt idx="1227">
                  <c:v>29.220199999999998</c:v>
                </c:pt>
                <c:pt idx="1228">
                  <c:v>29.241599999999998</c:v>
                </c:pt>
                <c:pt idx="1229">
                  <c:v>29.27</c:v>
                </c:pt>
                <c:pt idx="1230">
                  <c:v>29.290700000000001</c:v>
                </c:pt>
                <c:pt idx="1231">
                  <c:v>29.311</c:v>
                </c:pt>
                <c:pt idx="1232">
                  <c:v>29.340800000000002</c:v>
                </c:pt>
                <c:pt idx="1233">
                  <c:v>29.3611</c:v>
                </c:pt>
                <c:pt idx="1234">
                  <c:v>29.382000000000001</c:v>
                </c:pt>
                <c:pt idx="1235">
                  <c:v>29.402899999999999</c:v>
                </c:pt>
                <c:pt idx="1236">
                  <c:v>29.427</c:v>
                </c:pt>
                <c:pt idx="1237">
                  <c:v>29.446999999999999</c:v>
                </c:pt>
                <c:pt idx="1238">
                  <c:v>29.4739</c:v>
                </c:pt>
                <c:pt idx="1239">
                  <c:v>29.495100000000001</c:v>
                </c:pt>
                <c:pt idx="1240">
                  <c:v>29.5182</c:v>
                </c:pt>
                <c:pt idx="1241">
                  <c:v>29.5382</c:v>
                </c:pt>
                <c:pt idx="1242">
                  <c:v>29.560300000000002</c:v>
                </c:pt>
                <c:pt idx="1243">
                  <c:v>29.581499999999998</c:v>
                </c:pt>
                <c:pt idx="1244">
                  <c:v>29.603899999999999</c:v>
                </c:pt>
                <c:pt idx="1245">
                  <c:v>29.624099999999999</c:v>
                </c:pt>
                <c:pt idx="1246">
                  <c:v>29.6464</c:v>
                </c:pt>
                <c:pt idx="1247">
                  <c:v>29.6693</c:v>
                </c:pt>
                <c:pt idx="1248">
                  <c:v>29.690100000000001</c:v>
                </c:pt>
                <c:pt idx="1249">
                  <c:v>29.712199999999999</c:v>
                </c:pt>
                <c:pt idx="1250">
                  <c:v>29.7346</c:v>
                </c:pt>
                <c:pt idx="1251">
                  <c:v>29.7561</c:v>
                </c:pt>
                <c:pt idx="1252">
                  <c:v>29.778199999999998</c:v>
                </c:pt>
                <c:pt idx="1253">
                  <c:v>29.7987</c:v>
                </c:pt>
                <c:pt idx="1254">
                  <c:v>29.820900000000002</c:v>
                </c:pt>
                <c:pt idx="1255">
                  <c:v>29.8428</c:v>
                </c:pt>
                <c:pt idx="1256">
                  <c:v>29.863800000000001</c:v>
                </c:pt>
                <c:pt idx="1257">
                  <c:v>29.889299999999999</c:v>
                </c:pt>
                <c:pt idx="1258">
                  <c:v>29.91</c:v>
                </c:pt>
                <c:pt idx="1259">
                  <c:v>29.930700000000002</c:v>
                </c:pt>
                <c:pt idx="1260">
                  <c:v>29.953099999999999</c:v>
                </c:pt>
                <c:pt idx="1261">
                  <c:v>29.974599999999999</c:v>
                </c:pt>
                <c:pt idx="1262">
                  <c:v>29.9998</c:v>
                </c:pt>
                <c:pt idx="1263">
                  <c:v>30.0229</c:v>
                </c:pt>
                <c:pt idx="1264">
                  <c:v>30.0441</c:v>
                </c:pt>
                <c:pt idx="1265">
                  <c:v>30.066700000000001</c:v>
                </c:pt>
                <c:pt idx="1266">
                  <c:v>30.090900000000001</c:v>
                </c:pt>
                <c:pt idx="1267">
                  <c:v>30.111999999999998</c:v>
                </c:pt>
                <c:pt idx="1268">
                  <c:v>30.134699999999999</c:v>
                </c:pt>
                <c:pt idx="1269">
                  <c:v>30.1572</c:v>
                </c:pt>
                <c:pt idx="1270">
                  <c:v>30.179600000000001</c:v>
                </c:pt>
                <c:pt idx="1271">
                  <c:v>30.2011</c:v>
                </c:pt>
                <c:pt idx="1272">
                  <c:v>30.223400000000002</c:v>
                </c:pt>
                <c:pt idx="1273">
                  <c:v>30.2454</c:v>
                </c:pt>
                <c:pt idx="1274">
                  <c:v>30.272400000000001</c:v>
                </c:pt>
                <c:pt idx="1275">
                  <c:v>30.293600000000001</c:v>
                </c:pt>
                <c:pt idx="1276">
                  <c:v>30.315100000000001</c:v>
                </c:pt>
                <c:pt idx="1277">
                  <c:v>30.338100000000001</c:v>
                </c:pt>
                <c:pt idx="1278">
                  <c:v>30.3582</c:v>
                </c:pt>
                <c:pt idx="1279">
                  <c:v>30.38</c:v>
                </c:pt>
                <c:pt idx="1280">
                  <c:v>30.400300000000001</c:v>
                </c:pt>
                <c:pt idx="1281">
                  <c:v>30.4224</c:v>
                </c:pt>
                <c:pt idx="1282">
                  <c:v>30.444900000000001</c:v>
                </c:pt>
                <c:pt idx="1283">
                  <c:v>30.465299999999999</c:v>
                </c:pt>
                <c:pt idx="1284">
                  <c:v>30.486899999999999</c:v>
                </c:pt>
                <c:pt idx="1285">
                  <c:v>30.507200000000001</c:v>
                </c:pt>
                <c:pt idx="1286">
                  <c:v>30.5288</c:v>
                </c:pt>
                <c:pt idx="1287">
                  <c:v>30.551400000000001</c:v>
                </c:pt>
                <c:pt idx="1288">
                  <c:v>30.572600000000001</c:v>
                </c:pt>
                <c:pt idx="1289">
                  <c:v>30.593</c:v>
                </c:pt>
                <c:pt idx="1290">
                  <c:v>30.616399999999999</c:v>
                </c:pt>
                <c:pt idx="1291">
                  <c:v>30.636800000000001</c:v>
                </c:pt>
                <c:pt idx="1292">
                  <c:v>30.661300000000001</c:v>
                </c:pt>
                <c:pt idx="1293">
                  <c:v>30.688300000000002</c:v>
                </c:pt>
                <c:pt idx="1294">
                  <c:v>30.7118</c:v>
                </c:pt>
                <c:pt idx="1295">
                  <c:v>30.7348</c:v>
                </c:pt>
                <c:pt idx="1296">
                  <c:v>30.761299999999999</c:v>
                </c:pt>
                <c:pt idx="1297">
                  <c:v>30.788799999999998</c:v>
                </c:pt>
                <c:pt idx="1298">
                  <c:v>30.810400000000001</c:v>
                </c:pt>
                <c:pt idx="1299">
                  <c:v>30.831199999999999</c:v>
                </c:pt>
                <c:pt idx="1300">
                  <c:v>30.852699999999999</c:v>
                </c:pt>
                <c:pt idx="1301">
                  <c:v>30.878599999999999</c:v>
                </c:pt>
                <c:pt idx="1302">
                  <c:v>30.9053</c:v>
                </c:pt>
                <c:pt idx="1303">
                  <c:v>30.9298</c:v>
                </c:pt>
                <c:pt idx="1304">
                  <c:v>30.953900000000001</c:v>
                </c:pt>
                <c:pt idx="1305">
                  <c:v>30.9758</c:v>
                </c:pt>
                <c:pt idx="1306">
                  <c:v>31.001200000000001</c:v>
                </c:pt>
                <c:pt idx="1307">
                  <c:v>31.029199999999999</c:v>
                </c:pt>
                <c:pt idx="1308">
                  <c:v>31.052199999999999</c:v>
                </c:pt>
                <c:pt idx="1309">
                  <c:v>31.0746</c:v>
                </c:pt>
                <c:pt idx="1310">
                  <c:v>31.101600000000001</c:v>
                </c:pt>
                <c:pt idx="1311">
                  <c:v>31.1218</c:v>
                </c:pt>
                <c:pt idx="1312">
                  <c:v>31.1435</c:v>
                </c:pt>
                <c:pt idx="1313">
                  <c:v>31.163699999999999</c:v>
                </c:pt>
                <c:pt idx="1314">
                  <c:v>31.1858</c:v>
                </c:pt>
                <c:pt idx="1315">
                  <c:v>31.211400000000001</c:v>
                </c:pt>
                <c:pt idx="1316">
                  <c:v>31.233599999999999</c:v>
                </c:pt>
                <c:pt idx="1317">
                  <c:v>31.2563</c:v>
                </c:pt>
                <c:pt idx="1318">
                  <c:v>31.2789</c:v>
                </c:pt>
                <c:pt idx="1319">
                  <c:v>31.299199999999999</c:v>
                </c:pt>
                <c:pt idx="1320">
                  <c:v>31.3202</c:v>
                </c:pt>
                <c:pt idx="1321">
                  <c:v>31.3413</c:v>
                </c:pt>
                <c:pt idx="1322">
                  <c:v>31.362300000000001</c:v>
                </c:pt>
                <c:pt idx="1323">
                  <c:v>31.383199999999999</c:v>
                </c:pt>
                <c:pt idx="1324">
                  <c:v>31.403700000000001</c:v>
                </c:pt>
                <c:pt idx="1325">
                  <c:v>31.4255</c:v>
                </c:pt>
                <c:pt idx="1326">
                  <c:v>31.4481</c:v>
                </c:pt>
                <c:pt idx="1327">
                  <c:v>31.469000000000001</c:v>
                </c:pt>
                <c:pt idx="1328">
                  <c:v>31.491700000000002</c:v>
                </c:pt>
                <c:pt idx="1329">
                  <c:v>31.513500000000001</c:v>
                </c:pt>
                <c:pt idx="1330">
                  <c:v>31.536300000000001</c:v>
                </c:pt>
                <c:pt idx="1331">
                  <c:v>31.556999999999999</c:v>
                </c:pt>
                <c:pt idx="1332">
                  <c:v>31.5779</c:v>
                </c:pt>
                <c:pt idx="1333">
                  <c:v>31.604500000000002</c:v>
                </c:pt>
                <c:pt idx="1334">
                  <c:v>31.625499999999999</c:v>
                </c:pt>
                <c:pt idx="1335">
                  <c:v>31.648299999999999</c:v>
                </c:pt>
                <c:pt idx="1336">
                  <c:v>31.670500000000001</c:v>
                </c:pt>
                <c:pt idx="1337">
                  <c:v>31.691800000000001</c:v>
                </c:pt>
                <c:pt idx="1338">
                  <c:v>31.712900000000001</c:v>
                </c:pt>
                <c:pt idx="1339">
                  <c:v>31.734300000000001</c:v>
                </c:pt>
                <c:pt idx="1340">
                  <c:v>31.7546</c:v>
                </c:pt>
                <c:pt idx="1341">
                  <c:v>31.778099999999998</c:v>
                </c:pt>
                <c:pt idx="1342">
                  <c:v>31.800899999999999</c:v>
                </c:pt>
                <c:pt idx="1343">
                  <c:v>31.821999999999999</c:v>
                </c:pt>
                <c:pt idx="1344">
                  <c:v>31.844100000000001</c:v>
                </c:pt>
                <c:pt idx="1345">
                  <c:v>31.864799999999999</c:v>
                </c:pt>
                <c:pt idx="1346">
                  <c:v>31.888300000000001</c:v>
                </c:pt>
                <c:pt idx="1347">
                  <c:v>31.9085</c:v>
                </c:pt>
                <c:pt idx="1348">
                  <c:v>31.935199999999998</c:v>
                </c:pt>
                <c:pt idx="1349">
                  <c:v>31.956499999999998</c:v>
                </c:pt>
                <c:pt idx="1350">
                  <c:v>31.976800000000001</c:v>
                </c:pt>
                <c:pt idx="1351">
                  <c:v>32.005600000000001</c:v>
                </c:pt>
                <c:pt idx="1352">
                  <c:v>32.031500000000001</c:v>
                </c:pt>
                <c:pt idx="1353">
                  <c:v>32.053100000000001</c:v>
                </c:pt>
                <c:pt idx="1354">
                  <c:v>32.079700000000003</c:v>
                </c:pt>
                <c:pt idx="1355">
                  <c:v>32.102200000000003</c:v>
                </c:pt>
                <c:pt idx="1356">
                  <c:v>32.123100000000001</c:v>
                </c:pt>
                <c:pt idx="1357">
                  <c:v>32.146099999999997</c:v>
                </c:pt>
                <c:pt idx="1358">
                  <c:v>32.168599999999998</c:v>
                </c:pt>
                <c:pt idx="1359">
                  <c:v>32.189500000000002</c:v>
                </c:pt>
                <c:pt idx="1360">
                  <c:v>32.215699999999998</c:v>
                </c:pt>
                <c:pt idx="1361">
                  <c:v>32.237099999999998</c:v>
                </c:pt>
                <c:pt idx="1362">
                  <c:v>32.258899999999997</c:v>
                </c:pt>
                <c:pt idx="1363">
                  <c:v>32.281599999999997</c:v>
                </c:pt>
                <c:pt idx="1364">
                  <c:v>32.309199999999997</c:v>
                </c:pt>
                <c:pt idx="1365">
                  <c:v>32.331800000000001</c:v>
                </c:pt>
                <c:pt idx="1366">
                  <c:v>32.3521</c:v>
                </c:pt>
                <c:pt idx="1367">
                  <c:v>32.372199999999999</c:v>
                </c:pt>
                <c:pt idx="1368">
                  <c:v>32.393799999999999</c:v>
                </c:pt>
                <c:pt idx="1369">
                  <c:v>32.414000000000001</c:v>
                </c:pt>
                <c:pt idx="1370">
                  <c:v>32.437600000000003</c:v>
                </c:pt>
                <c:pt idx="1371">
                  <c:v>32.458399999999997</c:v>
                </c:pt>
                <c:pt idx="1372">
                  <c:v>32.4788</c:v>
                </c:pt>
                <c:pt idx="1373">
                  <c:v>32.499600000000001</c:v>
                </c:pt>
                <c:pt idx="1374">
                  <c:v>32.521500000000003</c:v>
                </c:pt>
                <c:pt idx="1375">
                  <c:v>32.547899999999998</c:v>
                </c:pt>
                <c:pt idx="1376">
                  <c:v>32.570300000000003</c:v>
                </c:pt>
                <c:pt idx="1377">
                  <c:v>32.591200000000001</c:v>
                </c:pt>
                <c:pt idx="1378">
                  <c:v>32.614100000000001</c:v>
                </c:pt>
                <c:pt idx="1379">
                  <c:v>32.642200000000003</c:v>
                </c:pt>
                <c:pt idx="1380">
                  <c:v>32.666800000000002</c:v>
                </c:pt>
                <c:pt idx="1381">
                  <c:v>32.689700000000002</c:v>
                </c:pt>
                <c:pt idx="1382">
                  <c:v>32.717100000000002</c:v>
                </c:pt>
                <c:pt idx="1383">
                  <c:v>32.739699999999999</c:v>
                </c:pt>
                <c:pt idx="1384">
                  <c:v>32.7654</c:v>
                </c:pt>
                <c:pt idx="1385">
                  <c:v>32.791600000000003</c:v>
                </c:pt>
                <c:pt idx="1386">
                  <c:v>32.815600000000003</c:v>
                </c:pt>
                <c:pt idx="1387">
                  <c:v>32.840899999999998</c:v>
                </c:pt>
                <c:pt idx="1388">
                  <c:v>32.867199999999997</c:v>
                </c:pt>
                <c:pt idx="1389">
                  <c:v>32.8932</c:v>
                </c:pt>
                <c:pt idx="1390">
                  <c:v>32.9163</c:v>
                </c:pt>
                <c:pt idx="1391">
                  <c:v>32.939300000000003</c:v>
                </c:pt>
                <c:pt idx="1392">
                  <c:v>32.963200000000001</c:v>
                </c:pt>
                <c:pt idx="1393">
                  <c:v>32.985900000000001</c:v>
                </c:pt>
                <c:pt idx="1394">
                  <c:v>33.006500000000003</c:v>
                </c:pt>
                <c:pt idx="1395">
                  <c:v>33.033299999999997</c:v>
                </c:pt>
                <c:pt idx="1396">
                  <c:v>33.0593</c:v>
                </c:pt>
                <c:pt idx="1397">
                  <c:v>33.081899999999997</c:v>
                </c:pt>
                <c:pt idx="1398">
                  <c:v>33.105800000000002</c:v>
                </c:pt>
                <c:pt idx="1399">
                  <c:v>33.128</c:v>
                </c:pt>
                <c:pt idx="1400">
                  <c:v>33.1524</c:v>
                </c:pt>
                <c:pt idx="1401">
                  <c:v>33.176400000000001</c:v>
                </c:pt>
                <c:pt idx="1402">
                  <c:v>33.200600000000001</c:v>
                </c:pt>
                <c:pt idx="1403">
                  <c:v>33.225999999999999</c:v>
                </c:pt>
                <c:pt idx="1404">
                  <c:v>33.247399999999999</c:v>
                </c:pt>
                <c:pt idx="1405">
                  <c:v>33.267699999999998</c:v>
                </c:pt>
                <c:pt idx="1406">
                  <c:v>33.290300000000002</c:v>
                </c:pt>
                <c:pt idx="1407">
                  <c:v>33.310499999999998</c:v>
                </c:pt>
                <c:pt idx="1408">
                  <c:v>33.335700000000003</c:v>
                </c:pt>
                <c:pt idx="1409">
                  <c:v>33.356900000000003</c:v>
                </c:pt>
                <c:pt idx="1410">
                  <c:v>33.379300000000001</c:v>
                </c:pt>
                <c:pt idx="1411">
                  <c:v>33.399299999999997</c:v>
                </c:pt>
                <c:pt idx="1412">
                  <c:v>33.421900000000001</c:v>
                </c:pt>
                <c:pt idx="1413">
                  <c:v>33.444600000000001</c:v>
                </c:pt>
                <c:pt idx="1414">
                  <c:v>33.473399999999998</c:v>
                </c:pt>
                <c:pt idx="1415">
                  <c:v>33.499299999999998</c:v>
                </c:pt>
                <c:pt idx="1416">
                  <c:v>33.5214</c:v>
                </c:pt>
                <c:pt idx="1417">
                  <c:v>33.542499999999997</c:v>
                </c:pt>
                <c:pt idx="1418">
                  <c:v>33.569000000000003</c:v>
                </c:pt>
                <c:pt idx="1419">
                  <c:v>33.595199999999998</c:v>
                </c:pt>
                <c:pt idx="1420">
                  <c:v>33.6218</c:v>
                </c:pt>
                <c:pt idx="1421">
                  <c:v>33.6419</c:v>
                </c:pt>
                <c:pt idx="1422">
                  <c:v>33.662700000000001</c:v>
                </c:pt>
                <c:pt idx="1423">
                  <c:v>33.6845</c:v>
                </c:pt>
                <c:pt idx="1424">
                  <c:v>33.709299999999999</c:v>
                </c:pt>
                <c:pt idx="1425">
                  <c:v>33.729399999999998</c:v>
                </c:pt>
                <c:pt idx="1426">
                  <c:v>33.750999999999998</c:v>
                </c:pt>
                <c:pt idx="1427">
                  <c:v>33.773299999999999</c:v>
                </c:pt>
                <c:pt idx="1428">
                  <c:v>33.802599999999998</c:v>
                </c:pt>
                <c:pt idx="1429">
                  <c:v>33.826999999999998</c:v>
                </c:pt>
                <c:pt idx="1430">
                  <c:v>33.856200000000001</c:v>
                </c:pt>
                <c:pt idx="1431">
                  <c:v>33.876399999999997</c:v>
                </c:pt>
                <c:pt idx="1432">
                  <c:v>33.9024</c:v>
                </c:pt>
                <c:pt idx="1433">
                  <c:v>33.927399999999999</c:v>
                </c:pt>
                <c:pt idx="1434">
                  <c:v>33.954700000000003</c:v>
                </c:pt>
                <c:pt idx="1435">
                  <c:v>33.979300000000002</c:v>
                </c:pt>
                <c:pt idx="1436">
                  <c:v>34.002600000000001</c:v>
                </c:pt>
                <c:pt idx="1437">
                  <c:v>34.029299999999999</c:v>
                </c:pt>
                <c:pt idx="1438">
                  <c:v>34.051299999999998</c:v>
                </c:pt>
                <c:pt idx="1439">
                  <c:v>34.076900000000002</c:v>
                </c:pt>
                <c:pt idx="1440">
                  <c:v>34.103000000000002</c:v>
                </c:pt>
                <c:pt idx="1441">
                  <c:v>34.131100000000004</c:v>
                </c:pt>
                <c:pt idx="1442">
                  <c:v>34.158299999999997</c:v>
                </c:pt>
                <c:pt idx="1443">
                  <c:v>34.179499999999997</c:v>
                </c:pt>
                <c:pt idx="1444">
                  <c:v>34.2029</c:v>
                </c:pt>
                <c:pt idx="1445">
                  <c:v>34.229399999999998</c:v>
                </c:pt>
                <c:pt idx="1446">
                  <c:v>34.251300000000001</c:v>
                </c:pt>
                <c:pt idx="1447">
                  <c:v>34.274099999999997</c:v>
                </c:pt>
                <c:pt idx="1448">
                  <c:v>34.294600000000003</c:v>
                </c:pt>
                <c:pt idx="1449">
                  <c:v>34.318600000000004</c:v>
                </c:pt>
                <c:pt idx="1450">
                  <c:v>34.345300000000002</c:v>
                </c:pt>
                <c:pt idx="1451">
                  <c:v>34.367400000000004</c:v>
                </c:pt>
                <c:pt idx="1452">
                  <c:v>34.394500000000001</c:v>
                </c:pt>
                <c:pt idx="1453">
                  <c:v>34.42</c:v>
                </c:pt>
                <c:pt idx="1454">
                  <c:v>34.446100000000001</c:v>
                </c:pt>
                <c:pt idx="1455">
                  <c:v>34.470399999999998</c:v>
                </c:pt>
                <c:pt idx="1456">
                  <c:v>34.496400000000001</c:v>
                </c:pt>
                <c:pt idx="1457">
                  <c:v>34.523000000000003</c:v>
                </c:pt>
                <c:pt idx="1458">
                  <c:v>34.551900000000003</c:v>
                </c:pt>
                <c:pt idx="1459">
                  <c:v>34.572499999999998</c:v>
                </c:pt>
                <c:pt idx="1460">
                  <c:v>34.597499999999997</c:v>
                </c:pt>
                <c:pt idx="1461">
                  <c:v>34.619500000000002</c:v>
                </c:pt>
                <c:pt idx="1462">
                  <c:v>34.639600000000002</c:v>
                </c:pt>
                <c:pt idx="1463">
                  <c:v>34.667900000000003</c:v>
                </c:pt>
                <c:pt idx="1464">
                  <c:v>34.6952</c:v>
                </c:pt>
                <c:pt idx="1465">
                  <c:v>34.721800000000002</c:v>
                </c:pt>
                <c:pt idx="1466">
                  <c:v>34.742400000000004</c:v>
                </c:pt>
                <c:pt idx="1467">
                  <c:v>34.7624</c:v>
                </c:pt>
                <c:pt idx="1468">
                  <c:v>34.783499999999997</c:v>
                </c:pt>
                <c:pt idx="1469">
                  <c:v>34.806699999999999</c:v>
                </c:pt>
                <c:pt idx="1470">
                  <c:v>34.832000000000001</c:v>
                </c:pt>
                <c:pt idx="1471">
                  <c:v>34.8596</c:v>
                </c:pt>
                <c:pt idx="1472">
                  <c:v>34.885100000000001</c:v>
                </c:pt>
                <c:pt idx="1473">
                  <c:v>34.9071</c:v>
                </c:pt>
                <c:pt idx="1474">
                  <c:v>34.932600000000001</c:v>
                </c:pt>
                <c:pt idx="1475">
                  <c:v>34.954999999999998</c:v>
                </c:pt>
                <c:pt idx="1476">
                  <c:v>34.980699999999999</c:v>
                </c:pt>
                <c:pt idx="1477">
                  <c:v>35.0077</c:v>
                </c:pt>
                <c:pt idx="1478">
                  <c:v>35.0379</c:v>
                </c:pt>
                <c:pt idx="1479">
                  <c:v>35.060299999999998</c:v>
                </c:pt>
                <c:pt idx="1480">
                  <c:v>35.0807</c:v>
                </c:pt>
                <c:pt idx="1481">
                  <c:v>35.110599999999998</c:v>
                </c:pt>
                <c:pt idx="1482">
                  <c:v>35.139099999999999</c:v>
                </c:pt>
                <c:pt idx="1483">
                  <c:v>35.165999999999997</c:v>
                </c:pt>
                <c:pt idx="1484">
                  <c:v>35.187100000000001</c:v>
                </c:pt>
                <c:pt idx="1485">
                  <c:v>35.209099999999999</c:v>
                </c:pt>
                <c:pt idx="1486">
                  <c:v>35.237200000000001</c:v>
                </c:pt>
                <c:pt idx="1487">
                  <c:v>35.268999999999998</c:v>
                </c:pt>
                <c:pt idx="1488">
                  <c:v>35.290799999999997</c:v>
                </c:pt>
                <c:pt idx="1489">
                  <c:v>35.315199999999997</c:v>
                </c:pt>
                <c:pt idx="1490">
                  <c:v>35.343200000000003</c:v>
                </c:pt>
                <c:pt idx="1491">
                  <c:v>35.369700000000002</c:v>
                </c:pt>
                <c:pt idx="1492">
                  <c:v>35.391300000000001</c:v>
                </c:pt>
                <c:pt idx="1493">
                  <c:v>35.413400000000003</c:v>
                </c:pt>
                <c:pt idx="1494">
                  <c:v>35.437899999999999</c:v>
                </c:pt>
                <c:pt idx="1495">
                  <c:v>35.464500000000001</c:v>
                </c:pt>
                <c:pt idx="1496">
                  <c:v>35.490200000000002</c:v>
                </c:pt>
                <c:pt idx="1497">
                  <c:v>35.512599999999999</c:v>
                </c:pt>
                <c:pt idx="1498">
                  <c:v>35.536299999999997</c:v>
                </c:pt>
                <c:pt idx="1499">
                  <c:v>35.562100000000001</c:v>
                </c:pt>
                <c:pt idx="1500">
                  <c:v>35.582799999999999</c:v>
                </c:pt>
                <c:pt idx="1501">
                  <c:v>35.603299999999997</c:v>
                </c:pt>
                <c:pt idx="1502">
                  <c:v>35.632800000000003</c:v>
                </c:pt>
                <c:pt idx="1503">
                  <c:v>35.654499999999999</c:v>
                </c:pt>
                <c:pt idx="1504">
                  <c:v>35.683100000000003</c:v>
                </c:pt>
                <c:pt idx="1505">
                  <c:v>35.703499999999998</c:v>
                </c:pt>
                <c:pt idx="1506">
                  <c:v>35.723500000000001</c:v>
                </c:pt>
                <c:pt idx="1507">
                  <c:v>35.744</c:v>
                </c:pt>
                <c:pt idx="1508">
                  <c:v>35.770200000000003</c:v>
                </c:pt>
                <c:pt idx="1509">
                  <c:v>35.7928</c:v>
                </c:pt>
                <c:pt idx="1510">
                  <c:v>35.815899999999999</c:v>
                </c:pt>
                <c:pt idx="1511">
                  <c:v>35.843400000000003</c:v>
                </c:pt>
                <c:pt idx="1512">
                  <c:v>35.863500000000002</c:v>
                </c:pt>
                <c:pt idx="1513">
                  <c:v>35.884399999999999</c:v>
                </c:pt>
                <c:pt idx="1514">
                  <c:v>35.9056</c:v>
                </c:pt>
                <c:pt idx="1515">
                  <c:v>35.932899999999997</c:v>
                </c:pt>
                <c:pt idx="1516">
                  <c:v>35.963099999999997</c:v>
                </c:pt>
                <c:pt idx="1517">
                  <c:v>35.991700000000002</c:v>
                </c:pt>
                <c:pt idx="1518">
                  <c:v>36.014000000000003</c:v>
                </c:pt>
                <c:pt idx="1519">
                  <c:v>36.040399999999998</c:v>
                </c:pt>
                <c:pt idx="1520">
                  <c:v>36.061300000000003</c:v>
                </c:pt>
                <c:pt idx="1521">
                  <c:v>36.082000000000001</c:v>
                </c:pt>
                <c:pt idx="1522">
                  <c:v>36.103400000000001</c:v>
                </c:pt>
                <c:pt idx="1523">
                  <c:v>36.125799999999998</c:v>
                </c:pt>
                <c:pt idx="1524">
                  <c:v>36.154000000000003</c:v>
                </c:pt>
                <c:pt idx="1525">
                  <c:v>36.183</c:v>
                </c:pt>
                <c:pt idx="1526">
                  <c:v>36.21</c:v>
                </c:pt>
                <c:pt idx="1527">
                  <c:v>36.231099999999998</c:v>
                </c:pt>
                <c:pt idx="1528">
                  <c:v>36.257199999999997</c:v>
                </c:pt>
                <c:pt idx="1529">
                  <c:v>36.284599999999998</c:v>
                </c:pt>
                <c:pt idx="1530">
                  <c:v>36.313299999999998</c:v>
                </c:pt>
                <c:pt idx="1531">
                  <c:v>36.3399</c:v>
                </c:pt>
                <c:pt idx="1532">
                  <c:v>36.36</c:v>
                </c:pt>
                <c:pt idx="1533">
                  <c:v>36.383600000000001</c:v>
                </c:pt>
                <c:pt idx="1534">
                  <c:v>36.4116</c:v>
                </c:pt>
                <c:pt idx="1535">
                  <c:v>36.4328</c:v>
                </c:pt>
                <c:pt idx="1536">
                  <c:v>36.455100000000002</c:v>
                </c:pt>
                <c:pt idx="1537">
                  <c:v>36.479300000000002</c:v>
                </c:pt>
                <c:pt idx="1538">
                  <c:v>36.5015</c:v>
                </c:pt>
                <c:pt idx="1539">
                  <c:v>36.521900000000002</c:v>
                </c:pt>
                <c:pt idx="1540">
                  <c:v>36.542900000000003</c:v>
                </c:pt>
                <c:pt idx="1541">
                  <c:v>36.563400000000001</c:v>
                </c:pt>
                <c:pt idx="1542">
                  <c:v>36.588299999999997</c:v>
                </c:pt>
                <c:pt idx="1543">
                  <c:v>36.6096</c:v>
                </c:pt>
                <c:pt idx="1544">
                  <c:v>36.6327</c:v>
                </c:pt>
                <c:pt idx="1545">
                  <c:v>36.653700000000001</c:v>
                </c:pt>
                <c:pt idx="1546">
                  <c:v>36.6755</c:v>
                </c:pt>
                <c:pt idx="1547">
                  <c:v>36.703000000000003</c:v>
                </c:pt>
                <c:pt idx="1548">
                  <c:v>36.724499999999999</c:v>
                </c:pt>
                <c:pt idx="1549">
                  <c:v>36.749499999999998</c:v>
                </c:pt>
                <c:pt idx="1550">
                  <c:v>36.7761</c:v>
                </c:pt>
                <c:pt idx="1551">
                  <c:v>36.799799999999998</c:v>
                </c:pt>
                <c:pt idx="1552">
                  <c:v>36.820500000000003</c:v>
                </c:pt>
                <c:pt idx="1553">
                  <c:v>36.844499999999996</c:v>
                </c:pt>
                <c:pt idx="1554">
                  <c:v>36.864600000000003</c:v>
                </c:pt>
                <c:pt idx="1555">
                  <c:v>36.885199999999998</c:v>
                </c:pt>
                <c:pt idx="1556">
                  <c:v>36.907400000000003</c:v>
                </c:pt>
                <c:pt idx="1557">
                  <c:v>36.927399999999999</c:v>
                </c:pt>
                <c:pt idx="1558">
                  <c:v>36.954000000000001</c:v>
                </c:pt>
                <c:pt idx="1559">
                  <c:v>36.977699999999999</c:v>
                </c:pt>
                <c:pt idx="1560">
                  <c:v>37.001300000000001</c:v>
                </c:pt>
                <c:pt idx="1561">
                  <c:v>37.025399999999998</c:v>
                </c:pt>
                <c:pt idx="1562">
                  <c:v>37.0535</c:v>
                </c:pt>
                <c:pt idx="1563">
                  <c:v>37.073900000000002</c:v>
                </c:pt>
                <c:pt idx="1564">
                  <c:v>37.100099999999998</c:v>
                </c:pt>
                <c:pt idx="1565">
                  <c:v>37.121000000000002</c:v>
                </c:pt>
                <c:pt idx="1566">
                  <c:v>37.1419</c:v>
                </c:pt>
                <c:pt idx="1567">
                  <c:v>37.164400000000001</c:v>
                </c:pt>
                <c:pt idx="1568">
                  <c:v>37.184600000000003</c:v>
                </c:pt>
                <c:pt idx="1569">
                  <c:v>37.2087</c:v>
                </c:pt>
                <c:pt idx="1570">
                  <c:v>37.231499999999997</c:v>
                </c:pt>
                <c:pt idx="1571">
                  <c:v>37.252000000000002</c:v>
                </c:pt>
                <c:pt idx="1572">
                  <c:v>37.2729</c:v>
                </c:pt>
                <c:pt idx="1573">
                  <c:v>37.299500000000002</c:v>
                </c:pt>
                <c:pt idx="1574">
                  <c:v>37.320300000000003</c:v>
                </c:pt>
                <c:pt idx="1575">
                  <c:v>37.342100000000002</c:v>
                </c:pt>
                <c:pt idx="1576">
                  <c:v>37.365099999999998</c:v>
                </c:pt>
                <c:pt idx="1577">
                  <c:v>37.385100000000001</c:v>
                </c:pt>
                <c:pt idx="1578">
                  <c:v>37.410899999999998</c:v>
                </c:pt>
                <c:pt idx="1579">
                  <c:v>37.431899999999999</c:v>
                </c:pt>
                <c:pt idx="1580">
                  <c:v>37.457900000000002</c:v>
                </c:pt>
                <c:pt idx="1581">
                  <c:v>37.4833</c:v>
                </c:pt>
                <c:pt idx="1582">
                  <c:v>37.512099999999997</c:v>
                </c:pt>
                <c:pt idx="1583">
                  <c:v>37.533000000000001</c:v>
                </c:pt>
                <c:pt idx="1584">
                  <c:v>37.560099999999998</c:v>
                </c:pt>
                <c:pt idx="1585">
                  <c:v>37.580599999999997</c:v>
                </c:pt>
                <c:pt idx="1586">
                  <c:v>37.601399999999998</c:v>
                </c:pt>
                <c:pt idx="1587">
                  <c:v>37.6218</c:v>
                </c:pt>
                <c:pt idx="1588">
                  <c:v>37.651800000000001</c:v>
                </c:pt>
                <c:pt idx="1589">
                  <c:v>37.675199999999997</c:v>
                </c:pt>
                <c:pt idx="1590">
                  <c:v>37.698700000000002</c:v>
                </c:pt>
                <c:pt idx="1591">
                  <c:v>37.719499999999996</c:v>
                </c:pt>
                <c:pt idx="1592">
                  <c:v>37.741100000000003</c:v>
                </c:pt>
                <c:pt idx="1593">
                  <c:v>37.764299999999999</c:v>
                </c:pt>
                <c:pt idx="1594">
                  <c:v>37.7849</c:v>
                </c:pt>
                <c:pt idx="1595">
                  <c:v>37.805100000000003</c:v>
                </c:pt>
                <c:pt idx="1596">
                  <c:v>37.827599999999997</c:v>
                </c:pt>
                <c:pt idx="1597">
                  <c:v>37.847700000000003</c:v>
                </c:pt>
                <c:pt idx="1598">
                  <c:v>37.875599999999999</c:v>
                </c:pt>
                <c:pt idx="1599">
                  <c:v>37.904800000000002</c:v>
                </c:pt>
                <c:pt idx="1600">
                  <c:v>37.9285</c:v>
                </c:pt>
                <c:pt idx="1601">
                  <c:v>37.952399999999997</c:v>
                </c:pt>
                <c:pt idx="1602">
                  <c:v>37.978999999999999</c:v>
                </c:pt>
                <c:pt idx="1603">
                  <c:v>38.002699999999997</c:v>
                </c:pt>
                <c:pt idx="1604">
                  <c:v>38.023899999999998</c:v>
                </c:pt>
                <c:pt idx="1605">
                  <c:v>38.053100000000001</c:v>
                </c:pt>
                <c:pt idx="1606">
                  <c:v>38.073099999999997</c:v>
                </c:pt>
                <c:pt idx="1607">
                  <c:v>38.099200000000003</c:v>
                </c:pt>
                <c:pt idx="1608">
                  <c:v>38.127899999999997</c:v>
                </c:pt>
                <c:pt idx="1609">
                  <c:v>38.151499999999999</c:v>
                </c:pt>
                <c:pt idx="1610">
                  <c:v>38.174100000000003</c:v>
                </c:pt>
                <c:pt idx="1611">
                  <c:v>38.201000000000001</c:v>
                </c:pt>
                <c:pt idx="1612">
                  <c:v>38.230600000000003</c:v>
                </c:pt>
                <c:pt idx="1613">
                  <c:v>38.258699999999997</c:v>
                </c:pt>
                <c:pt idx="1614">
                  <c:v>38.286499999999997</c:v>
                </c:pt>
                <c:pt idx="1615">
                  <c:v>38.306699999999999</c:v>
                </c:pt>
                <c:pt idx="1616">
                  <c:v>38.333100000000002</c:v>
                </c:pt>
                <c:pt idx="1617">
                  <c:v>38.353999999999999</c:v>
                </c:pt>
                <c:pt idx="1618">
                  <c:v>38.381700000000002</c:v>
                </c:pt>
                <c:pt idx="1619">
                  <c:v>38.409599999999998</c:v>
                </c:pt>
                <c:pt idx="1620">
                  <c:v>38.4315</c:v>
                </c:pt>
                <c:pt idx="1621">
                  <c:v>38.459099999999999</c:v>
                </c:pt>
                <c:pt idx="1622">
                  <c:v>38.485900000000001</c:v>
                </c:pt>
                <c:pt idx="1623">
                  <c:v>38.5182</c:v>
                </c:pt>
                <c:pt idx="1624">
                  <c:v>38.538400000000003</c:v>
                </c:pt>
                <c:pt idx="1625">
                  <c:v>38.562800000000003</c:v>
                </c:pt>
                <c:pt idx="1626">
                  <c:v>38.5837</c:v>
                </c:pt>
                <c:pt idx="1627">
                  <c:v>38.604799999999997</c:v>
                </c:pt>
                <c:pt idx="1628">
                  <c:v>38.6282</c:v>
                </c:pt>
                <c:pt idx="1629">
                  <c:v>38.649900000000002</c:v>
                </c:pt>
                <c:pt idx="1630">
                  <c:v>38.671799999999998</c:v>
                </c:pt>
                <c:pt idx="1631">
                  <c:v>38.697699999999998</c:v>
                </c:pt>
                <c:pt idx="1632">
                  <c:v>38.7224</c:v>
                </c:pt>
                <c:pt idx="1633">
                  <c:v>38.744799999999998</c:v>
                </c:pt>
                <c:pt idx="1634">
                  <c:v>38.765000000000001</c:v>
                </c:pt>
                <c:pt idx="1635">
                  <c:v>38.7864</c:v>
                </c:pt>
                <c:pt idx="1636">
                  <c:v>38.806699999999999</c:v>
                </c:pt>
                <c:pt idx="1637">
                  <c:v>38.830800000000004</c:v>
                </c:pt>
                <c:pt idx="1638">
                  <c:v>38.857799999999997</c:v>
                </c:pt>
                <c:pt idx="1639">
                  <c:v>38.914900000000003</c:v>
                </c:pt>
                <c:pt idx="1640">
                  <c:v>38.937199999999997</c:v>
                </c:pt>
                <c:pt idx="1641">
                  <c:v>38.959600000000002</c:v>
                </c:pt>
                <c:pt idx="1642">
                  <c:v>38.986899999999999</c:v>
                </c:pt>
                <c:pt idx="1643">
                  <c:v>39.007199999999997</c:v>
                </c:pt>
                <c:pt idx="1644">
                  <c:v>39.031300000000002</c:v>
                </c:pt>
                <c:pt idx="1645">
                  <c:v>39.057000000000002</c:v>
                </c:pt>
                <c:pt idx="1646">
                  <c:v>39.0839</c:v>
                </c:pt>
                <c:pt idx="1647">
                  <c:v>39.104700000000001</c:v>
                </c:pt>
                <c:pt idx="1648">
                  <c:v>39.125599999999999</c:v>
                </c:pt>
                <c:pt idx="1649">
                  <c:v>39.146299999999997</c:v>
                </c:pt>
                <c:pt idx="1650">
                  <c:v>39.1676</c:v>
                </c:pt>
                <c:pt idx="1651">
                  <c:v>39.195399999999999</c:v>
                </c:pt>
                <c:pt idx="1652">
                  <c:v>39.224200000000003</c:v>
                </c:pt>
                <c:pt idx="1653">
                  <c:v>39.246400000000001</c:v>
                </c:pt>
                <c:pt idx="1654">
                  <c:v>39.268500000000003</c:v>
                </c:pt>
                <c:pt idx="1655">
                  <c:v>39.292400000000001</c:v>
                </c:pt>
                <c:pt idx="1656">
                  <c:v>39.314700000000002</c:v>
                </c:pt>
                <c:pt idx="1657">
                  <c:v>39.341900000000003</c:v>
                </c:pt>
                <c:pt idx="1658">
                  <c:v>39.366999999999997</c:v>
                </c:pt>
                <c:pt idx="1659">
                  <c:v>39.387799999999999</c:v>
                </c:pt>
                <c:pt idx="1660">
                  <c:v>39.415700000000001</c:v>
                </c:pt>
                <c:pt idx="1661">
                  <c:v>39.436700000000002</c:v>
                </c:pt>
                <c:pt idx="1662">
                  <c:v>39.469000000000001</c:v>
                </c:pt>
                <c:pt idx="1663">
                  <c:v>39.495600000000003</c:v>
                </c:pt>
                <c:pt idx="1664">
                  <c:v>39.519599999999997</c:v>
                </c:pt>
                <c:pt idx="1665">
                  <c:v>39.546199999999999</c:v>
                </c:pt>
                <c:pt idx="1666">
                  <c:v>39.604700000000001</c:v>
                </c:pt>
                <c:pt idx="1667">
                  <c:v>39.6248</c:v>
                </c:pt>
                <c:pt idx="1668">
                  <c:v>39.647500000000001</c:v>
                </c:pt>
                <c:pt idx="1669">
                  <c:v>39.673000000000002</c:v>
                </c:pt>
                <c:pt idx="1670">
                  <c:v>39.694499999999998</c:v>
                </c:pt>
                <c:pt idx="1671">
                  <c:v>39.714500000000001</c:v>
                </c:pt>
                <c:pt idx="1672">
                  <c:v>39.740699999999997</c:v>
                </c:pt>
                <c:pt idx="1673">
                  <c:v>39.762999999999998</c:v>
                </c:pt>
                <c:pt idx="1674">
                  <c:v>39.785200000000003</c:v>
                </c:pt>
                <c:pt idx="1675">
                  <c:v>39.808199999999999</c:v>
                </c:pt>
                <c:pt idx="1676">
                  <c:v>39.830500000000001</c:v>
                </c:pt>
                <c:pt idx="1677">
                  <c:v>39.857900000000001</c:v>
                </c:pt>
                <c:pt idx="1678">
                  <c:v>39.880099999999999</c:v>
                </c:pt>
                <c:pt idx="1679">
                  <c:v>39.902700000000003</c:v>
                </c:pt>
                <c:pt idx="1680">
                  <c:v>39.923299999999998</c:v>
                </c:pt>
                <c:pt idx="1681">
                  <c:v>39.950200000000002</c:v>
                </c:pt>
                <c:pt idx="1682">
                  <c:v>39.973599999999998</c:v>
                </c:pt>
                <c:pt idx="1683">
                  <c:v>39.996299999999998</c:v>
                </c:pt>
                <c:pt idx="1684">
                  <c:v>40.024299999999997</c:v>
                </c:pt>
                <c:pt idx="1685">
                  <c:v>40.044400000000003</c:v>
                </c:pt>
                <c:pt idx="1686">
                  <c:v>40.069000000000003</c:v>
                </c:pt>
                <c:pt idx="1687">
                  <c:v>40.096699999999998</c:v>
                </c:pt>
                <c:pt idx="1688">
                  <c:v>40.124400000000001</c:v>
                </c:pt>
                <c:pt idx="1689">
                  <c:v>40.1447</c:v>
                </c:pt>
                <c:pt idx="1690">
                  <c:v>40.169400000000003</c:v>
                </c:pt>
                <c:pt idx="1691">
                  <c:v>40.190199999999997</c:v>
                </c:pt>
                <c:pt idx="1692">
                  <c:v>40.212200000000003</c:v>
                </c:pt>
                <c:pt idx="1693">
                  <c:v>40.239899999999999</c:v>
                </c:pt>
                <c:pt idx="1694">
                  <c:v>40.264499999999998</c:v>
                </c:pt>
                <c:pt idx="1695">
                  <c:v>40.293999999999997</c:v>
                </c:pt>
                <c:pt idx="1696">
                  <c:v>40.315199999999997</c:v>
                </c:pt>
                <c:pt idx="1697">
                  <c:v>40.335900000000002</c:v>
                </c:pt>
                <c:pt idx="1698">
                  <c:v>40.363700000000001</c:v>
                </c:pt>
                <c:pt idx="1699">
                  <c:v>40.396999999999998</c:v>
                </c:pt>
                <c:pt idx="1700">
                  <c:v>40.422699999999999</c:v>
                </c:pt>
                <c:pt idx="1701">
                  <c:v>40.444800000000001</c:v>
                </c:pt>
                <c:pt idx="1702">
                  <c:v>40.466200000000001</c:v>
                </c:pt>
                <c:pt idx="1703">
                  <c:v>40.496499999999997</c:v>
                </c:pt>
                <c:pt idx="1704">
                  <c:v>40.518500000000003</c:v>
                </c:pt>
                <c:pt idx="1705">
                  <c:v>40.544699999999999</c:v>
                </c:pt>
                <c:pt idx="1706">
                  <c:v>40.565399999999997</c:v>
                </c:pt>
                <c:pt idx="1707">
                  <c:v>40.5867</c:v>
                </c:pt>
                <c:pt idx="1708">
                  <c:v>40.607300000000002</c:v>
                </c:pt>
                <c:pt idx="1709">
                  <c:v>40.635399999999997</c:v>
                </c:pt>
                <c:pt idx="1710">
                  <c:v>40.662399999999998</c:v>
                </c:pt>
                <c:pt idx="1711">
                  <c:v>40.683799999999998</c:v>
                </c:pt>
                <c:pt idx="1712">
                  <c:v>40.705199999999998</c:v>
                </c:pt>
                <c:pt idx="1713">
                  <c:v>40.725900000000003</c:v>
                </c:pt>
                <c:pt idx="1714">
                  <c:v>40.746899999999997</c:v>
                </c:pt>
                <c:pt idx="1715">
                  <c:v>40.767499999999998</c:v>
                </c:pt>
                <c:pt idx="1716">
                  <c:v>40.790199999999999</c:v>
                </c:pt>
                <c:pt idx="1717">
                  <c:v>40.817300000000003</c:v>
                </c:pt>
                <c:pt idx="1718">
                  <c:v>40.838500000000003</c:v>
                </c:pt>
                <c:pt idx="1719">
                  <c:v>40.865299999999998</c:v>
                </c:pt>
                <c:pt idx="1720">
                  <c:v>40.888100000000001</c:v>
                </c:pt>
                <c:pt idx="1721">
                  <c:v>40.908099999999997</c:v>
                </c:pt>
                <c:pt idx="1722">
                  <c:v>40.928600000000003</c:v>
                </c:pt>
                <c:pt idx="1723">
                  <c:v>40.949399999999997</c:v>
                </c:pt>
                <c:pt idx="1724">
                  <c:v>40.976199999999999</c:v>
                </c:pt>
                <c:pt idx="1725">
                  <c:v>40.998199999999997</c:v>
                </c:pt>
                <c:pt idx="1726">
                  <c:v>41.026000000000003</c:v>
                </c:pt>
                <c:pt idx="1727">
                  <c:v>41.0486</c:v>
                </c:pt>
                <c:pt idx="1728">
                  <c:v>41.070500000000003</c:v>
                </c:pt>
                <c:pt idx="1729">
                  <c:v>41.090699999999998</c:v>
                </c:pt>
                <c:pt idx="1730">
                  <c:v>41.111600000000003</c:v>
                </c:pt>
                <c:pt idx="1731">
                  <c:v>41.137799999999999</c:v>
                </c:pt>
                <c:pt idx="1732">
                  <c:v>41.165599999999998</c:v>
                </c:pt>
                <c:pt idx="1733">
                  <c:v>41.197400000000002</c:v>
                </c:pt>
                <c:pt idx="1734">
                  <c:v>41.2258</c:v>
                </c:pt>
                <c:pt idx="1735">
                  <c:v>41.246400000000001</c:v>
                </c:pt>
                <c:pt idx="1736">
                  <c:v>41.266599999999997</c:v>
                </c:pt>
                <c:pt idx="1737">
                  <c:v>41.294899999999998</c:v>
                </c:pt>
                <c:pt idx="1738">
                  <c:v>41.315100000000001</c:v>
                </c:pt>
                <c:pt idx="1739">
                  <c:v>41.342799999999997</c:v>
                </c:pt>
                <c:pt idx="1740">
                  <c:v>41.363399999999999</c:v>
                </c:pt>
                <c:pt idx="1741">
                  <c:v>41.389000000000003</c:v>
                </c:pt>
                <c:pt idx="1742">
                  <c:v>41.413600000000002</c:v>
                </c:pt>
                <c:pt idx="1743">
                  <c:v>41.433799999999998</c:v>
                </c:pt>
                <c:pt idx="1744">
                  <c:v>41.462400000000002</c:v>
                </c:pt>
                <c:pt idx="1745">
                  <c:v>41.4848</c:v>
                </c:pt>
                <c:pt idx="1746">
                  <c:v>41.514499999999998</c:v>
                </c:pt>
                <c:pt idx="1747">
                  <c:v>41.540599999999998</c:v>
                </c:pt>
                <c:pt idx="1748">
                  <c:v>41.561300000000003</c:v>
                </c:pt>
                <c:pt idx="1749">
                  <c:v>41.583599999999997</c:v>
                </c:pt>
                <c:pt idx="1750">
                  <c:v>41.611199999999997</c:v>
                </c:pt>
                <c:pt idx="1751">
                  <c:v>41.637700000000002</c:v>
                </c:pt>
                <c:pt idx="1752">
                  <c:v>41.665100000000002</c:v>
                </c:pt>
                <c:pt idx="1753">
                  <c:v>41.692599999999999</c:v>
                </c:pt>
                <c:pt idx="1754">
                  <c:v>41.720199999999998</c:v>
                </c:pt>
                <c:pt idx="1755">
                  <c:v>41.741300000000003</c:v>
                </c:pt>
                <c:pt idx="1756">
                  <c:v>41.764099999999999</c:v>
                </c:pt>
                <c:pt idx="1757">
                  <c:v>41.7913</c:v>
                </c:pt>
                <c:pt idx="1758">
                  <c:v>41.814399999999999</c:v>
                </c:pt>
                <c:pt idx="1759">
                  <c:v>41.841200000000001</c:v>
                </c:pt>
                <c:pt idx="1760">
                  <c:v>41.862900000000003</c:v>
                </c:pt>
                <c:pt idx="1761">
                  <c:v>41.884700000000002</c:v>
                </c:pt>
                <c:pt idx="1762">
                  <c:v>41.904800000000002</c:v>
                </c:pt>
                <c:pt idx="1763">
                  <c:v>41.9313</c:v>
                </c:pt>
                <c:pt idx="1764">
                  <c:v>41.953800000000001</c:v>
                </c:pt>
                <c:pt idx="1765">
                  <c:v>41.981000000000002</c:v>
                </c:pt>
                <c:pt idx="1766">
                  <c:v>42.004399999999997</c:v>
                </c:pt>
                <c:pt idx="1767">
                  <c:v>42.027200000000001</c:v>
                </c:pt>
                <c:pt idx="1768">
                  <c:v>42.052999999999997</c:v>
                </c:pt>
                <c:pt idx="1769">
                  <c:v>42.079300000000003</c:v>
                </c:pt>
                <c:pt idx="1770">
                  <c:v>42.102400000000003</c:v>
                </c:pt>
                <c:pt idx="1771">
                  <c:v>42.130499999999998</c:v>
                </c:pt>
                <c:pt idx="1772">
                  <c:v>42.153399999999998</c:v>
                </c:pt>
                <c:pt idx="1773">
                  <c:v>42.180399999999999</c:v>
                </c:pt>
                <c:pt idx="1774">
                  <c:v>42.204300000000003</c:v>
                </c:pt>
                <c:pt idx="1775">
                  <c:v>42.224600000000002</c:v>
                </c:pt>
                <c:pt idx="1776">
                  <c:v>42.245699999999999</c:v>
                </c:pt>
                <c:pt idx="1777">
                  <c:v>42.267800000000001</c:v>
                </c:pt>
                <c:pt idx="1778">
                  <c:v>42.2926</c:v>
                </c:pt>
                <c:pt idx="1779">
                  <c:v>42.319800000000001</c:v>
                </c:pt>
                <c:pt idx="1780">
                  <c:v>42.348799999999997</c:v>
                </c:pt>
                <c:pt idx="1781">
                  <c:v>42.369</c:v>
                </c:pt>
                <c:pt idx="1782">
                  <c:v>42.395800000000001</c:v>
                </c:pt>
                <c:pt idx="1783">
                  <c:v>42.417299999999997</c:v>
                </c:pt>
                <c:pt idx="1784">
                  <c:v>42.437399999999997</c:v>
                </c:pt>
                <c:pt idx="1785">
                  <c:v>42.465600000000002</c:v>
                </c:pt>
                <c:pt idx="1786">
                  <c:v>42.485599999999998</c:v>
                </c:pt>
                <c:pt idx="1787">
                  <c:v>42.5075</c:v>
                </c:pt>
                <c:pt idx="1788">
                  <c:v>42.533200000000001</c:v>
                </c:pt>
                <c:pt idx="1789">
                  <c:v>42.561399999999999</c:v>
                </c:pt>
                <c:pt idx="1790">
                  <c:v>42.583500000000001</c:v>
                </c:pt>
                <c:pt idx="1791">
                  <c:v>42.605600000000003</c:v>
                </c:pt>
                <c:pt idx="1792">
                  <c:v>42.627600000000001</c:v>
                </c:pt>
                <c:pt idx="1793">
                  <c:v>42.6477</c:v>
                </c:pt>
                <c:pt idx="1794">
                  <c:v>42.670200000000001</c:v>
                </c:pt>
                <c:pt idx="1795">
                  <c:v>42.6965</c:v>
                </c:pt>
                <c:pt idx="1796">
                  <c:v>42.724499999999999</c:v>
                </c:pt>
                <c:pt idx="1797">
                  <c:v>42.744700000000002</c:v>
                </c:pt>
                <c:pt idx="1798">
                  <c:v>42.7669</c:v>
                </c:pt>
                <c:pt idx="1799">
                  <c:v>42.7943</c:v>
                </c:pt>
                <c:pt idx="1800">
                  <c:v>42.8217</c:v>
                </c:pt>
                <c:pt idx="1801">
                  <c:v>42.846899999999998</c:v>
                </c:pt>
                <c:pt idx="1802">
                  <c:v>42.875100000000003</c:v>
                </c:pt>
                <c:pt idx="1803">
                  <c:v>42.900700000000001</c:v>
                </c:pt>
                <c:pt idx="1804">
                  <c:v>42.923400000000001</c:v>
                </c:pt>
                <c:pt idx="1805">
                  <c:v>42.945399999999999</c:v>
                </c:pt>
                <c:pt idx="1806">
                  <c:v>42.966799999999999</c:v>
                </c:pt>
                <c:pt idx="1807">
                  <c:v>42.990099999999998</c:v>
                </c:pt>
                <c:pt idx="1808">
                  <c:v>43.013100000000001</c:v>
                </c:pt>
                <c:pt idx="1809">
                  <c:v>43.035400000000003</c:v>
                </c:pt>
                <c:pt idx="1810">
                  <c:v>43.055799999999998</c:v>
                </c:pt>
                <c:pt idx="1811">
                  <c:v>43.084699999999998</c:v>
                </c:pt>
                <c:pt idx="1812">
                  <c:v>43.107100000000003</c:v>
                </c:pt>
                <c:pt idx="1813">
                  <c:v>43.131300000000003</c:v>
                </c:pt>
                <c:pt idx="1814">
                  <c:v>43.154499999999999</c:v>
                </c:pt>
                <c:pt idx="1815">
                  <c:v>43.178199999999997</c:v>
                </c:pt>
                <c:pt idx="1816">
                  <c:v>43.201900000000002</c:v>
                </c:pt>
                <c:pt idx="1817">
                  <c:v>43.222200000000001</c:v>
                </c:pt>
                <c:pt idx="1818">
                  <c:v>43.251300000000001</c:v>
                </c:pt>
                <c:pt idx="1819">
                  <c:v>43.278599999999997</c:v>
                </c:pt>
                <c:pt idx="1820">
                  <c:v>43.3033</c:v>
                </c:pt>
                <c:pt idx="1821">
                  <c:v>43.3247</c:v>
                </c:pt>
                <c:pt idx="1822">
                  <c:v>43.349899999999998</c:v>
                </c:pt>
                <c:pt idx="1823">
                  <c:v>43.373899999999999</c:v>
                </c:pt>
                <c:pt idx="1824">
                  <c:v>43.396299999999997</c:v>
                </c:pt>
                <c:pt idx="1825">
                  <c:v>43.422600000000003</c:v>
                </c:pt>
                <c:pt idx="1826">
                  <c:v>43.448999999999998</c:v>
                </c:pt>
                <c:pt idx="1827">
                  <c:v>43.476700000000001</c:v>
                </c:pt>
                <c:pt idx="1828">
                  <c:v>43.498100000000001</c:v>
                </c:pt>
                <c:pt idx="1829">
                  <c:v>43.521799999999999</c:v>
                </c:pt>
                <c:pt idx="1830">
                  <c:v>43.542499999999997</c:v>
                </c:pt>
                <c:pt idx="1831">
                  <c:v>43.564</c:v>
                </c:pt>
                <c:pt idx="1832">
                  <c:v>43.584400000000002</c:v>
                </c:pt>
                <c:pt idx="1833">
                  <c:v>43.606299999999997</c:v>
                </c:pt>
                <c:pt idx="1834">
                  <c:v>43.636899999999997</c:v>
                </c:pt>
                <c:pt idx="1835">
                  <c:v>43.663699999999999</c:v>
                </c:pt>
                <c:pt idx="1836">
                  <c:v>43.685000000000002</c:v>
                </c:pt>
                <c:pt idx="1837">
                  <c:v>43.705500000000001</c:v>
                </c:pt>
                <c:pt idx="1838">
                  <c:v>43.734699999999997</c:v>
                </c:pt>
                <c:pt idx="1839">
                  <c:v>43.762500000000003</c:v>
                </c:pt>
                <c:pt idx="1840">
                  <c:v>43.790799999999997</c:v>
                </c:pt>
                <c:pt idx="1841">
                  <c:v>43.812899999999999</c:v>
                </c:pt>
                <c:pt idx="1842">
                  <c:v>43.845599999999997</c:v>
                </c:pt>
                <c:pt idx="1843">
                  <c:v>43.868200000000002</c:v>
                </c:pt>
                <c:pt idx="1844">
                  <c:v>43.892800000000001</c:v>
                </c:pt>
                <c:pt idx="1845">
                  <c:v>43.922699999999999</c:v>
                </c:pt>
                <c:pt idx="1846">
                  <c:v>43.943600000000004</c:v>
                </c:pt>
                <c:pt idx="1847">
                  <c:v>43.966000000000001</c:v>
                </c:pt>
                <c:pt idx="1848">
                  <c:v>43.987900000000003</c:v>
                </c:pt>
                <c:pt idx="1849">
                  <c:v>44.008800000000001</c:v>
                </c:pt>
                <c:pt idx="1850">
                  <c:v>44.029499999999999</c:v>
                </c:pt>
                <c:pt idx="1851">
                  <c:v>44.055</c:v>
                </c:pt>
                <c:pt idx="1852">
                  <c:v>44.08</c:v>
                </c:pt>
                <c:pt idx="1853">
                  <c:v>44.102600000000002</c:v>
                </c:pt>
                <c:pt idx="1854">
                  <c:v>44.1248</c:v>
                </c:pt>
                <c:pt idx="1855">
                  <c:v>44.150399999999998</c:v>
                </c:pt>
                <c:pt idx="1856">
                  <c:v>44.177700000000002</c:v>
                </c:pt>
                <c:pt idx="1857">
                  <c:v>44.204599999999999</c:v>
                </c:pt>
                <c:pt idx="1858">
                  <c:v>44.234200000000001</c:v>
                </c:pt>
                <c:pt idx="1859">
                  <c:v>44.257800000000003</c:v>
                </c:pt>
                <c:pt idx="1860">
                  <c:v>44.278100000000002</c:v>
                </c:pt>
                <c:pt idx="1861">
                  <c:v>44.298499999999997</c:v>
                </c:pt>
                <c:pt idx="1862">
                  <c:v>44.32</c:v>
                </c:pt>
                <c:pt idx="1863">
                  <c:v>44.347900000000003</c:v>
                </c:pt>
                <c:pt idx="1864">
                  <c:v>44.368299999999998</c:v>
                </c:pt>
                <c:pt idx="1865">
                  <c:v>44.398200000000003</c:v>
                </c:pt>
                <c:pt idx="1866">
                  <c:v>44.4191</c:v>
                </c:pt>
                <c:pt idx="1867">
                  <c:v>44.439900000000002</c:v>
                </c:pt>
                <c:pt idx="1868">
                  <c:v>44.461799999999997</c:v>
                </c:pt>
                <c:pt idx="1869">
                  <c:v>44.482199999999999</c:v>
                </c:pt>
                <c:pt idx="1870">
                  <c:v>44.502899999999997</c:v>
                </c:pt>
                <c:pt idx="1871">
                  <c:v>44.5304</c:v>
                </c:pt>
                <c:pt idx="1872">
                  <c:v>44.551099999999998</c:v>
                </c:pt>
                <c:pt idx="1873">
                  <c:v>44.572899999999997</c:v>
                </c:pt>
                <c:pt idx="1874">
                  <c:v>44.597099999999998</c:v>
                </c:pt>
                <c:pt idx="1875">
                  <c:v>44.624699999999997</c:v>
                </c:pt>
                <c:pt idx="1876">
                  <c:v>44.645499999999998</c:v>
                </c:pt>
                <c:pt idx="1877">
                  <c:v>44.668799999999997</c:v>
                </c:pt>
                <c:pt idx="1878">
                  <c:v>44.696399999999997</c:v>
                </c:pt>
                <c:pt idx="1879">
                  <c:v>44.722299999999997</c:v>
                </c:pt>
                <c:pt idx="1880">
                  <c:v>44.749200000000002</c:v>
                </c:pt>
                <c:pt idx="1881">
                  <c:v>44.778799999999997</c:v>
                </c:pt>
                <c:pt idx="1882">
                  <c:v>44.801299999999998</c:v>
                </c:pt>
                <c:pt idx="1883">
                  <c:v>44.830800000000004</c:v>
                </c:pt>
                <c:pt idx="1884">
                  <c:v>44.852200000000003</c:v>
                </c:pt>
                <c:pt idx="1885">
                  <c:v>44.874299999999998</c:v>
                </c:pt>
                <c:pt idx="1886">
                  <c:v>44.904800000000002</c:v>
                </c:pt>
                <c:pt idx="1887">
                  <c:v>44.933900000000001</c:v>
                </c:pt>
                <c:pt idx="1888">
                  <c:v>44.9542</c:v>
                </c:pt>
                <c:pt idx="1889">
                  <c:v>44.982300000000002</c:v>
                </c:pt>
                <c:pt idx="1890">
                  <c:v>45.012</c:v>
                </c:pt>
                <c:pt idx="1891">
                  <c:v>45.038699999999999</c:v>
                </c:pt>
                <c:pt idx="1892">
                  <c:v>45.066299999999998</c:v>
                </c:pt>
                <c:pt idx="1893">
                  <c:v>45.087499999999999</c:v>
                </c:pt>
                <c:pt idx="1894">
                  <c:v>45.115600000000001</c:v>
                </c:pt>
                <c:pt idx="1895">
                  <c:v>45.140700000000002</c:v>
                </c:pt>
                <c:pt idx="1896">
                  <c:v>45.167200000000001</c:v>
                </c:pt>
                <c:pt idx="1897">
                  <c:v>45.196199999999997</c:v>
                </c:pt>
                <c:pt idx="1898">
                  <c:v>45.2224</c:v>
                </c:pt>
                <c:pt idx="1899">
                  <c:v>45.2502</c:v>
                </c:pt>
                <c:pt idx="1900">
                  <c:v>45.280900000000003</c:v>
                </c:pt>
                <c:pt idx="1901">
                  <c:v>45.306100000000001</c:v>
                </c:pt>
                <c:pt idx="1902">
                  <c:v>45.334499999999998</c:v>
                </c:pt>
                <c:pt idx="1903">
                  <c:v>45.361600000000003</c:v>
                </c:pt>
                <c:pt idx="1904">
                  <c:v>45.383899999999997</c:v>
                </c:pt>
                <c:pt idx="1905">
                  <c:v>45.4101</c:v>
                </c:pt>
                <c:pt idx="1906">
                  <c:v>45.437399999999997</c:v>
                </c:pt>
                <c:pt idx="1907">
                  <c:v>45.457799999999999</c:v>
                </c:pt>
                <c:pt idx="1908">
                  <c:v>45.485100000000003</c:v>
                </c:pt>
                <c:pt idx="1909">
                  <c:v>45.513800000000003</c:v>
                </c:pt>
                <c:pt idx="1910">
                  <c:v>45.540399999999998</c:v>
                </c:pt>
                <c:pt idx="1911">
                  <c:v>45.560600000000001</c:v>
                </c:pt>
                <c:pt idx="1912">
                  <c:v>45.582500000000003</c:v>
                </c:pt>
                <c:pt idx="1913">
                  <c:v>45.602800000000002</c:v>
                </c:pt>
                <c:pt idx="1914">
                  <c:v>45.623600000000003</c:v>
                </c:pt>
                <c:pt idx="1915">
                  <c:v>45.644199999999998</c:v>
                </c:pt>
                <c:pt idx="1916">
                  <c:v>45.668300000000002</c:v>
                </c:pt>
                <c:pt idx="1917">
                  <c:v>45.692999999999998</c:v>
                </c:pt>
                <c:pt idx="1918">
                  <c:v>45.713200000000001</c:v>
                </c:pt>
                <c:pt idx="1919">
                  <c:v>45.738500000000002</c:v>
                </c:pt>
                <c:pt idx="1920">
                  <c:v>45.765700000000002</c:v>
                </c:pt>
                <c:pt idx="1921">
                  <c:v>45.785899999999998</c:v>
                </c:pt>
                <c:pt idx="1922">
                  <c:v>45.811999999999998</c:v>
                </c:pt>
                <c:pt idx="1923">
                  <c:v>45.838700000000003</c:v>
                </c:pt>
                <c:pt idx="1924">
                  <c:v>45.865299999999998</c:v>
                </c:pt>
                <c:pt idx="1925">
                  <c:v>45.885399999999997</c:v>
                </c:pt>
                <c:pt idx="1926">
                  <c:v>45.905700000000003</c:v>
                </c:pt>
                <c:pt idx="1927">
                  <c:v>45.925899999999999</c:v>
                </c:pt>
                <c:pt idx="1928">
                  <c:v>45.947000000000003</c:v>
                </c:pt>
                <c:pt idx="1929">
                  <c:v>45.976199999999999</c:v>
                </c:pt>
                <c:pt idx="1930">
                  <c:v>46.001600000000003</c:v>
                </c:pt>
                <c:pt idx="1931">
                  <c:v>46.027900000000002</c:v>
                </c:pt>
                <c:pt idx="1932">
                  <c:v>46.055999999999997</c:v>
                </c:pt>
                <c:pt idx="1933">
                  <c:v>46.082500000000003</c:v>
                </c:pt>
                <c:pt idx="1934">
                  <c:v>46.108899999999998</c:v>
                </c:pt>
                <c:pt idx="1935">
                  <c:v>46.135100000000001</c:v>
                </c:pt>
                <c:pt idx="1936">
                  <c:v>46.157200000000003</c:v>
                </c:pt>
                <c:pt idx="1937">
                  <c:v>46.183100000000003</c:v>
                </c:pt>
                <c:pt idx="1938">
                  <c:v>46.209099999999999</c:v>
                </c:pt>
                <c:pt idx="1939">
                  <c:v>46.231200000000001</c:v>
                </c:pt>
                <c:pt idx="1940">
                  <c:v>46.256999999999998</c:v>
                </c:pt>
                <c:pt idx="1941">
                  <c:v>46.277900000000002</c:v>
                </c:pt>
                <c:pt idx="1942">
                  <c:v>46.304099999999998</c:v>
                </c:pt>
                <c:pt idx="1943">
                  <c:v>46.330300000000001</c:v>
                </c:pt>
                <c:pt idx="1944">
                  <c:v>46.356900000000003</c:v>
                </c:pt>
                <c:pt idx="1945">
                  <c:v>46.381399999999999</c:v>
                </c:pt>
                <c:pt idx="1946">
                  <c:v>46.402000000000001</c:v>
                </c:pt>
                <c:pt idx="1947">
                  <c:v>46.426400000000001</c:v>
                </c:pt>
                <c:pt idx="1948">
                  <c:v>46.453600000000002</c:v>
                </c:pt>
                <c:pt idx="1949">
                  <c:v>46.475499999999997</c:v>
                </c:pt>
                <c:pt idx="1950">
                  <c:v>46.500599999999999</c:v>
                </c:pt>
                <c:pt idx="1951">
                  <c:v>46.522399999999998</c:v>
                </c:pt>
                <c:pt idx="1952">
                  <c:v>46.547800000000002</c:v>
                </c:pt>
                <c:pt idx="1953">
                  <c:v>46.568399999999997</c:v>
                </c:pt>
                <c:pt idx="1954">
                  <c:v>46.589700000000001</c:v>
                </c:pt>
                <c:pt idx="1955">
                  <c:v>46.6111</c:v>
                </c:pt>
                <c:pt idx="1956">
                  <c:v>46.631700000000002</c:v>
                </c:pt>
                <c:pt idx="1957">
                  <c:v>46.6524</c:v>
                </c:pt>
                <c:pt idx="1958">
                  <c:v>46.677900000000001</c:v>
                </c:pt>
                <c:pt idx="1959">
                  <c:v>46.700200000000002</c:v>
                </c:pt>
                <c:pt idx="1960">
                  <c:v>46.7224</c:v>
                </c:pt>
                <c:pt idx="1961">
                  <c:v>46.743200000000002</c:v>
                </c:pt>
                <c:pt idx="1962">
                  <c:v>46.764499999999998</c:v>
                </c:pt>
                <c:pt idx="1963">
                  <c:v>46.785600000000002</c:v>
                </c:pt>
                <c:pt idx="1964">
                  <c:v>46.806899999999999</c:v>
                </c:pt>
                <c:pt idx="1965">
                  <c:v>46.832599999999999</c:v>
                </c:pt>
                <c:pt idx="1966">
                  <c:v>46.857700000000001</c:v>
                </c:pt>
                <c:pt idx="1967">
                  <c:v>46.880800000000001</c:v>
                </c:pt>
                <c:pt idx="1968">
                  <c:v>46.903100000000002</c:v>
                </c:pt>
                <c:pt idx="1969">
                  <c:v>46.924799999999998</c:v>
                </c:pt>
                <c:pt idx="1970">
                  <c:v>46.948599999999999</c:v>
                </c:pt>
                <c:pt idx="1971">
                  <c:v>46.969299999999997</c:v>
                </c:pt>
                <c:pt idx="1972">
                  <c:v>46.991700000000002</c:v>
                </c:pt>
                <c:pt idx="1973">
                  <c:v>47.014400000000002</c:v>
                </c:pt>
                <c:pt idx="1974">
                  <c:v>47.040999999999997</c:v>
                </c:pt>
                <c:pt idx="1975">
                  <c:v>47.062100000000001</c:v>
                </c:pt>
                <c:pt idx="1976">
                  <c:v>47.083199999999998</c:v>
                </c:pt>
                <c:pt idx="1977">
                  <c:v>47.103200000000001</c:v>
                </c:pt>
                <c:pt idx="1978">
                  <c:v>47.1248</c:v>
                </c:pt>
                <c:pt idx="1979">
                  <c:v>47.146700000000003</c:v>
                </c:pt>
                <c:pt idx="1980">
                  <c:v>47.167299999999997</c:v>
                </c:pt>
                <c:pt idx="1981">
                  <c:v>47.190100000000001</c:v>
                </c:pt>
                <c:pt idx="1982">
                  <c:v>47.2119</c:v>
                </c:pt>
                <c:pt idx="1983">
                  <c:v>47.233400000000003</c:v>
                </c:pt>
                <c:pt idx="1984">
                  <c:v>47.256100000000004</c:v>
                </c:pt>
                <c:pt idx="1985">
                  <c:v>47.2774</c:v>
                </c:pt>
                <c:pt idx="1986">
                  <c:v>47.305799999999998</c:v>
                </c:pt>
                <c:pt idx="1987">
                  <c:v>47.328299999999999</c:v>
                </c:pt>
                <c:pt idx="1988">
                  <c:v>47.3506</c:v>
                </c:pt>
                <c:pt idx="1989">
                  <c:v>47.379600000000003</c:v>
                </c:pt>
                <c:pt idx="1990">
                  <c:v>47.3996</c:v>
                </c:pt>
                <c:pt idx="1991">
                  <c:v>47.420499999999997</c:v>
                </c:pt>
                <c:pt idx="1992">
                  <c:v>47.444800000000001</c:v>
                </c:pt>
                <c:pt idx="1993">
                  <c:v>47.465000000000003</c:v>
                </c:pt>
                <c:pt idx="1994">
                  <c:v>47.495899999999999</c:v>
                </c:pt>
                <c:pt idx="1995">
                  <c:v>47.518900000000002</c:v>
                </c:pt>
                <c:pt idx="1996">
                  <c:v>47.547699999999999</c:v>
                </c:pt>
                <c:pt idx="1997">
                  <c:v>47.568600000000004</c:v>
                </c:pt>
                <c:pt idx="1998">
                  <c:v>47.5914</c:v>
                </c:pt>
                <c:pt idx="1999">
                  <c:v>47.619100000000003</c:v>
                </c:pt>
                <c:pt idx="2000">
                  <c:v>47.646599999999999</c:v>
                </c:pt>
                <c:pt idx="2001">
                  <c:v>47.667299999999997</c:v>
                </c:pt>
                <c:pt idx="2002">
                  <c:v>47.6875</c:v>
                </c:pt>
                <c:pt idx="2003">
                  <c:v>47.710299999999997</c:v>
                </c:pt>
                <c:pt idx="2004">
                  <c:v>47.732500000000002</c:v>
                </c:pt>
                <c:pt idx="2005">
                  <c:v>47.755200000000002</c:v>
                </c:pt>
                <c:pt idx="2006">
                  <c:v>47.776600000000002</c:v>
                </c:pt>
                <c:pt idx="2007">
                  <c:v>47.797800000000002</c:v>
                </c:pt>
                <c:pt idx="2008">
                  <c:v>47.820099999999996</c:v>
                </c:pt>
                <c:pt idx="2009">
                  <c:v>47.847000000000001</c:v>
                </c:pt>
                <c:pt idx="2010">
                  <c:v>47.872999999999998</c:v>
                </c:pt>
                <c:pt idx="2011">
                  <c:v>47.897599999999997</c:v>
                </c:pt>
                <c:pt idx="2012">
                  <c:v>47.927999999999997</c:v>
                </c:pt>
                <c:pt idx="2013">
                  <c:v>47.956699999999998</c:v>
                </c:pt>
                <c:pt idx="2014">
                  <c:v>47.982399999999998</c:v>
                </c:pt>
                <c:pt idx="2015">
                  <c:v>48.004899999999999</c:v>
                </c:pt>
                <c:pt idx="2016">
                  <c:v>48.027200000000001</c:v>
                </c:pt>
                <c:pt idx="2017">
                  <c:v>48.049599999999998</c:v>
                </c:pt>
                <c:pt idx="2018">
                  <c:v>48.069699999999997</c:v>
                </c:pt>
                <c:pt idx="2019">
                  <c:v>48.090600000000002</c:v>
                </c:pt>
                <c:pt idx="2020">
                  <c:v>48.121000000000002</c:v>
                </c:pt>
                <c:pt idx="2021">
                  <c:v>48.143099999999997</c:v>
                </c:pt>
                <c:pt idx="2022">
                  <c:v>48.165700000000001</c:v>
                </c:pt>
                <c:pt idx="2023">
                  <c:v>48.194499999999998</c:v>
                </c:pt>
                <c:pt idx="2024">
                  <c:v>48.2149</c:v>
                </c:pt>
                <c:pt idx="2025">
                  <c:v>48.235700000000001</c:v>
                </c:pt>
                <c:pt idx="2026">
                  <c:v>48.264499999999998</c:v>
                </c:pt>
                <c:pt idx="2027">
                  <c:v>48.286999999999999</c:v>
                </c:pt>
                <c:pt idx="2028">
                  <c:v>48.308300000000003</c:v>
                </c:pt>
                <c:pt idx="2029">
                  <c:v>48.331400000000002</c:v>
                </c:pt>
                <c:pt idx="2030">
                  <c:v>48.352899999999998</c:v>
                </c:pt>
                <c:pt idx="2031">
                  <c:v>48.374600000000001</c:v>
                </c:pt>
                <c:pt idx="2032">
                  <c:v>48.397799999999997</c:v>
                </c:pt>
                <c:pt idx="2033">
                  <c:v>48.4255</c:v>
                </c:pt>
                <c:pt idx="2034">
                  <c:v>48.447400000000002</c:v>
                </c:pt>
                <c:pt idx="2035">
                  <c:v>48.471899999999998</c:v>
                </c:pt>
                <c:pt idx="2036">
                  <c:v>48.493299999999998</c:v>
                </c:pt>
                <c:pt idx="2037">
                  <c:v>48.514600000000002</c:v>
                </c:pt>
                <c:pt idx="2038">
                  <c:v>48.535200000000003</c:v>
                </c:pt>
                <c:pt idx="2039">
                  <c:v>48.5578</c:v>
                </c:pt>
                <c:pt idx="2040">
                  <c:v>48.584800000000001</c:v>
                </c:pt>
                <c:pt idx="2041">
                  <c:v>48.6068</c:v>
                </c:pt>
                <c:pt idx="2042">
                  <c:v>48.630899999999997</c:v>
                </c:pt>
                <c:pt idx="2043">
                  <c:v>48.654400000000003</c:v>
                </c:pt>
                <c:pt idx="2044">
                  <c:v>48.674599999999998</c:v>
                </c:pt>
                <c:pt idx="2045">
                  <c:v>48.695</c:v>
                </c:pt>
                <c:pt idx="2046">
                  <c:v>48.718499999999999</c:v>
                </c:pt>
                <c:pt idx="2047">
                  <c:v>48.740600000000001</c:v>
                </c:pt>
                <c:pt idx="2048">
                  <c:v>48.762500000000003</c:v>
                </c:pt>
                <c:pt idx="2049">
                  <c:v>48.784300000000002</c:v>
                </c:pt>
                <c:pt idx="2050">
                  <c:v>48.805199999999999</c:v>
                </c:pt>
                <c:pt idx="2051">
                  <c:v>48.8264</c:v>
                </c:pt>
                <c:pt idx="2052">
                  <c:v>48.847999999999999</c:v>
                </c:pt>
                <c:pt idx="2053">
                  <c:v>48.875900000000001</c:v>
                </c:pt>
                <c:pt idx="2054">
                  <c:v>48.897399999999998</c:v>
                </c:pt>
                <c:pt idx="2055">
                  <c:v>48.927500000000002</c:v>
                </c:pt>
                <c:pt idx="2056">
                  <c:v>48.952100000000002</c:v>
                </c:pt>
                <c:pt idx="2057">
                  <c:v>48.972700000000003</c:v>
                </c:pt>
                <c:pt idx="2058">
                  <c:v>49.002699999999997</c:v>
                </c:pt>
                <c:pt idx="2059">
                  <c:v>49.031599999999997</c:v>
                </c:pt>
                <c:pt idx="2060">
                  <c:v>49.059699999999999</c:v>
                </c:pt>
                <c:pt idx="2061">
                  <c:v>49.080800000000004</c:v>
                </c:pt>
                <c:pt idx="2062">
                  <c:v>49.101399999999998</c:v>
                </c:pt>
                <c:pt idx="2063">
                  <c:v>49.122700000000002</c:v>
                </c:pt>
                <c:pt idx="2064">
                  <c:v>49.146500000000003</c:v>
                </c:pt>
                <c:pt idx="2065">
                  <c:v>49.175600000000003</c:v>
                </c:pt>
                <c:pt idx="2066">
                  <c:v>49.196899999999999</c:v>
                </c:pt>
                <c:pt idx="2067">
                  <c:v>49.217199999999998</c:v>
                </c:pt>
                <c:pt idx="2068">
                  <c:v>49.2438</c:v>
                </c:pt>
                <c:pt idx="2069">
                  <c:v>49.266199999999998</c:v>
                </c:pt>
                <c:pt idx="2070">
                  <c:v>49.2883</c:v>
                </c:pt>
                <c:pt idx="2071">
                  <c:v>49.308999999999997</c:v>
                </c:pt>
                <c:pt idx="2072">
                  <c:v>49.338299999999997</c:v>
                </c:pt>
                <c:pt idx="2073">
                  <c:v>49.361400000000003</c:v>
                </c:pt>
                <c:pt idx="2074">
                  <c:v>49.392099999999999</c:v>
                </c:pt>
                <c:pt idx="2075">
                  <c:v>49.413400000000003</c:v>
                </c:pt>
                <c:pt idx="2076">
                  <c:v>49.441699999999997</c:v>
                </c:pt>
                <c:pt idx="2077">
                  <c:v>49.462800000000001</c:v>
                </c:pt>
                <c:pt idx="2078">
                  <c:v>49.486600000000003</c:v>
                </c:pt>
                <c:pt idx="2079">
                  <c:v>49.509700000000002</c:v>
                </c:pt>
                <c:pt idx="2080">
                  <c:v>49.531399999999998</c:v>
                </c:pt>
                <c:pt idx="2081">
                  <c:v>49.558500000000002</c:v>
                </c:pt>
                <c:pt idx="2082">
                  <c:v>49.578600000000002</c:v>
                </c:pt>
                <c:pt idx="2083">
                  <c:v>49.599499999999999</c:v>
                </c:pt>
                <c:pt idx="2084">
                  <c:v>49.6233</c:v>
                </c:pt>
                <c:pt idx="2085">
                  <c:v>49.646000000000001</c:v>
                </c:pt>
                <c:pt idx="2086">
                  <c:v>49.669800000000002</c:v>
                </c:pt>
                <c:pt idx="2087">
                  <c:v>49.692399999999999</c:v>
                </c:pt>
                <c:pt idx="2088">
                  <c:v>49.715200000000003</c:v>
                </c:pt>
                <c:pt idx="2089">
                  <c:v>49.737900000000003</c:v>
                </c:pt>
                <c:pt idx="2090">
                  <c:v>49.765599999999999</c:v>
                </c:pt>
                <c:pt idx="2091">
                  <c:v>49.786700000000003</c:v>
                </c:pt>
                <c:pt idx="2092">
                  <c:v>49.810200000000002</c:v>
                </c:pt>
                <c:pt idx="2093">
                  <c:v>49.838900000000002</c:v>
                </c:pt>
                <c:pt idx="2094">
                  <c:v>49.864100000000001</c:v>
                </c:pt>
                <c:pt idx="2095">
                  <c:v>49.89</c:v>
                </c:pt>
                <c:pt idx="2096">
                  <c:v>49.915700000000001</c:v>
                </c:pt>
                <c:pt idx="2097">
                  <c:v>49.940600000000003</c:v>
                </c:pt>
                <c:pt idx="2098">
                  <c:v>49.969499999999996</c:v>
                </c:pt>
                <c:pt idx="2099">
                  <c:v>50.002400000000002</c:v>
                </c:pt>
                <c:pt idx="2100">
                  <c:v>50.038800000000002</c:v>
                </c:pt>
                <c:pt idx="2101">
                  <c:v>50.066800000000001</c:v>
                </c:pt>
                <c:pt idx="2102">
                  <c:v>50.093400000000003</c:v>
                </c:pt>
                <c:pt idx="2103">
                  <c:v>50.120800000000003</c:v>
                </c:pt>
                <c:pt idx="2104">
                  <c:v>50.152000000000001</c:v>
                </c:pt>
                <c:pt idx="2105">
                  <c:v>50.186399999999999</c:v>
                </c:pt>
                <c:pt idx="2106">
                  <c:v>50.214199999999998</c:v>
                </c:pt>
                <c:pt idx="2107">
                  <c:v>50.241799999999998</c:v>
                </c:pt>
                <c:pt idx="2108">
                  <c:v>50.2682</c:v>
                </c:pt>
                <c:pt idx="2109">
                  <c:v>50.296799999999998</c:v>
                </c:pt>
                <c:pt idx="2110">
                  <c:v>50.320700000000002</c:v>
                </c:pt>
                <c:pt idx="2111">
                  <c:v>50.351500000000001</c:v>
                </c:pt>
                <c:pt idx="2112">
                  <c:v>50.376199999999997</c:v>
                </c:pt>
                <c:pt idx="2113">
                  <c:v>50.404499999999999</c:v>
                </c:pt>
                <c:pt idx="2114">
                  <c:v>50.4251</c:v>
                </c:pt>
                <c:pt idx="2115">
                  <c:v>50.446899999999999</c:v>
                </c:pt>
                <c:pt idx="2116">
                  <c:v>50.47</c:v>
                </c:pt>
                <c:pt idx="2117">
                  <c:v>50.493400000000001</c:v>
                </c:pt>
                <c:pt idx="2118">
                  <c:v>50.518900000000002</c:v>
                </c:pt>
                <c:pt idx="2119">
                  <c:v>50.5428</c:v>
                </c:pt>
                <c:pt idx="2120">
                  <c:v>50.565399999999997</c:v>
                </c:pt>
                <c:pt idx="2121">
                  <c:v>50.591900000000003</c:v>
                </c:pt>
                <c:pt idx="2122">
                  <c:v>50.614699999999999</c:v>
                </c:pt>
                <c:pt idx="2123">
                  <c:v>50.636800000000001</c:v>
                </c:pt>
                <c:pt idx="2124">
                  <c:v>50.657800000000002</c:v>
                </c:pt>
                <c:pt idx="2125">
                  <c:v>50.680700000000002</c:v>
                </c:pt>
                <c:pt idx="2126">
                  <c:v>50.701500000000003</c:v>
                </c:pt>
                <c:pt idx="2127">
                  <c:v>50.724699999999999</c:v>
                </c:pt>
                <c:pt idx="2128">
                  <c:v>50.748100000000001</c:v>
                </c:pt>
                <c:pt idx="2129">
                  <c:v>50.770499999999998</c:v>
                </c:pt>
                <c:pt idx="2130">
                  <c:v>50.802</c:v>
                </c:pt>
                <c:pt idx="2131">
                  <c:v>50.828499999999998</c:v>
                </c:pt>
                <c:pt idx="2132">
                  <c:v>50.855400000000003</c:v>
                </c:pt>
                <c:pt idx="2133">
                  <c:v>50.880699999999997</c:v>
                </c:pt>
                <c:pt idx="2134">
                  <c:v>50.908700000000003</c:v>
                </c:pt>
                <c:pt idx="2135">
                  <c:v>50.936500000000002</c:v>
                </c:pt>
                <c:pt idx="2136">
                  <c:v>50.957799999999999</c:v>
                </c:pt>
                <c:pt idx="2137">
                  <c:v>50.9863</c:v>
                </c:pt>
                <c:pt idx="2138">
                  <c:v>51.009399999999999</c:v>
                </c:pt>
                <c:pt idx="2139">
                  <c:v>51.037599999999998</c:v>
                </c:pt>
                <c:pt idx="2140">
                  <c:v>51.068300000000001</c:v>
                </c:pt>
                <c:pt idx="2141">
                  <c:v>51.099400000000003</c:v>
                </c:pt>
                <c:pt idx="2142">
                  <c:v>51.119799999999998</c:v>
                </c:pt>
                <c:pt idx="2143">
                  <c:v>51.142499999999998</c:v>
                </c:pt>
                <c:pt idx="2144">
                  <c:v>51.167900000000003</c:v>
                </c:pt>
                <c:pt idx="2145">
                  <c:v>51.194800000000001</c:v>
                </c:pt>
                <c:pt idx="2146">
                  <c:v>51.2241</c:v>
                </c:pt>
                <c:pt idx="2147">
                  <c:v>51.259500000000003</c:v>
                </c:pt>
                <c:pt idx="2148">
                  <c:v>51.281700000000001</c:v>
                </c:pt>
                <c:pt idx="2149">
                  <c:v>51.314799999999998</c:v>
                </c:pt>
                <c:pt idx="2150">
                  <c:v>51.335000000000001</c:v>
                </c:pt>
                <c:pt idx="2151">
                  <c:v>51.355400000000003</c:v>
                </c:pt>
                <c:pt idx="2152">
                  <c:v>51.378599999999999</c:v>
                </c:pt>
                <c:pt idx="2153">
                  <c:v>51.402500000000003</c:v>
                </c:pt>
                <c:pt idx="2154">
                  <c:v>51.424500000000002</c:v>
                </c:pt>
                <c:pt idx="2155">
                  <c:v>51.447299999999998</c:v>
                </c:pt>
                <c:pt idx="2156">
                  <c:v>51.471299999999999</c:v>
                </c:pt>
                <c:pt idx="2157">
                  <c:v>51.493000000000002</c:v>
                </c:pt>
                <c:pt idx="2158">
                  <c:v>51.515799999999999</c:v>
                </c:pt>
                <c:pt idx="2159">
                  <c:v>51.537399999999998</c:v>
                </c:pt>
                <c:pt idx="2160">
                  <c:v>51.560200000000002</c:v>
                </c:pt>
                <c:pt idx="2161">
                  <c:v>51.5807</c:v>
                </c:pt>
                <c:pt idx="2162">
                  <c:v>51.605400000000003</c:v>
                </c:pt>
                <c:pt idx="2163">
                  <c:v>51.628399999999999</c:v>
                </c:pt>
                <c:pt idx="2164">
                  <c:v>51.652000000000001</c:v>
                </c:pt>
                <c:pt idx="2165">
                  <c:v>51.676699999999997</c:v>
                </c:pt>
                <c:pt idx="2166">
                  <c:v>51.697499999999998</c:v>
                </c:pt>
                <c:pt idx="2167">
                  <c:v>51.720300000000002</c:v>
                </c:pt>
                <c:pt idx="2168">
                  <c:v>51.741900000000001</c:v>
                </c:pt>
                <c:pt idx="2169">
                  <c:v>51.765599999999999</c:v>
                </c:pt>
                <c:pt idx="2170">
                  <c:v>51.789400000000001</c:v>
                </c:pt>
                <c:pt idx="2171">
                  <c:v>51.8108</c:v>
                </c:pt>
                <c:pt idx="2172">
                  <c:v>51.835999999999999</c:v>
                </c:pt>
                <c:pt idx="2173">
                  <c:v>51.8566</c:v>
                </c:pt>
                <c:pt idx="2174">
                  <c:v>51.880200000000002</c:v>
                </c:pt>
                <c:pt idx="2175">
                  <c:v>51.9024</c:v>
                </c:pt>
                <c:pt idx="2176">
                  <c:v>51.923999999999999</c:v>
                </c:pt>
                <c:pt idx="2177">
                  <c:v>51.947699999999998</c:v>
                </c:pt>
                <c:pt idx="2178">
                  <c:v>51.969799999999999</c:v>
                </c:pt>
                <c:pt idx="2179">
                  <c:v>51.991300000000003</c:v>
                </c:pt>
                <c:pt idx="2180">
                  <c:v>52.014600000000002</c:v>
                </c:pt>
                <c:pt idx="2181">
                  <c:v>52.035299999999999</c:v>
                </c:pt>
                <c:pt idx="2182">
                  <c:v>52.059800000000003</c:v>
                </c:pt>
                <c:pt idx="2183">
                  <c:v>52.081099999999999</c:v>
                </c:pt>
                <c:pt idx="2184">
                  <c:v>52.103200000000001</c:v>
                </c:pt>
                <c:pt idx="2185">
                  <c:v>52.127499999999998</c:v>
                </c:pt>
                <c:pt idx="2186">
                  <c:v>52.148899999999998</c:v>
                </c:pt>
                <c:pt idx="2187">
                  <c:v>52.171799999999998</c:v>
                </c:pt>
                <c:pt idx="2188">
                  <c:v>52.193199999999997</c:v>
                </c:pt>
                <c:pt idx="2189">
                  <c:v>52.214399999999998</c:v>
                </c:pt>
                <c:pt idx="2190">
                  <c:v>52.237099999999998</c:v>
                </c:pt>
                <c:pt idx="2191">
                  <c:v>52.258800000000001</c:v>
                </c:pt>
                <c:pt idx="2192">
                  <c:v>52.283099999999997</c:v>
                </c:pt>
                <c:pt idx="2193">
                  <c:v>52.304699999999997</c:v>
                </c:pt>
                <c:pt idx="2194">
                  <c:v>52.324800000000003</c:v>
                </c:pt>
                <c:pt idx="2195">
                  <c:v>52.348100000000002</c:v>
                </c:pt>
                <c:pt idx="2196">
                  <c:v>52.369399999999999</c:v>
                </c:pt>
                <c:pt idx="2197">
                  <c:v>52.391399999999997</c:v>
                </c:pt>
                <c:pt idx="2198">
                  <c:v>52.415399999999998</c:v>
                </c:pt>
                <c:pt idx="2199">
                  <c:v>52.439500000000002</c:v>
                </c:pt>
                <c:pt idx="2200">
                  <c:v>52.462800000000001</c:v>
                </c:pt>
                <c:pt idx="2201">
                  <c:v>52.485500000000002</c:v>
                </c:pt>
                <c:pt idx="2202">
                  <c:v>52.508400000000002</c:v>
                </c:pt>
                <c:pt idx="2203">
                  <c:v>52.538899999999998</c:v>
                </c:pt>
                <c:pt idx="2204">
                  <c:v>52.561100000000003</c:v>
                </c:pt>
                <c:pt idx="2205">
                  <c:v>52.582000000000001</c:v>
                </c:pt>
                <c:pt idx="2206">
                  <c:v>52.604700000000001</c:v>
                </c:pt>
                <c:pt idx="2207">
                  <c:v>52.625100000000003</c:v>
                </c:pt>
                <c:pt idx="2208">
                  <c:v>52.649000000000001</c:v>
                </c:pt>
                <c:pt idx="2209">
                  <c:v>52.672199999999997</c:v>
                </c:pt>
                <c:pt idx="2210">
                  <c:v>52.694299999999998</c:v>
                </c:pt>
                <c:pt idx="2211">
                  <c:v>52.7179</c:v>
                </c:pt>
                <c:pt idx="2212">
                  <c:v>52.742600000000003</c:v>
                </c:pt>
                <c:pt idx="2213">
                  <c:v>52.763800000000003</c:v>
                </c:pt>
                <c:pt idx="2214">
                  <c:v>52.788499999999999</c:v>
                </c:pt>
                <c:pt idx="2215">
                  <c:v>52.8142</c:v>
                </c:pt>
                <c:pt idx="2216">
                  <c:v>52.838200000000001</c:v>
                </c:pt>
                <c:pt idx="2217">
                  <c:v>52.860799999999998</c:v>
                </c:pt>
                <c:pt idx="2218">
                  <c:v>52.882300000000001</c:v>
                </c:pt>
                <c:pt idx="2219">
                  <c:v>52.906799999999997</c:v>
                </c:pt>
                <c:pt idx="2220">
                  <c:v>52.937199999999997</c:v>
                </c:pt>
                <c:pt idx="2221">
                  <c:v>52.959000000000003</c:v>
                </c:pt>
                <c:pt idx="2222">
                  <c:v>52.985999999999997</c:v>
                </c:pt>
                <c:pt idx="2223">
                  <c:v>53.008899999999997</c:v>
                </c:pt>
                <c:pt idx="2224">
                  <c:v>53.033700000000003</c:v>
                </c:pt>
                <c:pt idx="2225">
                  <c:v>53.057299999999998</c:v>
                </c:pt>
                <c:pt idx="2226">
                  <c:v>53.080800000000004</c:v>
                </c:pt>
                <c:pt idx="2227">
                  <c:v>53.102899999999998</c:v>
                </c:pt>
                <c:pt idx="2228">
                  <c:v>53.128700000000002</c:v>
                </c:pt>
                <c:pt idx="2229">
                  <c:v>53.154600000000002</c:v>
                </c:pt>
                <c:pt idx="2230">
                  <c:v>53.175800000000002</c:v>
                </c:pt>
                <c:pt idx="2231">
                  <c:v>53.206699999999998</c:v>
                </c:pt>
                <c:pt idx="2232">
                  <c:v>53.2286</c:v>
                </c:pt>
                <c:pt idx="2233">
                  <c:v>53.257599999999996</c:v>
                </c:pt>
                <c:pt idx="2234">
                  <c:v>53.278100000000002</c:v>
                </c:pt>
                <c:pt idx="2235">
                  <c:v>53.308599999999998</c:v>
                </c:pt>
                <c:pt idx="2236">
                  <c:v>53.333100000000002</c:v>
                </c:pt>
                <c:pt idx="2237">
                  <c:v>53.357199999999999</c:v>
                </c:pt>
                <c:pt idx="2238">
                  <c:v>53.386299999999999</c:v>
                </c:pt>
                <c:pt idx="2239">
                  <c:v>53.413899999999998</c:v>
                </c:pt>
                <c:pt idx="2240">
                  <c:v>53.441499999999998</c:v>
                </c:pt>
                <c:pt idx="2241">
                  <c:v>53.470500000000001</c:v>
                </c:pt>
                <c:pt idx="2242">
                  <c:v>53.503799999999998</c:v>
                </c:pt>
                <c:pt idx="2243">
                  <c:v>53.535899999999998</c:v>
                </c:pt>
                <c:pt idx="2244">
                  <c:v>53.570999999999998</c:v>
                </c:pt>
                <c:pt idx="2245">
                  <c:v>53.602499999999999</c:v>
                </c:pt>
                <c:pt idx="2246">
                  <c:v>53.634799999999998</c:v>
                </c:pt>
                <c:pt idx="2247">
                  <c:v>53.665199999999999</c:v>
                </c:pt>
                <c:pt idx="2248">
                  <c:v>53.699599999999997</c:v>
                </c:pt>
                <c:pt idx="2249">
                  <c:v>53.725000000000001</c:v>
                </c:pt>
                <c:pt idx="2250">
                  <c:v>53.750799999999998</c:v>
                </c:pt>
                <c:pt idx="2251">
                  <c:v>53.775300000000001</c:v>
                </c:pt>
                <c:pt idx="2252">
                  <c:v>53.7986</c:v>
                </c:pt>
                <c:pt idx="2253">
                  <c:v>53.823900000000002</c:v>
                </c:pt>
                <c:pt idx="2254">
                  <c:v>53.850200000000001</c:v>
                </c:pt>
                <c:pt idx="2255">
                  <c:v>53.877699999999997</c:v>
                </c:pt>
                <c:pt idx="2256">
                  <c:v>53.9071</c:v>
                </c:pt>
                <c:pt idx="2257">
                  <c:v>53.933999999999997</c:v>
                </c:pt>
                <c:pt idx="2258">
                  <c:v>53.955100000000002</c:v>
                </c:pt>
                <c:pt idx="2259">
                  <c:v>53.977699999999999</c:v>
                </c:pt>
                <c:pt idx="2260">
                  <c:v>53.998899999999999</c:v>
                </c:pt>
                <c:pt idx="2261">
                  <c:v>54.025300000000001</c:v>
                </c:pt>
                <c:pt idx="2262">
                  <c:v>54.046399999999998</c:v>
                </c:pt>
                <c:pt idx="2263">
                  <c:v>54.066800000000001</c:v>
                </c:pt>
                <c:pt idx="2264">
                  <c:v>54.087299999999999</c:v>
                </c:pt>
                <c:pt idx="2265">
                  <c:v>54.110500000000002</c:v>
                </c:pt>
                <c:pt idx="2266">
                  <c:v>54.136600000000001</c:v>
                </c:pt>
                <c:pt idx="2267">
                  <c:v>54.157200000000003</c:v>
                </c:pt>
                <c:pt idx="2268">
                  <c:v>54.181399999999996</c:v>
                </c:pt>
                <c:pt idx="2269">
                  <c:v>54.212200000000003</c:v>
                </c:pt>
                <c:pt idx="2270">
                  <c:v>54.240200000000002</c:v>
                </c:pt>
                <c:pt idx="2271">
                  <c:v>54.262999999999998</c:v>
                </c:pt>
                <c:pt idx="2272">
                  <c:v>54.285200000000003</c:v>
                </c:pt>
                <c:pt idx="2273">
                  <c:v>54.310299999999998</c:v>
                </c:pt>
                <c:pt idx="2274">
                  <c:v>54.331099999999999</c:v>
                </c:pt>
                <c:pt idx="2275">
                  <c:v>54.351300000000002</c:v>
                </c:pt>
                <c:pt idx="2276">
                  <c:v>54.375700000000002</c:v>
                </c:pt>
                <c:pt idx="2277">
                  <c:v>54.404200000000003</c:v>
                </c:pt>
                <c:pt idx="2278">
                  <c:v>54.427399999999999</c:v>
                </c:pt>
                <c:pt idx="2279">
                  <c:v>54.45</c:v>
                </c:pt>
                <c:pt idx="2280">
                  <c:v>54.478499999999997</c:v>
                </c:pt>
                <c:pt idx="2281">
                  <c:v>54.500799999999998</c:v>
                </c:pt>
                <c:pt idx="2282">
                  <c:v>54.526000000000003</c:v>
                </c:pt>
                <c:pt idx="2283">
                  <c:v>54.547600000000003</c:v>
                </c:pt>
                <c:pt idx="2284">
                  <c:v>54.570700000000002</c:v>
                </c:pt>
                <c:pt idx="2285">
                  <c:v>54.596499999999999</c:v>
                </c:pt>
                <c:pt idx="2286">
                  <c:v>54.617699999999999</c:v>
                </c:pt>
                <c:pt idx="2287">
                  <c:v>54.637900000000002</c:v>
                </c:pt>
                <c:pt idx="2288">
                  <c:v>54.663400000000003</c:v>
                </c:pt>
                <c:pt idx="2289">
                  <c:v>54.688899999999997</c:v>
                </c:pt>
                <c:pt idx="2290">
                  <c:v>54.714799999999997</c:v>
                </c:pt>
                <c:pt idx="2291">
                  <c:v>54.736600000000003</c:v>
                </c:pt>
                <c:pt idx="2292">
                  <c:v>54.768000000000001</c:v>
                </c:pt>
                <c:pt idx="2293">
                  <c:v>54.792999999999999</c:v>
                </c:pt>
                <c:pt idx="2294">
                  <c:v>54.820399999999999</c:v>
                </c:pt>
                <c:pt idx="2295">
                  <c:v>54.8461</c:v>
                </c:pt>
                <c:pt idx="2296">
                  <c:v>54.871899999999997</c:v>
                </c:pt>
                <c:pt idx="2297">
                  <c:v>54.8962</c:v>
                </c:pt>
                <c:pt idx="2298">
                  <c:v>54.923299999999998</c:v>
                </c:pt>
                <c:pt idx="2299">
                  <c:v>54.945999999999998</c:v>
                </c:pt>
                <c:pt idx="2300">
                  <c:v>54.9711</c:v>
                </c:pt>
                <c:pt idx="2301">
                  <c:v>54.9955</c:v>
                </c:pt>
                <c:pt idx="2302">
                  <c:v>55.019500000000001</c:v>
                </c:pt>
                <c:pt idx="2303">
                  <c:v>55.045400000000001</c:v>
                </c:pt>
                <c:pt idx="2304">
                  <c:v>55.078299999999999</c:v>
                </c:pt>
                <c:pt idx="2305">
                  <c:v>55.107799999999997</c:v>
                </c:pt>
                <c:pt idx="2306">
                  <c:v>55.136000000000003</c:v>
                </c:pt>
                <c:pt idx="2307">
                  <c:v>55.165599999999998</c:v>
                </c:pt>
                <c:pt idx="2308">
                  <c:v>55.191000000000003</c:v>
                </c:pt>
                <c:pt idx="2309">
                  <c:v>55.217500000000001</c:v>
                </c:pt>
                <c:pt idx="2310">
                  <c:v>55.243000000000002</c:v>
                </c:pt>
                <c:pt idx="2311">
                  <c:v>55.270400000000002</c:v>
                </c:pt>
                <c:pt idx="2312">
                  <c:v>55.2971</c:v>
                </c:pt>
                <c:pt idx="2313">
                  <c:v>55.323599999999999</c:v>
                </c:pt>
                <c:pt idx="2314">
                  <c:v>55.348100000000002</c:v>
                </c:pt>
                <c:pt idx="2315">
                  <c:v>55.397100000000002</c:v>
                </c:pt>
                <c:pt idx="2316">
                  <c:v>55.418599999999998</c:v>
                </c:pt>
                <c:pt idx="2317">
                  <c:v>55.442500000000003</c:v>
                </c:pt>
                <c:pt idx="2318">
                  <c:v>55.465299999999999</c:v>
                </c:pt>
                <c:pt idx="2319">
                  <c:v>55.487299999999998</c:v>
                </c:pt>
                <c:pt idx="2320">
                  <c:v>55.514600000000002</c:v>
                </c:pt>
                <c:pt idx="2321">
                  <c:v>55.541899999999998</c:v>
                </c:pt>
                <c:pt idx="2322">
                  <c:v>55.563099999999999</c:v>
                </c:pt>
                <c:pt idx="2323">
                  <c:v>55.583599999999997</c:v>
                </c:pt>
                <c:pt idx="2324">
                  <c:v>55.611699999999999</c:v>
                </c:pt>
                <c:pt idx="2325">
                  <c:v>55.635599999999997</c:v>
                </c:pt>
                <c:pt idx="2326">
                  <c:v>55.657800000000002</c:v>
                </c:pt>
                <c:pt idx="2327">
                  <c:v>55.685699999999997</c:v>
                </c:pt>
                <c:pt idx="2328">
                  <c:v>55.707500000000003</c:v>
                </c:pt>
                <c:pt idx="2329">
                  <c:v>55.7316</c:v>
                </c:pt>
                <c:pt idx="2330">
                  <c:v>55.753599999999999</c:v>
                </c:pt>
                <c:pt idx="2331">
                  <c:v>55.775799999999997</c:v>
                </c:pt>
                <c:pt idx="2332">
                  <c:v>55.803899999999999</c:v>
                </c:pt>
                <c:pt idx="2333">
                  <c:v>55.825400000000002</c:v>
                </c:pt>
                <c:pt idx="2334">
                  <c:v>55.845999999999997</c:v>
                </c:pt>
                <c:pt idx="2335">
                  <c:v>55.867100000000001</c:v>
                </c:pt>
                <c:pt idx="2336">
                  <c:v>55.893799999999999</c:v>
                </c:pt>
                <c:pt idx="2337">
                  <c:v>55.920999999999999</c:v>
                </c:pt>
                <c:pt idx="2338">
                  <c:v>55.942999999999998</c:v>
                </c:pt>
                <c:pt idx="2339">
                  <c:v>55.975999999999999</c:v>
                </c:pt>
                <c:pt idx="2340">
                  <c:v>56.003799999999998</c:v>
                </c:pt>
                <c:pt idx="2341">
                  <c:v>56.0244</c:v>
                </c:pt>
                <c:pt idx="2342">
                  <c:v>56.044699999999999</c:v>
                </c:pt>
                <c:pt idx="2343">
                  <c:v>56.066699999999997</c:v>
                </c:pt>
                <c:pt idx="2344">
                  <c:v>56.091799999999999</c:v>
                </c:pt>
                <c:pt idx="2345">
                  <c:v>56.113399999999999</c:v>
                </c:pt>
                <c:pt idx="2346">
                  <c:v>56.137300000000003</c:v>
                </c:pt>
                <c:pt idx="2347">
                  <c:v>56.164999999999999</c:v>
                </c:pt>
                <c:pt idx="2348">
                  <c:v>56.185499999999998</c:v>
                </c:pt>
                <c:pt idx="2349">
                  <c:v>56.2059</c:v>
                </c:pt>
                <c:pt idx="2350">
                  <c:v>56.233199999999997</c:v>
                </c:pt>
                <c:pt idx="2351">
                  <c:v>56.2532</c:v>
                </c:pt>
                <c:pt idx="2352">
                  <c:v>56.280900000000003</c:v>
                </c:pt>
                <c:pt idx="2353">
                  <c:v>56.304600000000001</c:v>
                </c:pt>
                <c:pt idx="2354">
                  <c:v>56.331899999999997</c:v>
                </c:pt>
                <c:pt idx="2355">
                  <c:v>56.356200000000001</c:v>
                </c:pt>
                <c:pt idx="2356">
                  <c:v>56.383499999999998</c:v>
                </c:pt>
                <c:pt idx="2357">
                  <c:v>56.406799999999997</c:v>
                </c:pt>
                <c:pt idx="2358">
                  <c:v>56.434800000000003</c:v>
                </c:pt>
                <c:pt idx="2359">
                  <c:v>56.462000000000003</c:v>
                </c:pt>
                <c:pt idx="2360">
                  <c:v>56.490699999999997</c:v>
                </c:pt>
                <c:pt idx="2361">
                  <c:v>56.511400000000002</c:v>
                </c:pt>
                <c:pt idx="2362">
                  <c:v>56.5364</c:v>
                </c:pt>
                <c:pt idx="2363">
                  <c:v>56.5595</c:v>
                </c:pt>
                <c:pt idx="2364">
                  <c:v>56.580100000000002</c:v>
                </c:pt>
                <c:pt idx="2365">
                  <c:v>56.603099999999998</c:v>
                </c:pt>
                <c:pt idx="2366">
                  <c:v>56.630899999999997</c:v>
                </c:pt>
                <c:pt idx="2367">
                  <c:v>56.651299999999999</c:v>
                </c:pt>
                <c:pt idx="2368">
                  <c:v>56.678199999999997</c:v>
                </c:pt>
                <c:pt idx="2369">
                  <c:v>56.704099999999997</c:v>
                </c:pt>
                <c:pt idx="2370">
                  <c:v>56.7254</c:v>
                </c:pt>
                <c:pt idx="2371">
                  <c:v>56.7455</c:v>
                </c:pt>
                <c:pt idx="2372">
                  <c:v>56.768799999999999</c:v>
                </c:pt>
                <c:pt idx="2373">
                  <c:v>56.7898</c:v>
                </c:pt>
                <c:pt idx="2374">
                  <c:v>56.816099999999999</c:v>
                </c:pt>
                <c:pt idx="2375">
                  <c:v>56.840899999999998</c:v>
                </c:pt>
                <c:pt idx="2376">
                  <c:v>56.8643</c:v>
                </c:pt>
                <c:pt idx="2377">
                  <c:v>56.892000000000003</c:v>
                </c:pt>
                <c:pt idx="2378">
                  <c:v>56.916200000000003</c:v>
                </c:pt>
                <c:pt idx="2379">
                  <c:v>56.942700000000002</c:v>
                </c:pt>
                <c:pt idx="2380">
                  <c:v>56.969000000000001</c:v>
                </c:pt>
                <c:pt idx="2381">
                  <c:v>56.989400000000003</c:v>
                </c:pt>
                <c:pt idx="2382">
                  <c:v>57.009599999999999</c:v>
                </c:pt>
                <c:pt idx="2383">
                  <c:v>57.031199999999998</c:v>
                </c:pt>
                <c:pt idx="2384">
                  <c:v>57.052399999999999</c:v>
                </c:pt>
                <c:pt idx="2385">
                  <c:v>57.073300000000003</c:v>
                </c:pt>
                <c:pt idx="2386">
                  <c:v>57.093699999999998</c:v>
                </c:pt>
                <c:pt idx="2387">
                  <c:v>57.118400000000001</c:v>
                </c:pt>
                <c:pt idx="2388">
                  <c:v>57.1417</c:v>
                </c:pt>
                <c:pt idx="2389">
                  <c:v>57.17</c:v>
                </c:pt>
                <c:pt idx="2390">
                  <c:v>57.190199999999997</c:v>
                </c:pt>
                <c:pt idx="2391">
                  <c:v>57.213900000000002</c:v>
                </c:pt>
                <c:pt idx="2392">
                  <c:v>57.236699999999999</c:v>
                </c:pt>
                <c:pt idx="2393">
                  <c:v>57.259300000000003</c:v>
                </c:pt>
                <c:pt idx="2394">
                  <c:v>57.282600000000002</c:v>
                </c:pt>
                <c:pt idx="2395">
                  <c:v>57.305100000000003</c:v>
                </c:pt>
                <c:pt idx="2396">
                  <c:v>57.328099999999999</c:v>
                </c:pt>
                <c:pt idx="2397">
                  <c:v>57.356000000000002</c:v>
                </c:pt>
                <c:pt idx="2398">
                  <c:v>57.376199999999997</c:v>
                </c:pt>
                <c:pt idx="2399">
                  <c:v>57.397500000000001</c:v>
                </c:pt>
                <c:pt idx="2400">
                  <c:v>57.421199999999999</c:v>
                </c:pt>
                <c:pt idx="2401">
                  <c:v>57.446100000000001</c:v>
                </c:pt>
                <c:pt idx="2402">
                  <c:v>57.472099999999998</c:v>
                </c:pt>
                <c:pt idx="2403">
                  <c:v>57.496499999999997</c:v>
                </c:pt>
                <c:pt idx="2404">
                  <c:v>57.521799999999999</c:v>
                </c:pt>
                <c:pt idx="2405">
                  <c:v>57.545699999999997</c:v>
                </c:pt>
                <c:pt idx="2406">
                  <c:v>57.572899999999997</c:v>
                </c:pt>
                <c:pt idx="2407">
                  <c:v>57.595300000000002</c:v>
                </c:pt>
                <c:pt idx="2408">
                  <c:v>57.622100000000003</c:v>
                </c:pt>
                <c:pt idx="2409">
                  <c:v>57.6511</c:v>
                </c:pt>
                <c:pt idx="2410">
                  <c:v>57.677</c:v>
                </c:pt>
                <c:pt idx="2411">
                  <c:v>57.701999999999998</c:v>
                </c:pt>
                <c:pt idx="2412">
                  <c:v>57.728000000000002</c:v>
                </c:pt>
                <c:pt idx="2413">
                  <c:v>57.754300000000001</c:v>
                </c:pt>
                <c:pt idx="2414">
                  <c:v>57.7789</c:v>
                </c:pt>
                <c:pt idx="2415">
                  <c:v>57.800699999999999</c:v>
                </c:pt>
                <c:pt idx="2416">
                  <c:v>57.8249</c:v>
                </c:pt>
                <c:pt idx="2417">
                  <c:v>57.853499999999997</c:v>
                </c:pt>
                <c:pt idx="2418">
                  <c:v>57.873699999999999</c:v>
                </c:pt>
                <c:pt idx="2419">
                  <c:v>57.898200000000003</c:v>
                </c:pt>
                <c:pt idx="2420">
                  <c:v>57.9236</c:v>
                </c:pt>
                <c:pt idx="2421">
                  <c:v>57.951999999999998</c:v>
                </c:pt>
                <c:pt idx="2422">
                  <c:v>57.9771</c:v>
                </c:pt>
                <c:pt idx="2423">
                  <c:v>57.997799999999998</c:v>
                </c:pt>
                <c:pt idx="2424">
                  <c:v>58.023299999999999</c:v>
                </c:pt>
                <c:pt idx="2425">
                  <c:v>58.045299999999997</c:v>
                </c:pt>
                <c:pt idx="2426">
                  <c:v>58.075600000000001</c:v>
                </c:pt>
                <c:pt idx="2427">
                  <c:v>58.102600000000002</c:v>
                </c:pt>
                <c:pt idx="2428">
                  <c:v>58.123600000000003</c:v>
                </c:pt>
                <c:pt idx="2429">
                  <c:v>58.144799999999996</c:v>
                </c:pt>
                <c:pt idx="2430">
                  <c:v>58.165100000000002</c:v>
                </c:pt>
                <c:pt idx="2431">
                  <c:v>58.191899999999997</c:v>
                </c:pt>
                <c:pt idx="2432">
                  <c:v>58.220100000000002</c:v>
                </c:pt>
                <c:pt idx="2433">
                  <c:v>58.242199999999997</c:v>
                </c:pt>
                <c:pt idx="2434">
                  <c:v>58.268300000000004</c:v>
                </c:pt>
                <c:pt idx="2435">
                  <c:v>58.292499999999997</c:v>
                </c:pt>
                <c:pt idx="2436">
                  <c:v>58.319299999999998</c:v>
                </c:pt>
                <c:pt idx="2437">
                  <c:v>58.347000000000001</c:v>
                </c:pt>
                <c:pt idx="2438">
                  <c:v>58.375399999999999</c:v>
                </c:pt>
                <c:pt idx="2439">
                  <c:v>58.405900000000003</c:v>
                </c:pt>
                <c:pt idx="2440">
                  <c:v>58.430799999999998</c:v>
                </c:pt>
                <c:pt idx="2441">
                  <c:v>58.457700000000003</c:v>
                </c:pt>
                <c:pt idx="2442">
                  <c:v>58.484400000000001</c:v>
                </c:pt>
                <c:pt idx="2443">
                  <c:v>58.508800000000001</c:v>
                </c:pt>
                <c:pt idx="2444">
                  <c:v>58.530500000000004</c:v>
                </c:pt>
                <c:pt idx="2445">
                  <c:v>58.550800000000002</c:v>
                </c:pt>
                <c:pt idx="2446">
                  <c:v>58.576599999999999</c:v>
                </c:pt>
                <c:pt idx="2447">
                  <c:v>58.608499999999999</c:v>
                </c:pt>
                <c:pt idx="2448">
                  <c:v>58.629800000000003</c:v>
                </c:pt>
                <c:pt idx="2449">
                  <c:v>58.652299999999997</c:v>
                </c:pt>
                <c:pt idx="2450">
                  <c:v>58.675600000000003</c:v>
                </c:pt>
                <c:pt idx="2451">
                  <c:v>58.698300000000003</c:v>
                </c:pt>
                <c:pt idx="2452">
                  <c:v>58.72</c:v>
                </c:pt>
                <c:pt idx="2453">
                  <c:v>58.741399999999999</c:v>
                </c:pt>
                <c:pt idx="2454">
                  <c:v>58.768999999999998</c:v>
                </c:pt>
                <c:pt idx="2455">
                  <c:v>58.795000000000002</c:v>
                </c:pt>
                <c:pt idx="2456">
                  <c:v>58.815100000000001</c:v>
                </c:pt>
                <c:pt idx="2457">
                  <c:v>58.844099999999997</c:v>
                </c:pt>
                <c:pt idx="2458">
                  <c:v>58.8705</c:v>
                </c:pt>
                <c:pt idx="2459">
                  <c:v>58.895699999999998</c:v>
                </c:pt>
                <c:pt idx="2460">
                  <c:v>58.922600000000003</c:v>
                </c:pt>
                <c:pt idx="2461">
                  <c:v>58.948</c:v>
                </c:pt>
                <c:pt idx="2462">
                  <c:v>58.972799999999999</c:v>
                </c:pt>
                <c:pt idx="2463">
                  <c:v>59.005200000000002</c:v>
                </c:pt>
                <c:pt idx="2464">
                  <c:v>59.031799999999997</c:v>
                </c:pt>
                <c:pt idx="2465">
                  <c:v>59.060200000000002</c:v>
                </c:pt>
                <c:pt idx="2466">
                  <c:v>59.0899</c:v>
                </c:pt>
                <c:pt idx="2467">
                  <c:v>59.110999999999997</c:v>
                </c:pt>
                <c:pt idx="2468">
                  <c:v>59.140500000000003</c:v>
                </c:pt>
                <c:pt idx="2469">
                  <c:v>59.161999999999999</c:v>
                </c:pt>
                <c:pt idx="2470">
                  <c:v>59.192399999999999</c:v>
                </c:pt>
                <c:pt idx="2471">
                  <c:v>59.222000000000001</c:v>
                </c:pt>
                <c:pt idx="2472">
                  <c:v>59.250300000000003</c:v>
                </c:pt>
                <c:pt idx="2473">
                  <c:v>59.2712</c:v>
                </c:pt>
                <c:pt idx="2474">
                  <c:v>59.297499999999999</c:v>
                </c:pt>
                <c:pt idx="2475">
                  <c:v>59.322800000000001</c:v>
                </c:pt>
                <c:pt idx="2476">
                  <c:v>59.344200000000001</c:v>
                </c:pt>
                <c:pt idx="2477">
                  <c:v>59.365600000000001</c:v>
                </c:pt>
                <c:pt idx="2478">
                  <c:v>59.3887</c:v>
                </c:pt>
                <c:pt idx="2479">
                  <c:v>59.418599999999998</c:v>
                </c:pt>
                <c:pt idx="2480">
                  <c:v>59.4495</c:v>
                </c:pt>
                <c:pt idx="2481">
                  <c:v>59.470300000000002</c:v>
                </c:pt>
                <c:pt idx="2482">
                  <c:v>59.492699999999999</c:v>
                </c:pt>
                <c:pt idx="2483">
                  <c:v>59.514099999999999</c:v>
                </c:pt>
                <c:pt idx="2484">
                  <c:v>59.542299999999997</c:v>
                </c:pt>
                <c:pt idx="2485">
                  <c:v>59.573099999999997</c:v>
                </c:pt>
                <c:pt idx="2486">
                  <c:v>59.593800000000002</c:v>
                </c:pt>
                <c:pt idx="2487">
                  <c:v>59.621200000000002</c:v>
                </c:pt>
                <c:pt idx="2488">
                  <c:v>59.641199999999998</c:v>
                </c:pt>
                <c:pt idx="2489">
                  <c:v>59.6629</c:v>
                </c:pt>
                <c:pt idx="2490">
                  <c:v>59.689599999999999</c:v>
                </c:pt>
                <c:pt idx="2491">
                  <c:v>59.711100000000002</c:v>
                </c:pt>
                <c:pt idx="2492">
                  <c:v>59.736699999999999</c:v>
                </c:pt>
                <c:pt idx="2493">
                  <c:v>59.757399999999997</c:v>
                </c:pt>
                <c:pt idx="2494">
                  <c:v>59.7849</c:v>
                </c:pt>
                <c:pt idx="2495">
                  <c:v>59.807499999999997</c:v>
                </c:pt>
                <c:pt idx="2496">
                  <c:v>59.834499999999998</c:v>
                </c:pt>
                <c:pt idx="2497">
                  <c:v>59.860500000000002</c:v>
                </c:pt>
                <c:pt idx="2498">
                  <c:v>59.881599999999999</c:v>
                </c:pt>
                <c:pt idx="2499">
                  <c:v>59.909500000000001</c:v>
                </c:pt>
                <c:pt idx="2500">
                  <c:v>59.930100000000003</c:v>
                </c:pt>
                <c:pt idx="2501">
                  <c:v>59.953000000000003</c:v>
                </c:pt>
                <c:pt idx="2502">
                  <c:v>59.973799999999997</c:v>
                </c:pt>
                <c:pt idx="2503">
                  <c:v>60.005400000000002</c:v>
                </c:pt>
                <c:pt idx="2504">
                  <c:v>60.0289</c:v>
                </c:pt>
                <c:pt idx="2505">
                  <c:v>60.052500000000002</c:v>
                </c:pt>
                <c:pt idx="2506">
                  <c:v>60.073900000000002</c:v>
                </c:pt>
                <c:pt idx="2507">
                  <c:v>60.095599999999997</c:v>
                </c:pt>
                <c:pt idx="2508">
                  <c:v>60.121499999999997</c:v>
                </c:pt>
                <c:pt idx="2509">
                  <c:v>60.143000000000001</c:v>
                </c:pt>
                <c:pt idx="2510">
                  <c:v>60.164900000000003</c:v>
                </c:pt>
                <c:pt idx="2511">
                  <c:v>60.184899999999999</c:v>
                </c:pt>
                <c:pt idx="2512">
                  <c:v>60.215499999999999</c:v>
                </c:pt>
                <c:pt idx="2513">
                  <c:v>60.246200000000002</c:v>
                </c:pt>
                <c:pt idx="2514">
                  <c:v>60.2759</c:v>
                </c:pt>
                <c:pt idx="2515">
                  <c:v>60.302100000000003</c:v>
                </c:pt>
                <c:pt idx="2516">
                  <c:v>60.322600000000001</c:v>
                </c:pt>
                <c:pt idx="2517">
                  <c:v>60.345199999999998</c:v>
                </c:pt>
                <c:pt idx="2518">
                  <c:v>60.367899999999999</c:v>
                </c:pt>
                <c:pt idx="2519">
                  <c:v>60.393599999999999</c:v>
                </c:pt>
                <c:pt idx="2520">
                  <c:v>60.425199999999997</c:v>
                </c:pt>
                <c:pt idx="2521">
                  <c:v>60.449100000000001</c:v>
                </c:pt>
                <c:pt idx="2522">
                  <c:v>60.47</c:v>
                </c:pt>
                <c:pt idx="2523">
                  <c:v>60.4908</c:v>
                </c:pt>
                <c:pt idx="2524">
                  <c:v>60.513599999999997</c:v>
                </c:pt>
                <c:pt idx="2525">
                  <c:v>60.535499999999999</c:v>
                </c:pt>
                <c:pt idx="2526">
                  <c:v>60.561900000000001</c:v>
                </c:pt>
                <c:pt idx="2527">
                  <c:v>60.585299999999997</c:v>
                </c:pt>
                <c:pt idx="2528">
                  <c:v>60.611600000000003</c:v>
                </c:pt>
                <c:pt idx="2529">
                  <c:v>60.634</c:v>
                </c:pt>
                <c:pt idx="2530">
                  <c:v>60.656799999999997</c:v>
                </c:pt>
                <c:pt idx="2531">
                  <c:v>60.684100000000001</c:v>
                </c:pt>
                <c:pt idx="2532">
                  <c:v>60.713700000000003</c:v>
                </c:pt>
                <c:pt idx="2533">
                  <c:v>60.740600000000001</c:v>
                </c:pt>
                <c:pt idx="2534">
                  <c:v>60.7669</c:v>
                </c:pt>
                <c:pt idx="2535">
                  <c:v>60.791499999999999</c:v>
                </c:pt>
                <c:pt idx="2536">
                  <c:v>60.814599999999999</c:v>
                </c:pt>
                <c:pt idx="2537">
                  <c:v>60.8352</c:v>
                </c:pt>
                <c:pt idx="2538">
                  <c:v>60.857900000000001</c:v>
                </c:pt>
                <c:pt idx="2539">
                  <c:v>60.886600000000001</c:v>
                </c:pt>
                <c:pt idx="2540">
                  <c:v>60.917499999999997</c:v>
                </c:pt>
                <c:pt idx="2541">
                  <c:v>60.937800000000003</c:v>
                </c:pt>
                <c:pt idx="2542">
                  <c:v>60.965400000000002</c:v>
                </c:pt>
                <c:pt idx="2543">
                  <c:v>60.991500000000002</c:v>
                </c:pt>
                <c:pt idx="2544">
                  <c:v>61.019500000000001</c:v>
                </c:pt>
                <c:pt idx="2545">
                  <c:v>61.044400000000003</c:v>
                </c:pt>
                <c:pt idx="2546">
                  <c:v>61.074100000000001</c:v>
                </c:pt>
                <c:pt idx="2547">
                  <c:v>61.098300000000002</c:v>
                </c:pt>
                <c:pt idx="2548">
                  <c:v>61.124600000000001</c:v>
                </c:pt>
                <c:pt idx="2549">
                  <c:v>61.1496</c:v>
                </c:pt>
              </c:numCache>
            </c:numRef>
          </c:xVal>
          <c:yVal>
            <c:numRef>
              <c:f>Sheet1!$E$2:$E$2551</c:f>
              <c:numCache>
                <c:formatCode>General</c:formatCode>
                <c:ptCount val="2550"/>
                <c:pt idx="0">
                  <c:v>1.3944000000000001</c:v>
                </c:pt>
                <c:pt idx="1">
                  <c:v>1.3944000000000001</c:v>
                </c:pt>
                <c:pt idx="2">
                  <c:v>1.3944000000000001</c:v>
                </c:pt>
                <c:pt idx="3">
                  <c:v>1.3944000000000001</c:v>
                </c:pt>
                <c:pt idx="4">
                  <c:v>1.3944000000000001</c:v>
                </c:pt>
                <c:pt idx="5">
                  <c:v>1.3944000000000001</c:v>
                </c:pt>
                <c:pt idx="6">
                  <c:v>1.3944000000000001</c:v>
                </c:pt>
                <c:pt idx="7">
                  <c:v>1.3944000000000001</c:v>
                </c:pt>
                <c:pt idx="8">
                  <c:v>1.3944000000000001</c:v>
                </c:pt>
                <c:pt idx="9">
                  <c:v>1.3944000000000001</c:v>
                </c:pt>
                <c:pt idx="10">
                  <c:v>1.3944000000000001</c:v>
                </c:pt>
                <c:pt idx="11">
                  <c:v>1.3944000000000001</c:v>
                </c:pt>
                <c:pt idx="12">
                  <c:v>1.3944000000000001</c:v>
                </c:pt>
                <c:pt idx="13">
                  <c:v>1.3944000000000001</c:v>
                </c:pt>
                <c:pt idx="14">
                  <c:v>1.3944000000000001</c:v>
                </c:pt>
                <c:pt idx="15">
                  <c:v>1.3944000000000001</c:v>
                </c:pt>
                <c:pt idx="16">
                  <c:v>1.3944000000000001</c:v>
                </c:pt>
                <c:pt idx="17">
                  <c:v>1.3944000000000001</c:v>
                </c:pt>
                <c:pt idx="18">
                  <c:v>1.3944000000000001</c:v>
                </c:pt>
                <c:pt idx="19">
                  <c:v>1.3944000000000001</c:v>
                </c:pt>
                <c:pt idx="20">
                  <c:v>1.3944000000000001</c:v>
                </c:pt>
                <c:pt idx="21">
                  <c:v>1.3944000000000001</c:v>
                </c:pt>
                <c:pt idx="22">
                  <c:v>1.3944000000000001</c:v>
                </c:pt>
                <c:pt idx="23">
                  <c:v>1.3944000000000001</c:v>
                </c:pt>
                <c:pt idx="24">
                  <c:v>1.3944000000000001</c:v>
                </c:pt>
                <c:pt idx="25">
                  <c:v>1.3944000000000001</c:v>
                </c:pt>
                <c:pt idx="26">
                  <c:v>1.3944000000000001</c:v>
                </c:pt>
                <c:pt idx="27">
                  <c:v>1.3944000000000001</c:v>
                </c:pt>
                <c:pt idx="28">
                  <c:v>1.3944000000000001</c:v>
                </c:pt>
                <c:pt idx="29">
                  <c:v>1.3944000000000001</c:v>
                </c:pt>
                <c:pt idx="30">
                  <c:v>1.3944000000000001</c:v>
                </c:pt>
                <c:pt idx="31">
                  <c:v>1.3944000000000001</c:v>
                </c:pt>
                <c:pt idx="32">
                  <c:v>1.3944000000000001</c:v>
                </c:pt>
                <c:pt idx="33">
                  <c:v>1.3944000000000001</c:v>
                </c:pt>
                <c:pt idx="34">
                  <c:v>1.3944000000000001</c:v>
                </c:pt>
                <c:pt idx="35">
                  <c:v>1.3944000000000001</c:v>
                </c:pt>
                <c:pt idx="36">
                  <c:v>1.3944000000000001</c:v>
                </c:pt>
                <c:pt idx="37">
                  <c:v>1.3944000000000001</c:v>
                </c:pt>
                <c:pt idx="38">
                  <c:v>1.3944000000000001</c:v>
                </c:pt>
                <c:pt idx="39">
                  <c:v>1.3944000000000001</c:v>
                </c:pt>
                <c:pt idx="40">
                  <c:v>1.3944000000000001</c:v>
                </c:pt>
                <c:pt idx="41">
                  <c:v>1.3944000000000001</c:v>
                </c:pt>
                <c:pt idx="42">
                  <c:v>1.3944000000000001</c:v>
                </c:pt>
                <c:pt idx="43">
                  <c:v>1.3944000000000001</c:v>
                </c:pt>
                <c:pt idx="44">
                  <c:v>2.1</c:v>
                </c:pt>
                <c:pt idx="45">
                  <c:v>2.1</c:v>
                </c:pt>
                <c:pt idx="46">
                  <c:v>2.1</c:v>
                </c:pt>
                <c:pt idx="47">
                  <c:v>2.1</c:v>
                </c:pt>
                <c:pt idx="48">
                  <c:v>2.1</c:v>
                </c:pt>
                <c:pt idx="49">
                  <c:v>2.1</c:v>
                </c:pt>
                <c:pt idx="50">
                  <c:v>2.1</c:v>
                </c:pt>
                <c:pt idx="51">
                  <c:v>2.1</c:v>
                </c:pt>
                <c:pt idx="52">
                  <c:v>2.1</c:v>
                </c:pt>
                <c:pt idx="53">
                  <c:v>2.1</c:v>
                </c:pt>
                <c:pt idx="54">
                  <c:v>2.1</c:v>
                </c:pt>
                <c:pt idx="55">
                  <c:v>2.1</c:v>
                </c:pt>
                <c:pt idx="56">
                  <c:v>2.1</c:v>
                </c:pt>
                <c:pt idx="57">
                  <c:v>2.1</c:v>
                </c:pt>
                <c:pt idx="58">
                  <c:v>2.1</c:v>
                </c:pt>
                <c:pt idx="59">
                  <c:v>2.1</c:v>
                </c:pt>
                <c:pt idx="60">
                  <c:v>2.1</c:v>
                </c:pt>
                <c:pt idx="61">
                  <c:v>2.1</c:v>
                </c:pt>
                <c:pt idx="62">
                  <c:v>2.1</c:v>
                </c:pt>
                <c:pt idx="63">
                  <c:v>2.1</c:v>
                </c:pt>
                <c:pt idx="64">
                  <c:v>2.1</c:v>
                </c:pt>
                <c:pt idx="65">
                  <c:v>2.1</c:v>
                </c:pt>
                <c:pt idx="66">
                  <c:v>2.1</c:v>
                </c:pt>
                <c:pt idx="67">
                  <c:v>2.1</c:v>
                </c:pt>
                <c:pt idx="68">
                  <c:v>2.1</c:v>
                </c:pt>
                <c:pt idx="69">
                  <c:v>2.1</c:v>
                </c:pt>
                <c:pt idx="70">
                  <c:v>2.1</c:v>
                </c:pt>
                <c:pt idx="71">
                  <c:v>2.1</c:v>
                </c:pt>
                <c:pt idx="72">
                  <c:v>2.1</c:v>
                </c:pt>
                <c:pt idx="73">
                  <c:v>2.1</c:v>
                </c:pt>
                <c:pt idx="74">
                  <c:v>2.1</c:v>
                </c:pt>
                <c:pt idx="75">
                  <c:v>2.1</c:v>
                </c:pt>
                <c:pt idx="76">
                  <c:v>2.1</c:v>
                </c:pt>
                <c:pt idx="77">
                  <c:v>2.1</c:v>
                </c:pt>
                <c:pt idx="78">
                  <c:v>2.1</c:v>
                </c:pt>
                <c:pt idx="79">
                  <c:v>2.1</c:v>
                </c:pt>
                <c:pt idx="80">
                  <c:v>2.1</c:v>
                </c:pt>
                <c:pt idx="81">
                  <c:v>2.1</c:v>
                </c:pt>
                <c:pt idx="82">
                  <c:v>2.1</c:v>
                </c:pt>
                <c:pt idx="83">
                  <c:v>2.1</c:v>
                </c:pt>
                <c:pt idx="84">
                  <c:v>2.1</c:v>
                </c:pt>
                <c:pt idx="85">
                  <c:v>2.1</c:v>
                </c:pt>
                <c:pt idx="86">
                  <c:v>2.1</c:v>
                </c:pt>
                <c:pt idx="87">
                  <c:v>2.1</c:v>
                </c:pt>
                <c:pt idx="88">
                  <c:v>2.1</c:v>
                </c:pt>
                <c:pt idx="89">
                  <c:v>2.1</c:v>
                </c:pt>
                <c:pt idx="90">
                  <c:v>2.1</c:v>
                </c:pt>
                <c:pt idx="91">
                  <c:v>2.1</c:v>
                </c:pt>
                <c:pt idx="92">
                  <c:v>2.1</c:v>
                </c:pt>
                <c:pt idx="93">
                  <c:v>2.1</c:v>
                </c:pt>
                <c:pt idx="94">
                  <c:v>2.1</c:v>
                </c:pt>
                <c:pt idx="95">
                  <c:v>2.1</c:v>
                </c:pt>
                <c:pt idx="96">
                  <c:v>2.1</c:v>
                </c:pt>
                <c:pt idx="97">
                  <c:v>2.1</c:v>
                </c:pt>
                <c:pt idx="98">
                  <c:v>2.1</c:v>
                </c:pt>
                <c:pt idx="99">
                  <c:v>2.1</c:v>
                </c:pt>
                <c:pt idx="100">
                  <c:v>2.1</c:v>
                </c:pt>
                <c:pt idx="101">
                  <c:v>2.1</c:v>
                </c:pt>
                <c:pt idx="102">
                  <c:v>2.1</c:v>
                </c:pt>
                <c:pt idx="103">
                  <c:v>2.1</c:v>
                </c:pt>
                <c:pt idx="104">
                  <c:v>2.1</c:v>
                </c:pt>
                <c:pt idx="105">
                  <c:v>2.1</c:v>
                </c:pt>
                <c:pt idx="106">
                  <c:v>2.1</c:v>
                </c:pt>
                <c:pt idx="107">
                  <c:v>2.1</c:v>
                </c:pt>
                <c:pt idx="108">
                  <c:v>2.1</c:v>
                </c:pt>
                <c:pt idx="109">
                  <c:v>2.1</c:v>
                </c:pt>
                <c:pt idx="110">
                  <c:v>2.1</c:v>
                </c:pt>
                <c:pt idx="111">
                  <c:v>2.1</c:v>
                </c:pt>
                <c:pt idx="112">
                  <c:v>2.1</c:v>
                </c:pt>
                <c:pt idx="113">
                  <c:v>2.1</c:v>
                </c:pt>
                <c:pt idx="114">
                  <c:v>2.1</c:v>
                </c:pt>
                <c:pt idx="115">
                  <c:v>2.1</c:v>
                </c:pt>
                <c:pt idx="116">
                  <c:v>2.1</c:v>
                </c:pt>
                <c:pt idx="117">
                  <c:v>2.1</c:v>
                </c:pt>
                <c:pt idx="118">
                  <c:v>2.1</c:v>
                </c:pt>
                <c:pt idx="119">
                  <c:v>2.1</c:v>
                </c:pt>
                <c:pt idx="120">
                  <c:v>2.1</c:v>
                </c:pt>
                <c:pt idx="121">
                  <c:v>2.1</c:v>
                </c:pt>
                <c:pt idx="122">
                  <c:v>2.1</c:v>
                </c:pt>
                <c:pt idx="123">
                  <c:v>2.1</c:v>
                </c:pt>
                <c:pt idx="124">
                  <c:v>2.1</c:v>
                </c:pt>
                <c:pt idx="125">
                  <c:v>2.1</c:v>
                </c:pt>
                <c:pt idx="126">
                  <c:v>2.1</c:v>
                </c:pt>
                <c:pt idx="127">
                  <c:v>2.1</c:v>
                </c:pt>
                <c:pt idx="128">
                  <c:v>2.1</c:v>
                </c:pt>
                <c:pt idx="129">
                  <c:v>2.1</c:v>
                </c:pt>
                <c:pt idx="130">
                  <c:v>2.1</c:v>
                </c:pt>
                <c:pt idx="131">
                  <c:v>2.1</c:v>
                </c:pt>
                <c:pt idx="132">
                  <c:v>2.1</c:v>
                </c:pt>
                <c:pt idx="133">
                  <c:v>2.1</c:v>
                </c:pt>
                <c:pt idx="134">
                  <c:v>2.1</c:v>
                </c:pt>
                <c:pt idx="135">
                  <c:v>2.1</c:v>
                </c:pt>
                <c:pt idx="136">
                  <c:v>2.1</c:v>
                </c:pt>
                <c:pt idx="137">
                  <c:v>2.1</c:v>
                </c:pt>
                <c:pt idx="138">
                  <c:v>2.1</c:v>
                </c:pt>
                <c:pt idx="139">
                  <c:v>2.1</c:v>
                </c:pt>
                <c:pt idx="140">
                  <c:v>2.1</c:v>
                </c:pt>
                <c:pt idx="141">
                  <c:v>2.1</c:v>
                </c:pt>
                <c:pt idx="142">
                  <c:v>2.1</c:v>
                </c:pt>
                <c:pt idx="143">
                  <c:v>2.1</c:v>
                </c:pt>
                <c:pt idx="144">
                  <c:v>2.1</c:v>
                </c:pt>
                <c:pt idx="145">
                  <c:v>2.1</c:v>
                </c:pt>
                <c:pt idx="146">
                  <c:v>2.1</c:v>
                </c:pt>
                <c:pt idx="147">
                  <c:v>2.1</c:v>
                </c:pt>
                <c:pt idx="148">
                  <c:v>2.1</c:v>
                </c:pt>
                <c:pt idx="149">
                  <c:v>2.1</c:v>
                </c:pt>
                <c:pt idx="150">
                  <c:v>2.1</c:v>
                </c:pt>
                <c:pt idx="151">
                  <c:v>2.1</c:v>
                </c:pt>
                <c:pt idx="152">
                  <c:v>2.1</c:v>
                </c:pt>
                <c:pt idx="153">
                  <c:v>2.1</c:v>
                </c:pt>
                <c:pt idx="154">
                  <c:v>2.1</c:v>
                </c:pt>
                <c:pt idx="155">
                  <c:v>2.1</c:v>
                </c:pt>
                <c:pt idx="156">
                  <c:v>2.1</c:v>
                </c:pt>
                <c:pt idx="157">
                  <c:v>2.1</c:v>
                </c:pt>
                <c:pt idx="158">
                  <c:v>2.1</c:v>
                </c:pt>
                <c:pt idx="159">
                  <c:v>2.1</c:v>
                </c:pt>
                <c:pt idx="160">
                  <c:v>2.1</c:v>
                </c:pt>
                <c:pt idx="161">
                  <c:v>2.1</c:v>
                </c:pt>
                <c:pt idx="162">
                  <c:v>2.1</c:v>
                </c:pt>
                <c:pt idx="163">
                  <c:v>2.1</c:v>
                </c:pt>
                <c:pt idx="164">
                  <c:v>2.1</c:v>
                </c:pt>
                <c:pt idx="165">
                  <c:v>2.1</c:v>
                </c:pt>
                <c:pt idx="166">
                  <c:v>2.1</c:v>
                </c:pt>
                <c:pt idx="167">
                  <c:v>2.1</c:v>
                </c:pt>
                <c:pt idx="168">
                  <c:v>2.1</c:v>
                </c:pt>
                <c:pt idx="169">
                  <c:v>2.1</c:v>
                </c:pt>
                <c:pt idx="170">
                  <c:v>2.1</c:v>
                </c:pt>
                <c:pt idx="171">
                  <c:v>2.1</c:v>
                </c:pt>
                <c:pt idx="172">
                  <c:v>2.1</c:v>
                </c:pt>
                <c:pt idx="173">
                  <c:v>2.1</c:v>
                </c:pt>
                <c:pt idx="174">
                  <c:v>2.1</c:v>
                </c:pt>
                <c:pt idx="175">
                  <c:v>2.1</c:v>
                </c:pt>
                <c:pt idx="176">
                  <c:v>2.1</c:v>
                </c:pt>
                <c:pt idx="177">
                  <c:v>2.1</c:v>
                </c:pt>
                <c:pt idx="178">
                  <c:v>2.1</c:v>
                </c:pt>
                <c:pt idx="179">
                  <c:v>2.1</c:v>
                </c:pt>
                <c:pt idx="180">
                  <c:v>2.1</c:v>
                </c:pt>
                <c:pt idx="181">
                  <c:v>2.1</c:v>
                </c:pt>
                <c:pt idx="182">
                  <c:v>2.1</c:v>
                </c:pt>
                <c:pt idx="183">
                  <c:v>2.1</c:v>
                </c:pt>
                <c:pt idx="184">
                  <c:v>2.1</c:v>
                </c:pt>
                <c:pt idx="185">
                  <c:v>2.1</c:v>
                </c:pt>
                <c:pt idx="186">
                  <c:v>2.1</c:v>
                </c:pt>
                <c:pt idx="187">
                  <c:v>2.1</c:v>
                </c:pt>
                <c:pt idx="188">
                  <c:v>2.1</c:v>
                </c:pt>
                <c:pt idx="189">
                  <c:v>2.1</c:v>
                </c:pt>
                <c:pt idx="190">
                  <c:v>2.1</c:v>
                </c:pt>
                <c:pt idx="191">
                  <c:v>2.1</c:v>
                </c:pt>
                <c:pt idx="192">
                  <c:v>2.1</c:v>
                </c:pt>
                <c:pt idx="193">
                  <c:v>2.1</c:v>
                </c:pt>
                <c:pt idx="194">
                  <c:v>2.1</c:v>
                </c:pt>
                <c:pt idx="195">
                  <c:v>2.1</c:v>
                </c:pt>
                <c:pt idx="196">
                  <c:v>2.1</c:v>
                </c:pt>
                <c:pt idx="197">
                  <c:v>2.1</c:v>
                </c:pt>
                <c:pt idx="198">
                  <c:v>2.1</c:v>
                </c:pt>
                <c:pt idx="199">
                  <c:v>2.1</c:v>
                </c:pt>
                <c:pt idx="200">
                  <c:v>2.1</c:v>
                </c:pt>
                <c:pt idx="201">
                  <c:v>2.1</c:v>
                </c:pt>
                <c:pt idx="202">
                  <c:v>2.1</c:v>
                </c:pt>
                <c:pt idx="203">
                  <c:v>2.1</c:v>
                </c:pt>
                <c:pt idx="204">
                  <c:v>2.1</c:v>
                </c:pt>
                <c:pt idx="205">
                  <c:v>2.1</c:v>
                </c:pt>
                <c:pt idx="206">
                  <c:v>2.1</c:v>
                </c:pt>
                <c:pt idx="207">
                  <c:v>2.1</c:v>
                </c:pt>
                <c:pt idx="208">
                  <c:v>2.1</c:v>
                </c:pt>
                <c:pt idx="209">
                  <c:v>2.1</c:v>
                </c:pt>
                <c:pt idx="210">
                  <c:v>2.1</c:v>
                </c:pt>
                <c:pt idx="211">
                  <c:v>2.1</c:v>
                </c:pt>
                <c:pt idx="212">
                  <c:v>2.1</c:v>
                </c:pt>
                <c:pt idx="213">
                  <c:v>2.1</c:v>
                </c:pt>
                <c:pt idx="214">
                  <c:v>2.1</c:v>
                </c:pt>
                <c:pt idx="215">
                  <c:v>2.1661000000000001</c:v>
                </c:pt>
                <c:pt idx="216">
                  <c:v>2.1991000000000001</c:v>
                </c:pt>
                <c:pt idx="217">
                  <c:v>2.2322000000000002</c:v>
                </c:pt>
                <c:pt idx="218">
                  <c:v>2.2652000000000001</c:v>
                </c:pt>
                <c:pt idx="219">
                  <c:v>2.2982999999999998</c:v>
                </c:pt>
                <c:pt idx="220">
                  <c:v>2.3313000000000001</c:v>
                </c:pt>
                <c:pt idx="221">
                  <c:v>2.3974000000000002</c:v>
                </c:pt>
                <c:pt idx="222">
                  <c:v>2.4304999999999999</c:v>
                </c:pt>
                <c:pt idx="223">
                  <c:v>2.4634999999999998</c:v>
                </c:pt>
                <c:pt idx="224">
                  <c:v>2.4965999999999999</c:v>
                </c:pt>
                <c:pt idx="225">
                  <c:v>2.5295999999999998</c:v>
                </c:pt>
                <c:pt idx="226">
                  <c:v>2.5627</c:v>
                </c:pt>
                <c:pt idx="227">
                  <c:v>2.6286999999999998</c:v>
                </c:pt>
                <c:pt idx="228">
                  <c:v>2.6617999999999999</c:v>
                </c:pt>
                <c:pt idx="229">
                  <c:v>2.6947999999999999</c:v>
                </c:pt>
                <c:pt idx="230">
                  <c:v>2.7279</c:v>
                </c:pt>
                <c:pt idx="231">
                  <c:v>2.7608999999999999</c:v>
                </c:pt>
                <c:pt idx="232">
                  <c:v>2.794</c:v>
                </c:pt>
                <c:pt idx="233">
                  <c:v>2.8601000000000001</c:v>
                </c:pt>
                <c:pt idx="234">
                  <c:v>2.8931</c:v>
                </c:pt>
                <c:pt idx="235">
                  <c:v>2.9262000000000001</c:v>
                </c:pt>
                <c:pt idx="236">
                  <c:v>2.9592000000000001</c:v>
                </c:pt>
                <c:pt idx="237">
                  <c:v>2.9923000000000002</c:v>
                </c:pt>
                <c:pt idx="238">
                  <c:v>3.0583999999999998</c:v>
                </c:pt>
                <c:pt idx="239">
                  <c:v>3.0914000000000001</c:v>
                </c:pt>
                <c:pt idx="240">
                  <c:v>3.1244999999999998</c:v>
                </c:pt>
                <c:pt idx="241">
                  <c:v>3.1575000000000002</c:v>
                </c:pt>
                <c:pt idx="242">
                  <c:v>3.1905000000000001</c:v>
                </c:pt>
                <c:pt idx="243">
                  <c:v>3.2566000000000002</c:v>
                </c:pt>
                <c:pt idx="244">
                  <c:v>3.2896999999999998</c:v>
                </c:pt>
                <c:pt idx="245">
                  <c:v>3.3227000000000002</c:v>
                </c:pt>
                <c:pt idx="246">
                  <c:v>3.3557999999999999</c:v>
                </c:pt>
                <c:pt idx="247">
                  <c:v>3.4218999999999999</c:v>
                </c:pt>
                <c:pt idx="248">
                  <c:v>3.4548999999999999</c:v>
                </c:pt>
                <c:pt idx="249">
                  <c:v>3.488</c:v>
                </c:pt>
                <c:pt idx="250">
                  <c:v>3.5209999999999999</c:v>
                </c:pt>
                <c:pt idx="251">
                  <c:v>3.5541</c:v>
                </c:pt>
                <c:pt idx="252">
                  <c:v>3.5871</c:v>
                </c:pt>
                <c:pt idx="253">
                  <c:v>3.6532</c:v>
                </c:pt>
                <c:pt idx="254">
                  <c:v>3.6861999999999999</c:v>
                </c:pt>
                <c:pt idx="255">
                  <c:v>3.7193000000000001</c:v>
                </c:pt>
                <c:pt idx="256">
                  <c:v>3.7523</c:v>
                </c:pt>
                <c:pt idx="257">
                  <c:v>3.8184</c:v>
                </c:pt>
                <c:pt idx="258">
                  <c:v>3.8515000000000001</c:v>
                </c:pt>
                <c:pt idx="259">
                  <c:v>3.8845000000000001</c:v>
                </c:pt>
                <c:pt idx="260">
                  <c:v>3.9176000000000002</c:v>
                </c:pt>
                <c:pt idx="261">
                  <c:v>3.9506000000000001</c:v>
                </c:pt>
                <c:pt idx="262">
                  <c:v>3.9836999999999998</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3.9931000000000001</c:v>
                </c:pt>
                <c:pt idx="408">
                  <c:v>3.9586000000000001</c:v>
                </c:pt>
                <c:pt idx="409">
                  <c:v>3.9241999999999999</c:v>
                </c:pt>
                <c:pt idx="410">
                  <c:v>3.8896999999999999</c:v>
                </c:pt>
                <c:pt idx="411">
                  <c:v>3.8552</c:v>
                </c:pt>
                <c:pt idx="412">
                  <c:v>3.8207</c:v>
                </c:pt>
                <c:pt idx="413">
                  <c:v>3.7517999999999998</c:v>
                </c:pt>
                <c:pt idx="414">
                  <c:v>3.7172999999999998</c:v>
                </c:pt>
                <c:pt idx="415">
                  <c:v>3.6827999999999999</c:v>
                </c:pt>
                <c:pt idx="416">
                  <c:v>3.6482999999999999</c:v>
                </c:pt>
                <c:pt idx="417">
                  <c:v>3.6139000000000001</c:v>
                </c:pt>
                <c:pt idx="418">
                  <c:v>3.5794000000000001</c:v>
                </c:pt>
                <c:pt idx="419">
                  <c:v>3.5104000000000002</c:v>
                </c:pt>
                <c:pt idx="420">
                  <c:v>3.4759000000000002</c:v>
                </c:pt>
                <c:pt idx="421">
                  <c:v>3.4415</c:v>
                </c:pt>
                <c:pt idx="422">
                  <c:v>3.407</c:v>
                </c:pt>
                <c:pt idx="423">
                  <c:v>3.3380000000000001</c:v>
                </c:pt>
                <c:pt idx="424">
                  <c:v>3.3035000000000001</c:v>
                </c:pt>
                <c:pt idx="425">
                  <c:v>3.2690999999999999</c:v>
                </c:pt>
                <c:pt idx="426">
                  <c:v>3.2345999999999999</c:v>
                </c:pt>
                <c:pt idx="427">
                  <c:v>3.2000999999999999</c:v>
                </c:pt>
                <c:pt idx="428">
                  <c:v>3.1656</c:v>
                </c:pt>
                <c:pt idx="429">
                  <c:v>3.0966999999999998</c:v>
                </c:pt>
                <c:pt idx="430">
                  <c:v>3.0621999999999998</c:v>
                </c:pt>
                <c:pt idx="431">
                  <c:v>3.0276999999999998</c:v>
                </c:pt>
                <c:pt idx="432">
                  <c:v>2.9931999999999999</c:v>
                </c:pt>
                <c:pt idx="433">
                  <c:v>2.9586999999999999</c:v>
                </c:pt>
                <c:pt idx="434">
                  <c:v>2.9243000000000001</c:v>
                </c:pt>
                <c:pt idx="435">
                  <c:v>2.8553000000000002</c:v>
                </c:pt>
                <c:pt idx="436">
                  <c:v>2.8208000000000002</c:v>
                </c:pt>
                <c:pt idx="437">
                  <c:v>2.7863000000000002</c:v>
                </c:pt>
                <c:pt idx="438">
                  <c:v>2.7519</c:v>
                </c:pt>
                <c:pt idx="439">
                  <c:v>2.7174</c:v>
                </c:pt>
                <c:pt idx="440">
                  <c:v>2.6829000000000001</c:v>
                </c:pt>
                <c:pt idx="441">
                  <c:v>2.6484000000000001</c:v>
                </c:pt>
                <c:pt idx="442">
                  <c:v>2.6139999999999999</c:v>
                </c:pt>
                <c:pt idx="443">
                  <c:v>2.5449999999999999</c:v>
                </c:pt>
                <c:pt idx="444">
                  <c:v>2.5105</c:v>
                </c:pt>
                <c:pt idx="445">
                  <c:v>2.476</c:v>
                </c:pt>
                <c:pt idx="446">
                  <c:v>2.4416000000000002</c:v>
                </c:pt>
                <c:pt idx="447">
                  <c:v>2.3725999999999998</c:v>
                </c:pt>
                <c:pt idx="448">
                  <c:v>2.3380999999999998</c:v>
                </c:pt>
                <c:pt idx="449">
                  <c:v>2.3035999999999999</c:v>
                </c:pt>
                <c:pt idx="450">
                  <c:v>2.2692000000000001</c:v>
                </c:pt>
                <c:pt idx="451">
                  <c:v>2.2347000000000001</c:v>
                </c:pt>
                <c:pt idx="452">
                  <c:v>2.1657000000000002</c:v>
                </c:pt>
                <c:pt idx="453">
                  <c:v>2.1312000000000002</c:v>
                </c:pt>
                <c:pt idx="454">
                  <c:v>2.0968</c:v>
                </c:pt>
                <c:pt idx="455">
                  <c:v>2.0278</c:v>
                </c:pt>
                <c:pt idx="456">
                  <c:v>1.9933000000000001</c:v>
                </c:pt>
                <c:pt idx="457">
                  <c:v>1.9588000000000001</c:v>
                </c:pt>
                <c:pt idx="458">
                  <c:v>1.9244000000000001</c:v>
                </c:pt>
                <c:pt idx="459">
                  <c:v>1.8898999999999999</c:v>
                </c:pt>
                <c:pt idx="460">
                  <c:v>1.8209</c:v>
                </c:pt>
                <c:pt idx="461">
                  <c:v>1.752</c:v>
                </c:pt>
                <c:pt idx="462">
                  <c:v>1.7175</c:v>
                </c:pt>
                <c:pt idx="463">
                  <c:v>1.6485000000000001</c:v>
                </c:pt>
                <c:pt idx="464">
                  <c:v>1.6141000000000001</c:v>
                </c:pt>
                <c:pt idx="465">
                  <c:v>1.5450999999999999</c:v>
                </c:pt>
                <c:pt idx="466">
                  <c:v>1.4417</c:v>
                </c:pt>
                <c:pt idx="467">
                  <c:v>1.3727</c:v>
                </c:pt>
                <c:pt idx="468">
                  <c:v>1.3037000000000001</c:v>
                </c:pt>
                <c:pt idx="469">
                  <c:v>1.2693000000000001</c:v>
                </c:pt>
                <c:pt idx="470">
                  <c:v>1.2347999999999999</c:v>
                </c:pt>
                <c:pt idx="471">
                  <c:v>1.1657999999999999</c:v>
                </c:pt>
                <c:pt idx="472">
                  <c:v>1.1313</c:v>
                </c:pt>
                <c:pt idx="473">
                  <c:v>1.0624</c:v>
                </c:pt>
                <c:pt idx="474">
                  <c:v>1.0279</c:v>
                </c:pt>
                <c:pt idx="475">
                  <c:v>0.99339999999999995</c:v>
                </c:pt>
                <c:pt idx="476">
                  <c:v>0.92449999999999999</c:v>
                </c:pt>
                <c:pt idx="477">
                  <c:v>0.89</c:v>
                </c:pt>
                <c:pt idx="478">
                  <c:v>0.85550000000000004</c:v>
                </c:pt>
                <c:pt idx="479">
                  <c:v>0.82099999999999995</c:v>
                </c:pt>
                <c:pt idx="480">
                  <c:v>0.78649999999999998</c:v>
                </c:pt>
                <c:pt idx="481">
                  <c:v>0.75209999999999999</c:v>
                </c:pt>
                <c:pt idx="482">
                  <c:v>0.68310000000000004</c:v>
                </c:pt>
                <c:pt idx="483">
                  <c:v>0.64859999999999995</c:v>
                </c:pt>
                <c:pt idx="484">
                  <c:v>0.61419999999999997</c:v>
                </c:pt>
                <c:pt idx="485">
                  <c:v>0.54520000000000002</c:v>
                </c:pt>
                <c:pt idx="486">
                  <c:v>0.51070000000000004</c:v>
                </c:pt>
                <c:pt idx="487">
                  <c:v>0.47620000000000001</c:v>
                </c:pt>
                <c:pt idx="488">
                  <c:v>0.44180000000000003</c:v>
                </c:pt>
                <c:pt idx="489">
                  <c:v>0.4073</c:v>
                </c:pt>
                <c:pt idx="490">
                  <c:v>0.33829999999999999</c:v>
                </c:pt>
                <c:pt idx="491">
                  <c:v>0.30380000000000001</c:v>
                </c:pt>
                <c:pt idx="492">
                  <c:v>0.26939999999999997</c:v>
                </c:pt>
                <c:pt idx="493">
                  <c:v>0.20039999999999999</c:v>
                </c:pt>
                <c:pt idx="494">
                  <c:v>0.16589999999999999</c:v>
                </c:pt>
                <c:pt idx="495">
                  <c:v>0.13139999999999999</c:v>
                </c:pt>
                <c:pt idx="496">
                  <c:v>9.7000000000000003E-2</c:v>
                </c:pt>
                <c:pt idx="497">
                  <c:v>6.25E-2</c:v>
                </c:pt>
                <c:pt idx="498">
                  <c:v>2.8000000000000001E-2</c:v>
                </c:pt>
                <c:pt idx="499">
                  <c:v>-6.4999999999999997E-3</c:v>
                </c:pt>
                <c:pt idx="500">
                  <c:v>-7.5399999999999995E-2</c:v>
                </c:pt>
                <c:pt idx="501">
                  <c:v>-0.1099</c:v>
                </c:pt>
                <c:pt idx="502">
                  <c:v>-0.1444</c:v>
                </c:pt>
                <c:pt idx="503">
                  <c:v>-0.1789</c:v>
                </c:pt>
                <c:pt idx="504">
                  <c:v>-0.21340000000000001</c:v>
                </c:pt>
                <c:pt idx="505">
                  <c:v>-0.24779999999999999</c:v>
                </c:pt>
                <c:pt idx="506">
                  <c:v>-0.31680000000000003</c:v>
                </c:pt>
                <c:pt idx="507">
                  <c:v>-0.3513</c:v>
                </c:pt>
                <c:pt idx="508">
                  <c:v>-0.38579999999999998</c:v>
                </c:pt>
                <c:pt idx="509">
                  <c:v>-0.42020000000000002</c:v>
                </c:pt>
                <c:pt idx="510">
                  <c:v>-0.48920000000000002</c:v>
                </c:pt>
                <c:pt idx="511">
                  <c:v>-0.52370000000000005</c:v>
                </c:pt>
                <c:pt idx="512">
                  <c:v>-0.55810000000000004</c:v>
                </c:pt>
                <c:pt idx="513">
                  <c:v>-0.59260000000000002</c:v>
                </c:pt>
                <c:pt idx="514">
                  <c:v>-0.62709999999999999</c:v>
                </c:pt>
                <c:pt idx="515">
                  <c:v>-0.66159999999999997</c:v>
                </c:pt>
                <c:pt idx="516">
                  <c:v>-0.69610000000000005</c:v>
                </c:pt>
                <c:pt idx="517">
                  <c:v>-0.76500000000000001</c:v>
                </c:pt>
                <c:pt idx="518">
                  <c:v>-0.79949999999999999</c:v>
                </c:pt>
                <c:pt idx="519">
                  <c:v>-0.83399999999999996</c:v>
                </c:pt>
                <c:pt idx="520">
                  <c:v>-0.86850000000000005</c:v>
                </c:pt>
                <c:pt idx="521">
                  <c:v>-0.90290000000000004</c:v>
                </c:pt>
                <c:pt idx="522">
                  <c:v>-0.97189999999999999</c:v>
                </c:pt>
                <c:pt idx="523">
                  <c:v>-1.0064</c:v>
                </c:pt>
                <c:pt idx="524">
                  <c:v>-1.0408999999999999</c:v>
                </c:pt>
                <c:pt idx="525">
                  <c:v>-1.0752999999999999</c:v>
                </c:pt>
                <c:pt idx="526">
                  <c:v>-1.1097999999999999</c:v>
                </c:pt>
                <c:pt idx="527">
                  <c:v>-1.1788000000000001</c:v>
                </c:pt>
                <c:pt idx="528">
                  <c:v>-1.2133</c:v>
                </c:pt>
                <c:pt idx="529">
                  <c:v>-1.2477</c:v>
                </c:pt>
                <c:pt idx="530">
                  <c:v>-1.2822</c:v>
                </c:pt>
                <c:pt idx="531">
                  <c:v>-1.3167</c:v>
                </c:pt>
                <c:pt idx="532">
                  <c:v>-1.3512</c:v>
                </c:pt>
                <c:pt idx="533">
                  <c:v>-1.3856999999999999</c:v>
                </c:pt>
                <c:pt idx="534">
                  <c:v>-1.4200999999999999</c:v>
                </c:pt>
                <c:pt idx="535">
                  <c:v>-1.4545999999999999</c:v>
                </c:pt>
                <c:pt idx="536">
                  <c:v>-1.5236000000000001</c:v>
                </c:pt>
                <c:pt idx="537">
                  <c:v>-1.5580000000000001</c:v>
                </c:pt>
                <c:pt idx="538">
                  <c:v>-1.5925</c:v>
                </c:pt>
                <c:pt idx="539">
                  <c:v>-1.627</c:v>
                </c:pt>
                <c:pt idx="540">
                  <c:v>-1.6615</c:v>
                </c:pt>
                <c:pt idx="541">
                  <c:v>-1.7303999999999999</c:v>
                </c:pt>
                <c:pt idx="542">
                  <c:v>-1.7648999999999999</c:v>
                </c:pt>
                <c:pt idx="543">
                  <c:v>-1.7994000000000001</c:v>
                </c:pt>
                <c:pt idx="544">
                  <c:v>-1.8339000000000001</c:v>
                </c:pt>
                <c:pt idx="545">
                  <c:v>-1.8684000000000001</c:v>
                </c:pt>
                <c:pt idx="546">
                  <c:v>2.1</c:v>
                </c:pt>
                <c:pt idx="547">
                  <c:v>2.1</c:v>
                </c:pt>
                <c:pt idx="548">
                  <c:v>2.1</c:v>
                </c:pt>
                <c:pt idx="549">
                  <c:v>2.1</c:v>
                </c:pt>
                <c:pt idx="550">
                  <c:v>2.1</c:v>
                </c:pt>
                <c:pt idx="551">
                  <c:v>2.1</c:v>
                </c:pt>
                <c:pt idx="552">
                  <c:v>2.1</c:v>
                </c:pt>
                <c:pt idx="553">
                  <c:v>2.1</c:v>
                </c:pt>
                <c:pt idx="554">
                  <c:v>2.1</c:v>
                </c:pt>
                <c:pt idx="555">
                  <c:v>2.1</c:v>
                </c:pt>
                <c:pt idx="556">
                  <c:v>2.1</c:v>
                </c:pt>
                <c:pt idx="557">
                  <c:v>2.1</c:v>
                </c:pt>
                <c:pt idx="558">
                  <c:v>2.1</c:v>
                </c:pt>
                <c:pt idx="559">
                  <c:v>2.1</c:v>
                </c:pt>
                <c:pt idx="560">
                  <c:v>2.1</c:v>
                </c:pt>
                <c:pt idx="561">
                  <c:v>2.1</c:v>
                </c:pt>
                <c:pt idx="562">
                  <c:v>2.1</c:v>
                </c:pt>
                <c:pt idx="563">
                  <c:v>2.1</c:v>
                </c:pt>
                <c:pt idx="564">
                  <c:v>2.1</c:v>
                </c:pt>
                <c:pt idx="565">
                  <c:v>2.1</c:v>
                </c:pt>
                <c:pt idx="566">
                  <c:v>2.1</c:v>
                </c:pt>
                <c:pt idx="567">
                  <c:v>2.1</c:v>
                </c:pt>
                <c:pt idx="568">
                  <c:v>2.1</c:v>
                </c:pt>
                <c:pt idx="569">
                  <c:v>2.1</c:v>
                </c:pt>
                <c:pt idx="570">
                  <c:v>2.1</c:v>
                </c:pt>
                <c:pt idx="571">
                  <c:v>2.1</c:v>
                </c:pt>
                <c:pt idx="572">
                  <c:v>2.1</c:v>
                </c:pt>
                <c:pt idx="573">
                  <c:v>2.1</c:v>
                </c:pt>
                <c:pt idx="574">
                  <c:v>2.1</c:v>
                </c:pt>
                <c:pt idx="575">
                  <c:v>2.1</c:v>
                </c:pt>
                <c:pt idx="576">
                  <c:v>2.1</c:v>
                </c:pt>
                <c:pt idx="577">
                  <c:v>2.1</c:v>
                </c:pt>
                <c:pt idx="578">
                  <c:v>2.1</c:v>
                </c:pt>
                <c:pt idx="579">
                  <c:v>2.1</c:v>
                </c:pt>
                <c:pt idx="580">
                  <c:v>2.1</c:v>
                </c:pt>
                <c:pt idx="581">
                  <c:v>2.1</c:v>
                </c:pt>
                <c:pt idx="582">
                  <c:v>2.1</c:v>
                </c:pt>
                <c:pt idx="583">
                  <c:v>2.1</c:v>
                </c:pt>
                <c:pt idx="584">
                  <c:v>2.1</c:v>
                </c:pt>
                <c:pt idx="585">
                  <c:v>2.1</c:v>
                </c:pt>
                <c:pt idx="586">
                  <c:v>2.1</c:v>
                </c:pt>
                <c:pt idx="587">
                  <c:v>2.1</c:v>
                </c:pt>
                <c:pt idx="588">
                  <c:v>2.1</c:v>
                </c:pt>
                <c:pt idx="589">
                  <c:v>2.1</c:v>
                </c:pt>
                <c:pt idx="590">
                  <c:v>2.1</c:v>
                </c:pt>
                <c:pt idx="591">
                  <c:v>2.1</c:v>
                </c:pt>
                <c:pt idx="592">
                  <c:v>2.1</c:v>
                </c:pt>
                <c:pt idx="593">
                  <c:v>2.1</c:v>
                </c:pt>
                <c:pt idx="594">
                  <c:v>2.1</c:v>
                </c:pt>
                <c:pt idx="595">
                  <c:v>2.1</c:v>
                </c:pt>
                <c:pt idx="596">
                  <c:v>2.1</c:v>
                </c:pt>
                <c:pt idx="597">
                  <c:v>2.1</c:v>
                </c:pt>
                <c:pt idx="598">
                  <c:v>2.1</c:v>
                </c:pt>
                <c:pt idx="599">
                  <c:v>2.1</c:v>
                </c:pt>
                <c:pt idx="600">
                  <c:v>2.1</c:v>
                </c:pt>
                <c:pt idx="601">
                  <c:v>2.1</c:v>
                </c:pt>
                <c:pt idx="602">
                  <c:v>2.1</c:v>
                </c:pt>
                <c:pt idx="603">
                  <c:v>2.1</c:v>
                </c:pt>
                <c:pt idx="604">
                  <c:v>2.1</c:v>
                </c:pt>
                <c:pt idx="605">
                  <c:v>2.1</c:v>
                </c:pt>
                <c:pt idx="606">
                  <c:v>2.1</c:v>
                </c:pt>
                <c:pt idx="607">
                  <c:v>2.1</c:v>
                </c:pt>
                <c:pt idx="608">
                  <c:v>2.1</c:v>
                </c:pt>
                <c:pt idx="609">
                  <c:v>2.1</c:v>
                </c:pt>
                <c:pt idx="610">
                  <c:v>2.1</c:v>
                </c:pt>
                <c:pt idx="611">
                  <c:v>2.1</c:v>
                </c:pt>
                <c:pt idx="612">
                  <c:v>2.1</c:v>
                </c:pt>
                <c:pt idx="613">
                  <c:v>2.1</c:v>
                </c:pt>
                <c:pt idx="614">
                  <c:v>2.1</c:v>
                </c:pt>
                <c:pt idx="615">
                  <c:v>2.1</c:v>
                </c:pt>
                <c:pt idx="616">
                  <c:v>2.1</c:v>
                </c:pt>
                <c:pt idx="617">
                  <c:v>2.1</c:v>
                </c:pt>
                <c:pt idx="618">
                  <c:v>2.1</c:v>
                </c:pt>
                <c:pt idx="619">
                  <c:v>2.1</c:v>
                </c:pt>
                <c:pt idx="620">
                  <c:v>2.1</c:v>
                </c:pt>
                <c:pt idx="621">
                  <c:v>2.1</c:v>
                </c:pt>
                <c:pt idx="622">
                  <c:v>2.1</c:v>
                </c:pt>
                <c:pt idx="623">
                  <c:v>2.1</c:v>
                </c:pt>
                <c:pt idx="624">
                  <c:v>2.1</c:v>
                </c:pt>
                <c:pt idx="625">
                  <c:v>2.1</c:v>
                </c:pt>
                <c:pt idx="626">
                  <c:v>2.1</c:v>
                </c:pt>
                <c:pt idx="627">
                  <c:v>2.1</c:v>
                </c:pt>
                <c:pt idx="628">
                  <c:v>2.1</c:v>
                </c:pt>
                <c:pt idx="629">
                  <c:v>2.1</c:v>
                </c:pt>
                <c:pt idx="630">
                  <c:v>2.1</c:v>
                </c:pt>
                <c:pt idx="631">
                  <c:v>2.1</c:v>
                </c:pt>
                <c:pt idx="632">
                  <c:v>2.1</c:v>
                </c:pt>
                <c:pt idx="633">
                  <c:v>2.1</c:v>
                </c:pt>
                <c:pt idx="634">
                  <c:v>2.1</c:v>
                </c:pt>
                <c:pt idx="635">
                  <c:v>2.1</c:v>
                </c:pt>
                <c:pt idx="636">
                  <c:v>2.1</c:v>
                </c:pt>
                <c:pt idx="637">
                  <c:v>2.1</c:v>
                </c:pt>
                <c:pt idx="638">
                  <c:v>2.1</c:v>
                </c:pt>
                <c:pt idx="639">
                  <c:v>2.1</c:v>
                </c:pt>
                <c:pt idx="640">
                  <c:v>2.1</c:v>
                </c:pt>
                <c:pt idx="641">
                  <c:v>2.1</c:v>
                </c:pt>
                <c:pt idx="642">
                  <c:v>2.1</c:v>
                </c:pt>
                <c:pt idx="643">
                  <c:v>2.1</c:v>
                </c:pt>
                <c:pt idx="644">
                  <c:v>2.1</c:v>
                </c:pt>
                <c:pt idx="645">
                  <c:v>2.1</c:v>
                </c:pt>
                <c:pt idx="646">
                  <c:v>2.1</c:v>
                </c:pt>
                <c:pt idx="647">
                  <c:v>2.1</c:v>
                </c:pt>
                <c:pt idx="648">
                  <c:v>2.1</c:v>
                </c:pt>
                <c:pt idx="649">
                  <c:v>2.1</c:v>
                </c:pt>
                <c:pt idx="650">
                  <c:v>2.1</c:v>
                </c:pt>
                <c:pt idx="651">
                  <c:v>2.1</c:v>
                </c:pt>
                <c:pt idx="652">
                  <c:v>2.1</c:v>
                </c:pt>
                <c:pt idx="653">
                  <c:v>2.1</c:v>
                </c:pt>
                <c:pt idx="654">
                  <c:v>2.1</c:v>
                </c:pt>
                <c:pt idx="655">
                  <c:v>2.1</c:v>
                </c:pt>
                <c:pt idx="656">
                  <c:v>2.1</c:v>
                </c:pt>
                <c:pt idx="657">
                  <c:v>2.1</c:v>
                </c:pt>
                <c:pt idx="658">
                  <c:v>2.1</c:v>
                </c:pt>
                <c:pt idx="659">
                  <c:v>2.1</c:v>
                </c:pt>
                <c:pt idx="660">
                  <c:v>2.1</c:v>
                </c:pt>
                <c:pt idx="661">
                  <c:v>2.1</c:v>
                </c:pt>
                <c:pt idx="662">
                  <c:v>2.1</c:v>
                </c:pt>
                <c:pt idx="663">
                  <c:v>2.1</c:v>
                </c:pt>
                <c:pt idx="664">
                  <c:v>2.1</c:v>
                </c:pt>
                <c:pt idx="665">
                  <c:v>2.1</c:v>
                </c:pt>
                <c:pt idx="666">
                  <c:v>2.1</c:v>
                </c:pt>
                <c:pt idx="667">
                  <c:v>2.1</c:v>
                </c:pt>
                <c:pt idx="668">
                  <c:v>2.1</c:v>
                </c:pt>
                <c:pt idx="669">
                  <c:v>2.1</c:v>
                </c:pt>
                <c:pt idx="670">
                  <c:v>2.1</c:v>
                </c:pt>
                <c:pt idx="671">
                  <c:v>2.1</c:v>
                </c:pt>
                <c:pt idx="672">
                  <c:v>2.1</c:v>
                </c:pt>
                <c:pt idx="673">
                  <c:v>2.1</c:v>
                </c:pt>
                <c:pt idx="674">
                  <c:v>2.1</c:v>
                </c:pt>
                <c:pt idx="675">
                  <c:v>2.1</c:v>
                </c:pt>
                <c:pt idx="676">
                  <c:v>2.1</c:v>
                </c:pt>
                <c:pt idx="677">
                  <c:v>2.1</c:v>
                </c:pt>
                <c:pt idx="678">
                  <c:v>2.1</c:v>
                </c:pt>
                <c:pt idx="679">
                  <c:v>2.1</c:v>
                </c:pt>
                <c:pt idx="680">
                  <c:v>2.1</c:v>
                </c:pt>
                <c:pt idx="681">
                  <c:v>2.1</c:v>
                </c:pt>
                <c:pt idx="682">
                  <c:v>2.1</c:v>
                </c:pt>
                <c:pt idx="683">
                  <c:v>2.1</c:v>
                </c:pt>
                <c:pt idx="684">
                  <c:v>2.1</c:v>
                </c:pt>
                <c:pt idx="685">
                  <c:v>2.1</c:v>
                </c:pt>
                <c:pt idx="686">
                  <c:v>2.1</c:v>
                </c:pt>
                <c:pt idx="687">
                  <c:v>2.1</c:v>
                </c:pt>
                <c:pt idx="688">
                  <c:v>2.1</c:v>
                </c:pt>
                <c:pt idx="689">
                  <c:v>2.1</c:v>
                </c:pt>
                <c:pt idx="690">
                  <c:v>2.1</c:v>
                </c:pt>
                <c:pt idx="691">
                  <c:v>2.1</c:v>
                </c:pt>
                <c:pt idx="692">
                  <c:v>2.1</c:v>
                </c:pt>
                <c:pt idx="693">
                  <c:v>2.1</c:v>
                </c:pt>
                <c:pt idx="694">
                  <c:v>2.1</c:v>
                </c:pt>
                <c:pt idx="695">
                  <c:v>2.1</c:v>
                </c:pt>
                <c:pt idx="696">
                  <c:v>2.1</c:v>
                </c:pt>
                <c:pt idx="697">
                  <c:v>2.1</c:v>
                </c:pt>
                <c:pt idx="698">
                  <c:v>2.1</c:v>
                </c:pt>
                <c:pt idx="699">
                  <c:v>2.1</c:v>
                </c:pt>
                <c:pt idx="700">
                  <c:v>2.1</c:v>
                </c:pt>
                <c:pt idx="701">
                  <c:v>2.1</c:v>
                </c:pt>
                <c:pt idx="702">
                  <c:v>2.1</c:v>
                </c:pt>
                <c:pt idx="703">
                  <c:v>2.1</c:v>
                </c:pt>
                <c:pt idx="704">
                  <c:v>2.1</c:v>
                </c:pt>
                <c:pt idx="705">
                  <c:v>2.1</c:v>
                </c:pt>
                <c:pt idx="706">
                  <c:v>2.1</c:v>
                </c:pt>
                <c:pt idx="707">
                  <c:v>2.1</c:v>
                </c:pt>
                <c:pt idx="708">
                  <c:v>2.1</c:v>
                </c:pt>
                <c:pt idx="709">
                  <c:v>2.1</c:v>
                </c:pt>
                <c:pt idx="710">
                  <c:v>2.1</c:v>
                </c:pt>
                <c:pt idx="711">
                  <c:v>2.1</c:v>
                </c:pt>
                <c:pt idx="712">
                  <c:v>2.1</c:v>
                </c:pt>
                <c:pt idx="713">
                  <c:v>2.1</c:v>
                </c:pt>
                <c:pt idx="714">
                  <c:v>2.1</c:v>
                </c:pt>
                <c:pt idx="715">
                  <c:v>2.1</c:v>
                </c:pt>
                <c:pt idx="716">
                  <c:v>2.1</c:v>
                </c:pt>
                <c:pt idx="717">
                  <c:v>2.1</c:v>
                </c:pt>
                <c:pt idx="718">
                  <c:v>2.1</c:v>
                </c:pt>
                <c:pt idx="719">
                  <c:v>2.1</c:v>
                </c:pt>
                <c:pt idx="720">
                  <c:v>2.1</c:v>
                </c:pt>
                <c:pt idx="721">
                  <c:v>2.1034999999999999</c:v>
                </c:pt>
                <c:pt idx="722">
                  <c:v>2.1071</c:v>
                </c:pt>
                <c:pt idx="723">
                  <c:v>2.1105999999999998</c:v>
                </c:pt>
                <c:pt idx="724">
                  <c:v>2.1141000000000001</c:v>
                </c:pt>
                <c:pt idx="725">
                  <c:v>2.1177000000000001</c:v>
                </c:pt>
                <c:pt idx="726">
                  <c:v>2.1212</c:v>
                </c:pt>
                <c:pt idx="727">
                  <c:v>2.1248</c:v>
                </c:pt>
                <c:pt idx="728">
                  <c:v>2.1282999999999999</c:v>
                </c:pt>
                <c:pt idx="729">
                  <c:v>2.1318000000000001</c:v>
                </c:pt>
                <c:pt idx="730">
                  <c:v>2.1354000000000002</c:v>
                </c:pt>
                <c:pt idx="731">
                  <c:v>2.1423999999999999</c:v>
                </c:pt>
                <c:pt idx="732">
                  <c:v>2.1459999999999999</c:v>
                </c:pt>
                <c:pt idx="733">
                  <c:v>2.1495000000000002</c:v>
                </c:pt>
                <c:pt idx="734">
                  <c:v>2.153</c:v>
                </c:pt>
                <c:pt idx="735">
                  <c:v>2.1566000000000001</c:v>
                </c:pt>
                <c:pt idx="736">
                  <c:v>2.1600999999999999</c:v>
                </c:pt>
                <c:pt idx="737">
                  <c:v>2.1636000000000002</c:v>
                </c:pt>
                <c:pt idx="738">
                  <c:v>2.1671999999999998</c:v>
                </c:pt>
                <c:pt idx="739">
                  <c:v>2.1743000000000001</c:v>
                </c:pt>
                <c:pt idx="740">
                  <c:v>2.1778</c:v>
                </c:pt>
                <c:pt idx="741">
                  <c:v>2.1812999999999998</c:v>
                </c:pt>
                <c:pt idx="742">
                  <c:v>2.1884000000000001</c:v>
                </c:pt>
                <c:pt idx="743">
                  <c:v>2.1919</c:v>
                </c:pt>
                <c:pt idx="744">
                  <c:v>2.1955</c:v>
                </c:pt>
                <c:pt idx="745">
                  <c:v>2.1989999999999998</c:v>
                </c:pt>
                <c:pt idx="746">
                  <c:v>2.2025000000000001</c:v>
                </c:pt>
                <c:pt idx="747">
                  <c:v>2.2061000000000002</c:v>
                </c:pt>
                <c:pt idx="748">
                  <c:v>2.2096</c:v>
                </c:pt>
                <c:pt idx="749">
                  <c:v>2.2130999999999998</c:v>
                </c:pt>
                <c:pt idx="750">
                  <c:v>2.2166999999999999</c:v>
                </c:pt>
                <c:pt idx="751">
                  <c:v>2.2202000000000002</c:v>
                </c:pt>
                <c:pt idx="752">
                  <c:v>2.2238000000000002</c:v>
                </c:pt>
                <c:pt idx="753">
                  <c:v>2.2273000000000001</c:v>
                </c:pt>
                <c:pt idx="754">
                  <c:v>2.2343999999999999</c:v>
                </c:pt>
                <c:pt idx="755">
                  <c:v>2.2378999999999998</c:v>
                </c:pt>
                <c:pt idx="756">
                  <c:v>2.2414000000000001</c:v>
                </c:pt>
                <c:pt idx="757">
                  <c:v>2.2450000000000001</c:v>
                </c:pt>
                <c:pt idx="758">
                  <c:v>2.2484999999999999</c:v>
                </c:pt>
                <c:pt idx="759">
                  <c:v>2.2555999999999998</c:v>
                </c:pt>
                <c:pt idx="760">
                  <c:v>2.2591000000000001</c:v>
                </c:pt>
                <c:pt idx="761">
                  <c:v>2.2625999999999999</c:v>
                </c:pt>
                <c:pt idx="762">
                  <c:v>2.2662</c:v>
                </c:pt>
                <c:pt idx="763">
                  <c:v>2.2696999999999998</c:v>
                </c:pt>
                <c:pt idx="764">
                  <c:v>2.2768000000000002</c:v>
                </c:pt>
                <c:pt idx="765">
                  <c:v>2.2803</c:v>
                </c:pt>
                <c:pt idx="766">
                  <c:v>2.2839</c:v>
                </c:pt>
                <c:pt idx="767">
                  <c:v>2.2873999999999999</c:v>
                </c:pt>
                <c:pt idx="768">
                  <c:v>2.2909000000000002</c:v>
                </c:pt>
                <c:pt idx="769">
                  <c:v>2.2945000000000002</c:v>
                </c:pt>
                <c:pt idx="770">
                  <c:v>2.298</c:v>
                </c:pt>
                <c:pt idx="771">
                  <c:v>2.3014999999999999</c:v>
                </c:pt>
                <c:pt idx="772">
                  <c:v>2.3050999999999999</c:v>
                </c:pt>
                <c:pt idx="773">
                  <c:v>2.3086000000000002</c:v>
                </c:pt>
                <c:pt idx="774">
                  <c:v>2.3121</c:v>
                </c:pt>
                <c:pt idx="775">
                  <c:v>2.3191999999999999</c:v>
                </c:pt>
                <c:pt idx="776">
                  <c:v>2.3228</c:v>
                </c:pt>
                <c:pt idx="777">
                  <c:v>2.3262999999999998</c:v>
                </c:pt>
                <c:pt idx="778">
                  <c:v>2.3298000000000001</c:v>
                </c:pt>
                <c:pt idx="779">
                  <c:v>2.3334000000000001</c:v>
                </c:pt>
                <c:pt idx="780">
                  <c:v>2.3403999999999998</c:v>
                </c:pt>
                <c:pt idx="781">
                  <c:v>2.3439999999999999</c:v>
                </c:pt>
                <c:pt idx="782">
                  <c:v>2.3475000000000001</c:v>
                </c:pt>
                <c:pt idx="783">
                  <c:v>2.351</c:v>
                </c:pt>
                <c:pt idx="784">
                  <c:v>2.3546</c:v>
                </c:pt>
                <c:pt idx="785">
                  <c:v>2.3580999999999999</c:v>
                </c:pt>
                <c:pt idx="786">
                  <c:v>2.3616999999999999</c:v>
                </c:pt>
                <c:pt idx="787">
                  <c:v>2.3687</c:v>
                </c:pt>
                <c:pt idx="788">
                  <c:v>2.3687</c:v>
                </c:pt>
                <c:pt idx="789">
                  <c:v>2.3723000000000001</c:v>
                </c:pt>
                <c:pt idx="790">
                  <c:v>2.3793000000000002</c:v>
                </c:pt>
                <c:pt idx="791">
                  <c:v>2.3828999999999998</c:v>
                </c:pt>
                <c:pt idx="792">
                  <c:v>2.3864000000000001</c:v>
                </c:pt>
                <c:pt idx="793">
                  <c:v>2.3898999999999999</c:v>
                </c:pt>
                <c:pt idx="794">
                  <c:v>2.3969999999999998</c:v>
                </c:pt>
                <c:pt idx="795">
                  <c:v>2.3969999999999998</c:v>
                </c:pt>
                <c:pt idx="796">
                  <c:v>2.4005000000000001</c:v>
                </c:pt>
                <c:pt idx="797">
                  <c:v>2.4076</c:v>
                </c:pt>
                <c:pt idx="798">
                  <c:v>2.4112</c:v>
                </c:pt>
                <c:pt idx="799">
                  <c:v>2.4146999999999998</c:v>
                </c:pt>
                <c:pt idx="800">
                  <c:v>2.4182000000000001</c:v>
                </c:pt>
                <c:pt idx="801">
                  <c:v>2.4218000000000002</c:v>
                </c:pt>
                <c:pt idx="802">
                  <c:v>2.4253</c:v>
                </c:pt>
                <c:pt idx="803">
                  <c:v>2.4323999999999999</c:v>
                </c:pt>
                <c:pt idx="804">
                  <c:v>2.4359000000000002</c:v>
                </c:pt>
                <c:pt idx="805">
                  <c:v>2.4394</c:v>
                </c:pt>
                <c:pt idx="806">
                  <c:v>2.4430000000000001</c:v>
                </c:pt>
                <c:pt idx="807">
                  <c:v>2.4464999999999999</c:v>
                </c:pt>
                <c:pt idx="808">
                  <c:v>2.4535999999999998</c:v>
                </c:pt>
                <c:pt idx="809">
                  <c:v>2.4571000000000001</c:v>
                </c:pt>
                <c:pt idx="810">
                  <c:v>2.4607000000000001</c:v>
                </c:pt>
                <c:pt idx="811">
                  <c:v>2.4676999999999998</c:v>
                </c:pt>
                <c:pt idx="812">
                  <c:v>2.4712999999999998</c:v>
                </c:pt>
                <c:pt idx="813">
                  <c:v>2.4748000000000001</c:v>
                </c:pt>
                <c:pt idx="814">
                  <c:v>2.4822000000000002</c:v>
                </c:pt>
                <c:pt idx="815">
                  <c:v>2.4860000000000002</c:v>
                </c:pt>
                <c:pt idx="816">
                  <c:v>2.4897</c:v>
                </c:pt>
                <c:pt idx="817">
                  <c:v>2.4933999999999998</c:v>
                </c:pt>
                <c:pt idx="818">
                  <c:v>2.5007999999999999</c:v>
                </c:pt>
                <c:pt idx="819">
                  <c:v>2.5045999999999999</c:v>
                </c:pt>
                <c:pt idx="820">
                  <c:v>2.5083000000000002</c:v>
                </c:pt>
                <c:pt idx="821">
                  <c:v>2.512</c:v>
                </c:pt>
                <c:pt idx="822">
                  <c:v>2.5194000000000001</c:v>
                </c:pt>
                <c:pt idx="823">
                  <c:v>2.5232000000000001</c:v>
                </c:pt>
                <c:pt idx="824">
                  <c:v>2.5268999999999999</c:v>
                </c:pt>
                <c:pt idx="825">
                  <c:v>2.5306000000000002</c:v>
                </c:pt>
                <c:pt idx="826">
                  <c:v>2.5343</c:v>
                </c:pt>
                <c:pt idx="827">
                  <c:v>2.5379999999999998</c:v>
                </c:pt>
                <c:pt idx="828">
                  <c:v>2.5417999999999998</c:v>
                </c:pt>
                <c:pt idx="829">
                  <c:v>2.5455000000000001</c:v>
                </c:pt>
                <c:pt idx="830">
                  <c:v>2.5529000000000002</c:v>
                </c:pt>
                <c:pt idx="831">
                  <c:v>2.5566</c:v>
                </c:pt>
                <c:pt idx="832">
                  <c:v>2.5602999999999998</c:v>
                </c:pt>
                <c:pt idx="833">
                  <c:v>2.5640999999999998</c:v>
                </c:pt>
                <c:pt idx="834">
                  <c:v>2.5678000000000001</c:v>
                </c:pt>
                <c:pt idx="835">
                  <c:v>2.5714999999999999</c:v>
                </c:pt>
                <c:pt idx="836">
                  <c:v>2.5752000000000002</c:v>
                </c:pt>
                <c:pt idx="837">
                  <c:v>2.5827</c:v>
                </c:pt>
                <c:pt idx="838">
                  <c:v>2.5863999999999998</c:v>
                </c:pt>
                <c:pt idx="839">
                  <c:v>2.5901000000000001</c:v>
                </c:pt>
                <c:pt idx="840">
                  <c:v>2.5937999999999999</c:v>
                </c:pt>
                <c:pt idx="841">
                  <c:v>2.5975000000000001</c:v>
                </c:pt>
                <c:pt idx="842">
                  <c:v>2.6013000000000002</c:v>
                </c:pt>
                <c:pt idx="843">
                  <c:v>2.605</c:v>
                </c:pt>
                <c:pt idx="844">
                  <c:v>2.6086999999999998</c:v>
                </c:pt>
                <c:pt idx="845">
                  <c:v>2.6160999999999999</c:v>
                </c:pt>
                <c:pt idx="846">
                  <c:v>2.6198999999999999</c:v>
                </c:pt>
                <c:pt idx="847">
                  <c:v>2.6236000000000002</c:v>
                </c:pt>
                <c:pt idx="848">
                  <c:v>2.6309999999999998</c:v>
                </c:pt>
                <c:pt idx="849">
                  <c:v>2.6309999999999998</c:v>
                </c:pt>
                <c:pt idx="850">
                  <c:v>2.6347</c:v>
                </c:pt>
                <c:pt idx="851">
                  <c:v>2.6385000000000001</c:v>
                </c:pt>
                <c:pt idx="852">
                  <c:v>2.6459000000000001</c:v>
                </c:pt>
                <c:pt idx="853">
                  <c:v>2.6496</c:v>
                </c:pt>
                <c:pt idx="854">
                  <c:v>2.6533000000000002</c:v>
                </c:pt>
                <c:pt idx="855">
                  <c:v>2.6570999999999998</c:v>
                </c:pt>
                <c:pt idx="856">
                  <c:v>2.6608000000000001</c:v>
                </c:pt>
                <c:pt idx="857">
                  <c:v>2.6644999999999999</c:v>
                </c:pt>
                <c:pt idx="858">
                  <c:v>2.6718999999999999</c:v>
                </c:pt>
                <c:pt idx="859">
                  <c:v>2.6757</c:v>
                </c:pt>
                <c:pt idx="860">
                  <c:v>2.6793999999999998</c:v>
                </c:pt>
                <c:pt idx="861">
                  <c:v>2.6831</c:v>
                </c:pt>
                <c:pt idx="862">
                  <c:v>2.6867999999999999</c:v>
                </c:pt>
                <c:pt idx="863">
                  <c:v>2.6905000000000001</c:v>
                </c:pt>
                <c:pt idx="864">
                  <c:v>2.6943000000000001</c:v>
                </c:pt>
                <c:pt idx="865">
                  <c:v>2.7017000000000002</c:v>
                </c:pt>
                <c:pt idx="866">
                  <c:v>2.7054</c:v>
                </c:pt>
                <c:pt idx="867">
                  <c:v>2.7090999999999998</c:v>
                </c:pt>
                <c:pt idx="868">
                  <c:v>2.7128999999999999</c:v>
                </c:pt>
                <c:pt idx="869">
                  <c:v>2.7166000000000001</c:v>
                </c:pt>
                <c:pt idx="870">
                  <c:v>2.7202999999999999</c:v>
                </c:pt>
                <c:pt idx="871">
                  <c:v>2.7240000000000002</c:v>
                </c:pt>
                <c:pt idx="872">
                  <c:v>2.7277</c:v>
                </c:pt>
                <c:pt idx="873">
                  <c:v>2.7315</c:v>
                </c:pt>
                <c:pt idx="874">
                  <c:v>2.7389000000000001</c:v>
                </c:pt>
                <c:pt idx="875">
                  <c:v>2.7425999999999999</c:v>
                </c:pt>
                <c:pt idx="876">
                  <c:v>2.7463000000000002</c:v>
                </c:pt>
                <c:pt idx="877">
                  <c:v>2.7501000000000002</c:v>
                </c:pt>
                <c:pt idx="878">
                  <c:v>2.7538</c:v>
                </c:pt>
                <c:pt idx="879">
                  <c:v>2.7574999999999998</c:v>
                </c:pt>
                <c:pt idx="880">
                  <c:v>2.7648999999999999</c:v>
                </c:pt>
                <c:pt idx="881">
                  <c:v>2.7648999999999999</c:v>
                </c:pt>
                <c:pt idx="882">
                  <c:v>2.7686000000000002</c:v>
                </c:pt>
                <c:pt idx="883">
                  <c:v>2.7761</c:v>
                </c:pt>
                <c:pt idx="884">
                  <c:v>2.7797999999999998</c:v>
                </c:pt>
                <c:pt idx="885">
                  <c:v>2.7835000000000001</c:v>
                </c:pt>
                <c:pt idx="886">
                  <c:v>2.7871999999999999</c:v>
                </c:pt>
                <c:pt idx="887">
                  <c:v>2.7909999999999999</c:v>
                </c:pt>
                <c:pt idx="888">
                  <c:v>2.7947000000000002</c:v>
                </c:pt>
                <c:pt idx="889">
                  <c:v>2.8020999999999998</c:v>
                </c:pt>
                <c:pt idx="890">
                  <c:v>2.8058000000000001</c:v>
                </c:pt>
                <c:pt idx="891">
                  <c:v>2.8096000000000001</c:v>
                </c:pt>
                <c:pt idx="892">
                  <c:v>2.8132999999999999</c:v>
                </c:pt>
                <c:pt idx="893">
                  <c:v>2.8170000000000002</c:v>
                </c:pt>
                <c:pt idx="894">
                  <c:v>2.8243999999999998</c:v>
                </c:pt>
                <c:pt idx="895">
                  <c:v>2.8281999999999998</c:v>
                </c:pt>
                <c:pt idx="896">
                  <c:v>2.8319000000000001</c:v>
                </c:pt>
                <c:pt idx="897">
                  <c:v>2.8355999999999999</c:v>
                </c:pt>
                <c:pt idx="898">
                  <c:v>2.8355999999999999</c:v>
                </c:pt>
                <c:pt idx="899">
                  <c:v>2.843</c:v>
                </c:pt>
                <c:pt idx="900">
                  <c:v>2.8468</c:v>
                </c:pt>
                <c:pt idx="901">
                  <c:v>2.8504999999999998</c:v>
                </c:pt>
                <c:pt idx="902">
                  <c:v>2.8542000000000001</c:v>
                </c:pt>
                <c:pt idx="903">
                  <c:v>2.8578999999999999</c:v>
                </c:pt>
                <c:pt idx="904">
                  <c:v>2.8616000000000001</c:v>
                </c:pt>
                <c:pt idx="905">
                  <c:v>2.8691</c:v>
                </c:pt>
                <c:pt idx="906">
                  <c:v>2.8727999999999998</c:v>
                </c:pt>
                <c:pt idx="907">
                  <c:v>2.8839999999999999</c:v>
                </c:pt>
                <c:pt idx="908">
                  <c:v>2.8877000000000002</c:v>
                </c:pt>
                <c:pt idx="909">
                  <c:v>2.8914</c:v>
                </c:pt>
                <c:pt idx="910">
                  <c:v>2.8950999999999998</c:v>
                </c:pt>
                <c:pt idx="911">
                  <c:v>2.8988</c:v>
                </c:pt>
                <c:pt idx="912">
                  <c:v>2.9062999999999999</c:v>
                </c:pt>
                <c:pt idx="913">
                  <c:v>2.91</c:v>
                </c:pt>
                <c:pt idx="914">
                  <c:v>2.9137</c:v>
                </c:pt>
                <c:pt idx="915">
                  <c:v>2.9174000000000002</c:v>
                </c:pt>
                <c:pt idx="916">
                  <c:v>2.9211999999999998</c:v>
                </c:pt>
                <c:pt idx="917">
                  <c:v>2.9249000000000001</c:v>
                </c:pt>
                <c:pt idx="918">
                  <c:v>2.9285999999999999</c:v>
                </c:pt>
                <c:pt idx="919">
                  <c:v>2.9323000000000001</c:v>
                </c:pt>
                <c:pt idx="920">
                  <c:v>2.9398</c:v>
                </c:pt>
                <c:pt idx="921">
                  <c:v>2.9434999999999998</c:v>
                </c:pt>
                <c:pt idx="922">
                  <c:v>2.9472</c:v>
                </c:pt>
                <c:pt idx="923">
                  <c:v>2.9508999999999999</c:v>
                </c:pt>
                <c:pt idx="924">
                  <c:v>2.9546000000000001</c:v>
                </c:pt>
                <c:pt idx="925">
                  <c:v>2.9582999999999999</c:v>
                </c:pt>
                <c:pt idx="926">
                  <c:v>2.9621</c:v>
                </c:pt>
                <c:pt idx="927">
                  <c:v>2.9658000000000002</c:v>
                </c:pt>
                <c:pt idx="928">
                  <c:v>2.9731999999999998</c:v>
                </c:pt>
                <c:pt idx="929">
                  <c:v>2.9769000000000001</c:v>
                </c:pt>
                <c:pt idx="930">
                  <c:v>2.9807000000000001</c:v>
                </c:pt>
                <c:pt idx="931">
                  <c:v>2.9843999999999999</c:v>
                </c:pt>
                <c:pt idx="932">
                  <c:v>2.9881000000000002</c:v>
                </c:pt>
                <c:pt idx="933">
                  <c:v>2.9918</c:v>
                </c:pt>
                <c:pt idx="934">
                  <c:v>2.9954999999999998</c:v>
                </c:pt>
                <c:pt idx="935">
                  <c:v>3.0030000000000001</c:v>
                </c:pt>
                <c:pt idx="936">
                  <c:v>3.0066999999999999</c:v>
                </c:pt>
                <c:pt idx="937">
                  <c:v>3.0104000000000002</c:v>
                </c:pt>
                <c:pt idx="938">
                  <c:v>3.0141</c:v>
                </c:pt>
                <c:pt idx="939">
                  <c:v>3.0215999999999998</c:v>
                </c:pt>
                <c:pt idx="940">
                  <c:v>3.0253000000000001</c:v>
                </c:pt>
                <c:pt idx="941">
                  <c:v>3.0289999999999999</c:v>
                </c:pt>
                <c:pt idx="942">
                  <c:v>3.0327000000000002</c:v>
                </c:pt>
                <c:pt idx="943">
                  <c:v>3.0402</c:v>
                </c:pt>
                <c:pt idx="944">
                  <c:v>3.0438999999999998</c:v>
                </c:pt>
                <c:pt idx="945">
                  <c:v>3.0476000000000001</c:v>
                </c:pt>
                <c:pt idx="946">
                  <c:v>3.0512999999999999</c:v>
                </c:pt>
                <c:pt idx="947">
                  <c:v>3.0588000000000002</c:v>
                </c:pt>
                <c:pt idx="948">
                  <c:v>3.0625</c:v>
                </c:pt>
                <c:pt idx="949">
                  <c:v>3.0661999999999998</c:v>
                </c:pt>
                <c:pt idx="950">
                  <c:v>3.0699000000000001</c:v>
                </c:pt>
                <c:pt idx="951">
                  <c:v>3.0773999999999999</c:v>
                </c:pt>
                <c:pt idx="952">
                  <c:v>3.0811000000000002</c:v>
                </c:pt>
                <c:pt idx="953">
                  <c:v>3.0848</c:v>
                </c:pt>
                <c:pt idx="954">
                  <c:v>3.0922999999999998</c:v>
                </c:pt>
                <c:pt idx="955">
                  <c:v>3.0960000000000001</c:v>
                </c:pt>
                <c:pt idx="956">
                  <c:v>3.1034000000000002</c:v>
                </c:pt>
                <c:pt idx="957">
                  <c:v>3.1034000000000002</c:v>
                </c:pt>
                <c:pt idx="958">
                  <c:v>3.1109</c:v>
                </c:pt>
                <c:pt idx="959">
                  <c:v>3.1145999999999998</c:v>
                </c:pt>
                <c:pt idx="960">
                  <c:v>3.1219999999999999</c:v>
                </c:pt>
                <c:pt idx="961">
                  <c:v>3.1257000000000001</c:v>
                </c:pt>
                <c:pt idx="962">
                  <c:v>3.1295000000000002</c:v>
                </c:pt>
                <c:pt idx="963">
                  <c:v>3.1332</c:v>
                </c:pt>
                <c:pt idx="964">
                  <c:v>3.1406000000000001</c:v>
                </c:pt>
                <c:pt idx="965">
                  <c:v>3.1442999999999999</c:v>
                </c:pt>
                <c:pt idx="966">
                  <c:v>3.1480999999999999</c:v>
                </c:pt>
                <c:pt idx="967">
                  <c:v>3.1518000000000002</c:v>
                </c:pt>
                <c:pt idx="968">
                  <c:v>3.1555</c:v>
                </c:pt>
                <c:pt idx="969">
                  <c:v>3.1629</c:v>
                </c:pt>
                <c:pt idx="970">
                  <c:v>3.1665999999999999</c:v>
                </c:pt>
                <c:pt idx="971">
                  <c:v>3.1703999999999999</c:v>
                </c:pt>
                <c:pt idx="972">
                  <c:v>3.1741000000000001</c:v>
                </c:pt>
                <c:pt idx="973">
                  <c:v>3.1815000000000002</c:v>
                </c:pt>
                <c:pt idx="974">
                  <c:v>3.1852</c:v>
                </c:pt>
                <c:pt idx="975">
                  <c:v>3.1890000000000001</c:v>
                </c:pt>
                <c:pt idx="976">
                  <c:v>3.1964000000000001</c:v>
                </c:pt>
                <c:pt idx="977">
                  <c:v>3.2000999999999999</c:v>
                </c:pt>
                <c:pt idx="978">
                  <c:v>3.2038000000000002</c:v>
                </c:pt>
                <c:pt idx="979">
                  <c:v>3.2075999999999998</c:v>
                </c:pt>
                <c:pt idx="980">
                  <c:v>3.2149999999999999</c:v>
                </c:pt>
                <c:pt idx="981">
                  <c:v>3.2223999999999999</c:v>
                </c:pt>
                <c:pt idx="982">
                  <c:v>3.2262</c:v>
                </c:pt>
                <c:pt idx="983">
                  <c:v>3.2336</c:v>
                </c:pt>
                <c:pt idx="984">
                  <c:v>3.2372999999999998</c:v>
                </c:pt>
                <c:pt idx="985">
                  <c:v>3.2410000000000001</c:v>
                </c:pt>
                <c:pt idx="986">
                  <c:v>3.2484999999999999</c:v>
                </c:pt>
                <c:pt idx="987">
                  <c:v>3.2522000000000002</c:v>
                </c:pt>
                <c:pt idx="988">
                  <c:v>3.2559</c:v>
                </c:pt>
                <c:pt idx="989">
                  <c:v>3.2633999999999999</c:v>
                </c:pt>
                <c:pt idx="990">
                  <c:v>3.2671000000000001</c:v>
                </c:pt>
                <c:pt idx="991">
                  <c:v>3.2707999999999999</c:v>
                </c:pt>
                <c:pt idx="992">
                  <c:v>3.2745000000000002</c:v>
                </c:pt>
                <c:pt idx="993">
                  <c:v>3.2782</c:v>
                </c:pt>
                <c:pt idx="994">
                  <c:v>3.282</c:v>
                </c:pt>
                <c:pt idx="995">
                  <c:v>3.2856999999999998</c:v>
                </c:pt>
                <c:pt idx="996">
                  <c:v>3.2930999999999999</c:v>
                </c:pt>
                <c:pt idx="997">
                  <c:v>3.2968000000000002</c:v>
                </c:pt>
                <c:pt idx="998">
                  <c:v>3.3006000000000002</c:v>
                </c:pt>
                <c:pt idx="999">
                  <c:v>3.3043</c:v>
                </c:pt>
                <c:pt idx="1000">
                  <c:v>3.3079999999999998</c:v>
                </c:pt>
                <c:pt idx="1001">
                  <c:v>3.3117000000000001</c:v>
                </c:pt>
                <c:pt idx="1002">
                  <c:v>3.3191999999999999</c:v>
                </c:pt>
                <c:pt idx="1003">
                  <c:v>3.3229000000000002</c:v>
                </c:pt>
                <c:pt idx="1004">
                  <c:v>3.3266</c:v>
                </c:pt>
                <c:pt idx="1005">
                  <c:v>3.3302999999999998</c:v>
                </c:pt>
                <c:pt idx="1006">
                  <c:v>3.3378000000000001</c:v>
                </c:pt>
                <c:pt idx="1007">
                  <c:v>3.3414999999999999</c:v>
                </c:pt>
                <c:pt idx="1008">
                  <c:v>3.3289</c:v>
                </c:pt>
                <c:pt idx="1009">
                  <c:v>3.3018999999999998</c:v>
                </c:pt>
                <c:pt idx="1010">
                  <c:v>3.2479</c:v>
                </c:pt>
                <c:pt idx="1011">
                  <c:v>3.2210000000000001</c:v>
                </c:pt>
                <c:pt idx="1012">
                  <c:v>3.194</c:v>
                </c:pt>
                <c:pt idx="1013">
                  <c:v>3.14</c:v>
                </c:pt>
                <c:pt idx="1014">
                  <c:v>3.1131000000000002</c:v>
                </c:pt>
                <c:pt idx="1015">
                  <c:v>3.0861000000000001</c:v>
                </c:pt>
                <c:pt idx="1016">
                  <c:v>3.0590999999999999</c:v>
                </c:pt>
                <c:pt idx="1017">
                  <c:v>3.0051999999999999</c:v>
                </c:pt>
                <c:pt idx="1018">
                  <c:v>2.9782000000000002</c:v>
                </c:pt>
                <c:pt idx="1019">
                  <c:v>2.9512</c:v>
                </c:pt>
                <c:pt idx="1020">
                  <c:v>2.9241999999999999</c:v>
                </c:pt>
                <c:pt idx="1021">
                  <c:v>2.8973</c:v>
                </c:pt>
                <c:pt idx="1022">
                  <c:v>2.8702999999999999</c:v>
                </c:pt>
                <c:pt idx="1023">
                  <c:v>2.8163</c:v>
                </c:pt>
                <c:pt idx="1024">
                  <c:v>2.7894000000000001</c:v>
                </c:pt>
                <c:pt idx="1025">
                  <c:v>2.7624</c:v>
                </c:pt>
                <c:pt idx="1026">
                  <c:v>2.7353999999999998</c:v>
                </c:pt>
                <c:pt idx="1027">
                  <c:v>2.7084000000000001</c:v>
                </c:pt>
                <c:pt idx="1028">
                  <c:v>2.6545000000000001</c:v>
                </c:pt>
                <c:pt idx="1029">
                  <c:v>2.6274999999999999</c:v>
                </c:pt>
                <c:pt idx="1030">
                  <c:v>2.6004999999999998</c:v>
                </c:pt>
                <c:pt idx="1031">
                  <c:v>2.5735999999999999</c:v>
                </c:pt>
                <c:pt idx="1032">
                  <c:v>2.5196000000000001</c:v>
                </c:pt>
                <c:pt idx="1033">
                  <c:v>2.4925999999999999</c:v>
                </c:pt>
                <c:pt idx="1034">
                  <c:v>2.4657</c:v>
                </c:pt>
                <c:pt idx="1035">
                  <c:v>2.4386999999999999</c:v>
                </c:pt>
                <c:pt idx="1036">
                  <c:v>2.4117000000000002</c:v>
                </c:pt>
                <c:pt idx="1037">
                  <c:v>2.3578000000000001</c:v>
                </c:pt>
                <c:pt idx="1038">
                  <c:v>2.3308</c:v>
                </c:pt>
                <c:pt idx="1039">
                  <c:v>2.3037999999999998</c:v>
                </c:pt>
                <c:pt idx="1040">
                  <c:v>2.2768000000000002</c:v>
                </c:pt>
                <c:pt idx="1041">
                  <c:v>2.2229000000000001</c:v>
                </c:pt>
                <c:pt idx="1042">
                  <c:v>2.1959</c:v>
                </c:pt>
                <c:pt idx="1043">
                  <c:v>2.1419999999999999</c:v>
                </c:pt>
                <c:pt idx="1044">
                  <c:v>2.1150000000000002</c:v>
                </c:pt>
                <c:pt idx="1045">
                  <c:v>2.0880000000000001</c:v>
                </c:pt>
                <c:pt idx="1046">
                  <c:v>2.0609999999999999</c:v>
                </c:pt>
                <c:pt idx="1047">
                  <c:v>2.0070999999999999</c:v>
                </c:pt>
                <c:pt idx="1048">
                  <c:v>1.9801</c:v>
                </c:pt>
                <c:pt idx="1049">
                  <c:v>1.9531000000000001</c:v>
                </c:pt>
                <c:pt idx="1050">
                  <c:v>1.9261999999999999</c:v>
                </c:pt>
                <c:pt idx="1051">
                  <c:v>1.8722000000000001</c:v>
                </c:pt>
                <c:pt idx="1052">
                  <c:v>1.8452</c:v>
                </c:pt>
                <c:pt idx="1053">
                  <c:v>1.8183</c:v>
                </c:pt>
                <c:pt idx="1054">
                  <c:v>1.7912999999999999</c:v>
                </c:pt>
                <c:pt idx="1055">
                  <c:v>1.7373000000000001</c:v>
                </c:pt>
                <c:pt idx="1056">
                  <c:v>1.7103999999999999</c:v>
                </c:pt>
                <c:pt idx="1057">
                  <c:v>1.6834</c:v>
                </c:pt>
                <c:pt idx="1058">
                  <c:v>1.6294</c:v>
                </c:pt>
                <c:pt idx="1059">
                  <c:v>1.6025</c:v>
                </c:pt>
                <c:pt idx="1060">
                  <c:v>1.5754999999999999</c:v>
                </c:pt>
                <c:pt idx="1061">
                  <c:v>1.5485</c:v>
                </c:pt>
                <c:pt idx="1062">
                  <c:v>1.5215000000000001</c:v>
                </c:pt>
                <c:pt idx="1063">
                  <c:v>1.4676</c:v>
                </c:pt>
                <c:pt idx="1064">
                  <c:v>1.4406000000000001</c:v>
                </c:pt>
                <c:pt idx="1065">
                  <c:v>1.4136</c:v>
                </c:pt>
                <c:pt idx="1066">
                  <c:v>1.3867</c:v>
                </c:pt>
                <c:pt idx="1067">
                  <c:v>1.3596999999999999</c:v>
                </c:pt>
                <c:pt idx="1068">
                  <c:v>1.3057000000000001</c:v>
                </c:pt>
                <c:pt idx="1069">
                  <c:v>1.2787999999999999</c:v>
                </c:pt>
                <c:pt idx="1070">
                  <c:v>1.2518</c:v>
                </c:pt>
                <c:pt idx="1071">
                  <c:v>1.1978</c:v>
                </c:pt>
                <c:pt idx="1072">
                  <c:v>1.1709000000000001</c:v>
                </c:pt>
                <c:pt idx="1073">
                  <c:v>1.1438999999999999</c:v>
                </c:pt>
                <c:pt idx="1074">
                  <c:v>1.1169</c:v>
                </c:pt>
                <c:pt idx="1075">
                  <c:v>1.0899000000000001</c:v>
                </c:pt>
                <c:pt idx="1076">
                  <c:v>1.0629999999999999</c:v>
                </c:pt>
                <c:pt idx="1077">
                  <c:v>1.0089999999999999</c:v>
                </c:pt>
                <c:pt idx="1078">
                  <c:v>0.98199999999999998</c:v>
                </c:pt>
                <c:pt idx="1079">
                  <c:v>0.95509999999999995</c:v>
                </c:pt>
                <c:pt idx="1080">
                  <c:v>0.90110000000000001</c:v>
                </c:pt>
                <c:pt idx="1081">
                  <c:v>0.87409999999999999</c:v>
                </c:pt>
                <c:pt idx="1082">
                  <c:v>0.84719999999999995</c:v>
                </c:pt>
                <c:pt idx="1083">
                  <c:v>0.82020000000000004</c:v>
                </c:pt>
                <c:pt idx="1084">
                  <c:v>0.79320000000000002</c:v>
                </c:pt>
                <c:pt idx="1085">
                  <c:v>0.76619999999999999</c:v>
                </c:pt>
                <c:pt idx="1086">
                  <c:v>0.71230000000000004</c:v>
                </c:pt>
                <c:pt idx="1087">
                  <c:v>0.68530000000000002</c:v>
                </c:pt>
                <c:pt idx="1088">
                  <c:v>0.68530000000000002</c:v>
                </c:pt>
                <c:pt idx="1089">
                  <c:v>0.63139999999999996</c:v>
                </c:pt>
                <c:pt idx="1090">
                  <c:v>0.60440000000000005</c:v>
                </c:pt>
                <c:pt idx="1091">
                  <c:v>0.57740000000000002</c:v>
                </c:pt>
                <c:pt idx="1092">
                  <c:v>0.5504</c:v>
                </c:pt>
                <c:pt idx="1093">
                  <c:v>0.4965</c:v>
                </c:pt>
                <c:pt idx="1094">
                  <c:v>0.46949999999999997</c:v>
                </c:pt>
                <c:pt idx="1095">
                  <c:v>0.4425</c:v>
                </c:pt>
                <c:pt idx="1096">
                  <c:v>0.41560000000000002</c:v>
                </c:pt>
                <c:pt idx="1097">
                  <c:v>0.3886</c:v>
                </c:pt>
                <c:pt idx="1098">
                  <c:v>0.36159999999999998</c:v>
                </c:pt>
                <c:pt idx="1099">
                  <c:v>0.30769999999999997</c:v>
                </c:pt>
                <c:pt idx="1100">
                  <c:v>0.28070000000000001</c:v>
                </c:pt>
                <c:pt idx="1101">
                  <c:v>0.19980000000000001</c:v>
                </c:pt>
                <c:pt idx="1102">
                  <c:v>0.19980000000000001</c:v>
                </c:pt>
                <c:pt idx="1103">
                  <c:v>0.1188</c:v>
                </c:pt>
                <c:pt idx="1104">
                  <c:v>9.1899999999999996E-2</c:v>
                </c:pt>
                <c:pt idx="1105">
                  <c:v>3.7900000000000003E-2</c:v>
                </c:pt>
                <c:pt idx="1106">
                  <c:v>1.09E-2</c:v>
                </c:pt>
                <c:pt idx="1107">
                  <c:v>-4.2999999999999997E-2</c:v>
                </c:pt>
                <c:pt idx="1108">
                  <c:v>-7.0000000000000007E-2</c:v>
                </c:pt>
                <c:pt idx="1109">
                  <c:v>-9.7000000000000003E-2</c:v>
                </c:pt>
                <c:pt idx="1110">
                  <c:v>-0.1239</c:v>
                </c:pt>
                <c:pt idx="1111">
                  <c:v>-0.15090000000000001</c:v>
                </c:pt>
                <c:pt idx="1112">
                  <c:v>-0.2049</c:v>
                </c:pt>
                <c:pt idx="1113">
                  <c:v>-0.23180000000000001</c:v>
                </c:pt>
                <c:pt idx="1114">
                  <c:v>-0.25879999999999997</c:v>
                </c:pt>
                <c:pt idx="1115">
                  <c:v>-0.2858</c:v>
                </c:pt>
                <c:pt idx="1116">
                  <c:v>-0.31280000000000002</c:v>
                </c:pt>
                <c:pt idx="1117">
                  <c:v>-0.3397</c:v>
                </c:pt>
                <c:pt idx="1118">
                  <c:v>-0.36670000000000003</c:v>
                </c:pt>
                <c:pt idx="1119">
                  <c:v>-0.42070000000000002</c:v>
                </c:pt>
                <c:pt idx="1120">
                  <c:v>-0.4476</c:v>
                </c:pt>
                <c:pt idx="1121">
                  <c:v>-0.47460000000000002</c:v>
                </c:pt>
                <c:pt idx="1122">
                  <c:v>-0.50160000000000005</c:v>
                </c:pt>
                <c:pt idx="1123">
                  <c:v>-0.52859999999999996</c:v>
                </c:pt>
                <c:pt idx="1124">
                  <c:v>-0.55549999999999999</c:v>
                </c:pt>
                <c:pt idx="1125">
                  <c:v>-0.58250000000000002</c:v>
                </c:pt>
                <c:pt idx="1126">
                  <c:v>-0.63649999999999995</c:v>
                </c:pt>
                <c:pt idx="1127">
                  <c:v>-0.66339999999999999</c:v>
                </c:pt>
                <c:pt idx="1128">
                  <c:v>-0.69040000000000001</c:v>
                </c:pt>
                <c:pt idx="1129">
                  <c:v>-0.71740000000000004</c:v>
                </c:pt>
                <c:pt idx="1130">
                  <c:v>-0.74439999999999995</c:v>
                </c:pt>
                <c:pt idx="1131">
                  <c:v>-0.77129999999999999</c:v>
                </c:pt>
                <c:pt idx="1132">
                  <c:v>-0.82530000000000003</c:v>
                </c:pt>
                <c:pt idx="1133">
                  <c:v>-0.85229999999999995</c:v>
                </c:pt>
                <c:pt idx="1134">
                  <c:v>-0.87919999999999998</c:v>
                </c:pt>
                <c:pt idx="1135">
                  <c:v>-0.90620000000000001</c:v>
                </c:pt>
                <c:pt idx="1136">
                  <c:v>-0.93320000000000003</c:v>
                </c:pt>
                <c:pt idx="1137">
                  <c:v>-0.98709999999999998</c:v>
                </c:pt>
                <c:pt idx="1138">
                  <c:v>-1.0141</c:v>
                </c:pt>
                <c:pt idx="1139">
                  <c:v>-1.0410999999999999</c:v>
                </c:pt>
                <c:pt idx="1140">
                  <c:v>-1.0681</c:v>
                </c:pt>
                <c:pt idx="1141">
                  <c:v>-1.095</c:v>
                </c:pt>
                <c:pt idx="1142">
                  <c:v>-1.1220000000000001</c:v>
                </c:pt>
                <c:pt idx="1143">
                  <c:v>-1.149</c:v>
                </c:pt>
                <c:pt idx="1144">
                  <c:v>-1.1759999999999999</c:v>
                </c:pt>
                <c:pt idx="1145">
                  <c:v>-1.2299</c:v>
                </c:pt>
                <c:pt idx="1146">
                  <c:v>-1.2568999999999999</c:v>
                </c:pt>
                <c:pt idx="1147">
                  <c:v>-1.2839</c:v>
                </c:pt>
                <c:pt idx="1148">
                  <c:v>-1.3378000000000001</c:v>
                </c:pt>
                <c:pt idx="1149">
                  <c:v>-1.3648</c:v>
                </c:pt>
                <c:pt idx="1150">
                  <c:v>-1.3916999999999999</c:v>
                </c:pt>
                <c:pt idx="1151">
                  <c:v>-1.4187000000000001</c:v>
                </c:pt>
                <c:pt idx="1152">
                  <c:v>-1.4457</c:v>
                </c:pt>
                <c:pt idx="1153">
                  <c:v>-1.4996</c:v>
                </c:pt>
                <c:pt idx="1154">
                  <c:v>-1.5266</c:v>
                </c:pt>
                <c:pt idx="1155">
                  <c:v>-1.5266</c:v>
                </c:pt>
                <c:pt idx="1156">
                  <c:v>-1.5536000000000001</c:v>
                </c:pt>
                <c:pt idx="1157">
                  <c:v>-1.6074999999999999</c:v>
                </c:pt>
                <c:pt idx="1158">
                  <c:v>-1.6345000000000001</c:v>
                </c:pt>
                <c:pt idx="1159">
                  <c:v>-1.6615</c:v>
                </c:pt>
                <c:pt idx="1160">
                  <c:v>-1.6884999999999999</c:v>
                </c:pt>
                <c:pt idx="1161">
                  <c:v>-1.7154</c:v>
                </c:pt>
                <c:pt idx="1162">
                  <c:v>-1.7423999999999999</c:v>
                </c:pt>
                <c:pt idx="1163">
                  <c:v>-1.7964</c:v>
                </c:pt>
                <c:pt idx="1164">
                  <c:v>-1.8232999999999999</c:v>
                </c:pt>
                <c:pt idx="1165">
                  <c:v>-1.8503000000000001</c:v>
                </c:pt>
                <c:pt idx="1166">
                  <c:v>-1.8773</c:v>
                </c:pt>
                <c:pt idx="1167">
                  <c:v>-1.9312</c:v>
                </c:pt>
                <c:pt idx="1168">
                  <c:v>-1.9581999999999999</c:v>
                </c:pt>
                <c:pt idx="1169">
                  <c:v>-1.9581999999999999</c:v>
                </c:pt>
                <c:pt idx="1170">
                  <c:v>-1.9852000000000001</c:v>
                </c:pt>
                <c:pt idx="1171">
                  <c:v>-2.0390999999999999</c:v>
                </c:pt>
                <c:pt idx="1172">
                  <c:v>-2.0661</c:v>
                </c:pt>
                <c:pt idx="1173">
                  <c:v>-2.0931000000000002</c:v>
                </c:pt>
                <c:pt idx="1174">
                  <c:v>-2.1469999999999998</c:v>
                </c:pt>
                <c:pt idx="1175">
                  <c:v>-2.1739999999999999</c:v>
                </c:pt>
                <c:pt idx="1176">
                  <c:v>-2.2010000000000001</c:v>
                </c:pt>
                <c:pt idx="1177">
                  <c:v>-2.2280000000000002</c:v>
                </c:pt>
                <c:pt idx="1178">
                  <c:v>-2.2549999999999999</c:v>
                </c:pt>
                <c:pt idx="1179">
                  <c:v>-2.2818999999999998</c:v>
                </c:pt>
                <c:pt idx="1180">
                  <c:v>-2.2999999999999998</c:v>
                </c:pt>
                <c:pt idx="1181">
                  <c:v>-2.2999999999999998</c:v>
                </c:pt>
                <c:pt idx="1182">
                  <c:v>-2.2999999999999998</c:v>
                </c:pt>
                <c:pt idx="1183">
                  <c:v>-2.2999999999999998</c:v>
                </c:pt>
                <c:pt idx="1184">
                  <c:v>-2.2999999999999998</c:v>
                </c:pt>
                <c:pt idx="1185">
                  <c:v>-2.2999999999999998</c:v>
                </c:pt>
                <c:pt idx="1186">
                  <c:v>-2.2999999999999998</c:v>
                </c:pt>
                <c:pt idx="1187">
                  <c:v>-2.2999999999999998</c:v>
                </c:pt>
                <c:pt idx="1188">
                  <c:v>-2.2999999999999998</c:v>
                </c:pt>
                <c:pt idx="1189">
                  <c:v>-2.2999999999999998</c:v>
                </c:pt>
                <c:pt idx="1190">
                  <c:v>-2.2999999999999998</c:v>
                </c:pt>
                <c:pt idx="1191">
                  <c:v>-2.2999999999999998</c:v>
                </c:pt>
                <c:pt idx="1192">
                  <c:v>-2.2999999999999998</c:v>
                </c:pt>
                <c:pt idx="1193">
                  <c:v>-2.2999999999999998</c:v>
                </c:pt>
                <c:pt idx="1194">
                  <c:v>-2.2999999999999998</c:v>
                </c:pt>
                <c:pt idx="1195">
                  <c:v>-2.2999999999999998</c:v>
                </c:pt>
                <c:pt idx="1196">
                  <c:v>-2.2999999999999998</c:v>
                </c:pt>
                <c:pt idx="1197">
                  <c:v>-2.2999999999999998</c:v>
                </c:pt>
                <c:pt idx="1198">
                  <c:v>-2.2999999999999998</c:v>
                </c:pt>
                <c:pt idx="1199">
                  <c:v>-2.2999999999999998</c:v>
                </c:pt>
                <c:pt idx="1200">
                  <c:v>-2.2999999999999998</c:v>
                </c:pt>
                <c:pt idx="1201">
                  <c:v>-2.2999999999999998</c:v>
                </c:pt>
                <c:pt idx="1202">
                  <c:v>-2.2984</c:v>
                </c:pt>
                <c:pt idx="1203">
                  <c:v>-2.2730000000000001</c:v>
                </c:pt>
                <c:pt idx="1204">
                  <c:v>-2.2222</c:v>
                </c:pt>
                <c:pt idx="1205">
                  <c:v>-2.2222</c:v>
                </c:pt>
                <c:pt idx="1206">
                  <c:v>-2.1968000000000001</c:v>
                </c:pt>
                <c:pt idx="1207">
                  <c:v>-2.1461000000000001</c:v>
                </c:pt>
                <c:pt idx="1208">
                  <c:v>-2.1206999999999998</c:v>
                </c:pt>
                <c:pt idx="1209">
                  <c:v>-2.0952999999999999</c:v>
                </c:pt>
                <c:pt idx="1210">
                  <c:v>-2.0699000000000001</c:v>
                </c:pt>
                <c:pt idx="1211">
                  <c:v>-2.0445000000000002</c:v>
                </c:pt>
                <c:pt idx="1212">
                  <c:v>-2.0190999999999999</c:v>
                </c:pt>
                <c:pt idx="1213">
                  <c:v>-1.9682999999999999</c:v>
                </c:pt>
                <c:pt idx="1214">
                  <c:v>-1.9429000000000001</c:v>
                </c:pt>
                <c:pt idx="1215">
                  <c:v>-1.9175</c:v>
                </c:pt>
                <c:pt idx="1216">
                  <c:v>-1.8920999999999999</c:v>
                </c:pt>
                <c:pt idx="1217">
                  <c:v>-1.8667</c:v>
                </c:pt>
                <c:pt idx="1218">
                  <c:v>-1.8413999999999999</c:v>
                </c:pt>
                <c:pt idx="1219">
                  <c:v>-1.7906</c:v>
                </c:pt>
                <c:pt idx="1220">
                  <c:v>-1.7652000000000001</c:v>
                </c:pt>
                <c:pt idx="1221">
                  <c:v>-1.7652000000000001</c:v>
                </c:pt>
                <c:pt idx="1222">
                  <c:v>-1.7143999999999999</c:v>
                </c:pt>
                <c:pt idx="1223">
                  <c:v>-1.6890000000000001</c:v>
                </c:pt>
                <c:pt idx="1224">
                  <c:v>-1.6636</c:v>
                </c:pt>
                <c:pt idx="1225">
                  <c:v>-1.6128</c:v>
                </c:pt>
                <c:pt idx="1226">
                  <c:v>-1.5873999999999999</c:v>
                </c:pt>
                <c:pt idx="1227">
                  <c:v>-1.5620000000000001</c:v>
                </c:pt>
                <c:pt idx="1228">
                  <c:v>-1.5367</c:v>
                </c:pt>
                <c:pt idx="1229">
                  <c:v>-1.4859</c:v>
                </c:pt>
                <c:pt idx="1230">
                  <c:v>-1.4604999999999999</c:v>
                </c:pt>
                <c:pt idx="1231">
                  <c:v>-1.4351</c:v>
                </c:pt>
                <c:pt idx="1232">
                  <c:v>-1.4097</c:v>
                </c:pt>
                <c:pt idx="1233">
                  <c:v>-1.3843000000000001</c:v>
                </c:pt>
                <c:pt idx="1234">
                  <c:v>-1.3589</c:v>
                </c:pt>
                <c:pt idx="1235">
                  <c:v>-1.3334999999999999</c:v>
                </c:pt>
                <c:pt idx="1236">
                  <c:v>2.1</c:v>
                </c:pt>
                <c:pt idx="1237">
                  <c:v>2.1</c:v>
                </c:pt>
                <c:pt idx="1238">
                  <c:v>2.1</c:v>
                </c:pt>
                <c:pt idx="1239">
                  <c:v>2.1</c:v>
                </c:pt>
                <c:pt idx="1240">
                  <c:v>2.1</c:v>
                </c:pt>
                <c:pt idx="1241">
                  <c:v>2.1</c:v>
                </c:pt>
                <c:pt idx="1242">
                  <c:v>2.1</c:v>
                </c:pt>
                <c:pt idx="1243">
                  <c:v>2.1</c:v>
                </c:pt>
                <c:pt idx="1244">
                  <c:v>2.1</c:v>
                </c:pt>
                <c:pt idx="1245">
                  <c:v>2.1</c:v>
                </c:pt>
                <c:pt idx="1246">
                  <c:v>2.1</c:v>
                </c:pt>
                <c:pt idx="1247">
                  <c:v>2.1</c:v>
                </c:pt>
                <c:pt idx="1248">
                  <c:v>2.1</c:v>
                </c:pt>
                <c:pt idx="1249">
                  <c:v>2.1</c:v>
                </c:pt>
                <c:pt idx="1250">
                  <c:v>2.1</c:v>
                </c:pt>
                <c:pt idx="1251">
                  <c:v>2.1</c:v>
                </c:pt>
                <c:pt idx="1252">
                  <c:v>2.1</c:v>
                </c:pt>
                <c:pt idx="1253">
                  <c:v>2.1</c:v>
                </c:pt>
                <c:pt idx="1254">
                  <c:v>2.1</c:v>
                </c:pt>
                <c:pt idx="1255">
                  <c:v>2.1</c:v>
                </c:pt>
                <c:pt idx="1256">
                  <c:v>2.1</c:v>
                </c:pt>
                <c:pt idx="1257">
                  <c:v>2.1</c:v>
                </c:pt>
                <c:pt idx="1258">
                  <c:v>2.1</c:v>
                </c:pt>
                <c:pt idx="1259">
                  <c:v>2.1</c:v>
                </c:pt>
                <c:pt idx="1260">
                  <c:v>2.1</c:v>
                </c:pt>
                <c:pt idx="1261">
                  <c:v>2.1</c:v>
                </c:pt>
                <c:pt idx="1262">
                  <c:v>2.1</c:v>
                </c:pt>
                <c:pt idx="1263">
                  <c:v>2.1</c:v>
                </c:pt>
                <c:pt idx="1264">
                  <c:v>2.1</c:v>
                </c:pt>
                <c:pt idx="1265">
                  <c:v>2.1</c:v>
                </c:pt>
                <c:pt idx="1266">
                  <c:v>2.1</c:v>
                </c:pt>
                <c:pt idx="1267">
                  <c:v>2.1</c:v>
                </c:pt>
                <c:pt idx="1268">
                  <c:v>2.1</c:v>
                </c:pt>
                <c:pt idx="1269">
                  <c:v>2.1</c:v>
                </c:pt>
                <c:pt idx="1270">
                  <c:v>2.1</c:v>
                </c:pt>
                <c:pt idx="1271">
                  <c:v>2.1</c:v>
                </c:pt>
                <c:pt idx="1272">
                  <c:v>2.1</c:v>
                </c:pt>
                <c:pt idx="1273">
                  <c:v>2.1</c:v>
                </c:pt>
                <c:pt idx="1274">
                  <c:v>2.1</c:v>
                </c:pt>
                <c:pt idx="1275">
                  <c:v>2.1</c:v>
                </c:pt>
                <c:pt idx="1276">
                  <c:v>2.1</c:v>
                </c:pt>
                <c:pt idx="1277">
                  <c:v>2.1</c:v>
                </c:pt>
                <c:pt idx="1278">
                  <c:v>2.1</c:v>
                </c:pt>
                <c:pt idx="1279">
                  <c:v>2.1</c:v>
                </c:pt>
                <c:pt idx="1280">
                  <c:v>2.1</c:v>
                </c:pt>
                <c:pt idx="1281">
                  <c:v>2.1</c:v>
                </c:pt>
                <c:pt idx="1282">
                  <c:v>2.1</c:v>
                </c:pt>
                <c:pt idx="1283">
                  <c:v>2.1</c:v>
                </c:pt>
                <c:pt idx="1284">
                  <c:v>2.1</c:v>
                </c:pt>
                <c:pt idx="1285">
                  <c:v>2.1</c:v>
                </c:pt>
                <c:pt idx="1286">
                  <c:v>2.1</c:v>
                </c:pt>
                <c:pt idx="1287">
                  <c:v>2.1</c:v>
                </c:pt>
                <c:pt idx="1288">
                  <c:v>2.1</c:v>
                </c:pt>
                <c:pt idx="1289">
                  <c:v>2.1</c:v>
                </c:pt>
                <c:pt idx="1290">
                  <c:v>2.1</c:v>
                </c:pt>
                <c:pt idx="1291">
                  <c:v>2.1</c:v>
                </c:pt>
                <c:pt idx="1292">
                  <c:v>2.1</c:v>
                </c:pt>
                <c:pt idx="1293">
                  <c:v>2.1</c:v>
                </c:pt>
                <c:pt idx="1294">
                  <c:v>2.1</c:v>
                </c:pt>
                <c:pt idx="1295">
                  <c:v>2.1</c:v>
                </c:pt>
                <c:pt idx="1296">
                  <c:v>2.1</c:v>
                </c:pt>
                <c:pt idx="1297">
                  <c:v>2.1</c:v>
                </c:pt>
                <c:pt idx="1298">
                  <c:v>2.1</c:v>
                </c:pt>
                <c:pt idx="1299">
                  <c:v>2.1</c:v>
                </c:pt>
                <c:pt idx="1300">
                  <c:v>2.1</c:v>
                </c:pt>
                <c:pt idx="1301">
                  <c:v>2.1</c:v>
                </c:pt>
                <c:pt idx="1302">
                  <c:v>2.1</c:v>
                </c:pt>
                <c:pt idx="1303">
                  <c:v>2.1</c:v>
                </c:pt>
                <c:pt idx="1304">
                  <c:v>2.1</c:v>
                </c:pt>
                <c:pt idx="1305">
                  <c:v>2.1</c:v>
                </c:pt>
                <c:pt idx="1306">
                  <c:v>2.1</c:v>
                </c:pt>
                <c:pt idx="1307">
                  <c:v>2.1</c:v>
                </c:pt>
                <c:pt idx="1308">
                  <c:v>2.1</c:v>
                </c:pt>
                <c:pt idx="1309">
                  <c:v>2.1</c:v>
                </c:pt>
                <c:pt idx="1310">
                  <c:v>2.1</c:v>
                </c:pt>
                <c:pt idx="1311">
                  <c:v>2.1</c:v>
                </c:pt>
                <c:pt idx="1312">
                  <c:v>2.1</c:v>
                </c:pt>
                <c:pt idx="1313">
                  <c:v>2.1</c:v>
                </c:pt>
                <c:pt idx="1314">
                  <c:v>2.1</c:v>
                </c:pt>
                <c:pt idx="1315">
                  <c:v>2.1</c:v>
                </c:pt>
                <c:pt idx="1316">
                  <c:v>2.1</c:v>
                </c:pt>
                <c:pt idx="1317">
                  <c:v>2.1</c:v>
                </c:pt>
                <c:pt idx="1318">
                  <c:v>2.1</c:v>
                </c:pt>
                <c:pt idx="1319">
                  <c:v>2.1</c:v>
                </c:pt>
                <c:pt idx="1320">
                  <c:v>2.1</c:v>
                </c:pt>
                <c:pt idx="1321">
                  <c:v>2.1</c:v>
                </c:pt>
                <c:pt idx="1322">
                  <c:v>2.1</c:v>
                </c:pt>
                <c:pt idx="1323">
                  <c:v>2.1</c:v>
                </c:pt>
                <c:pt idx="1324">
                  <c:v>2.1</c:v>
                </c:pt>
                <c:pt idx="1325">
                  <c:v>2.1</c:v>
                </c:pt>
                <c:pt idx="1326">
                  <c:v>2.1</c:v>
                </c:pt>
                <c:pt idx="1327">
                  <c:v>2.1</c:v>
                </c:pt>
                <c:pt idx="1328">
                  <c:v>2.1</c:v>
                </c:pt>
                <c:pt idx="1329">
                  <c:v>2.1</c:v>
                </c:pt>
                <c:pt idx="1330">
                  <c:v>2.1</c:v>
                </c:pt>
                <c:pt idx="1331">
                  <c:v>2.1</c:v>
                </c:pt>
                <c:pt idx="1332">
                  <c:v>2.1</c:v>
                </c:pt>
                <c:pt idx="1333">
                  <c:v>2.1</c:v>
                </c:pt>
                <c:pt idx="1334">
                  <c:v>2.1</c:v>
                </c:pt>
                <c:pt idx="1335">
                  <c:v>2.1</c:v>
                </c:pt>
                <c:pt idx="1336">
                  <c:v>2.1</c:v>
                </c:pt>
                <c:pt idx="1337">
                  <c:v>2.1</c:v>
                </c:pt>
                <c:pt idx="1338">
                  <c:v>2.1</c:v>
                </c:pt>
                <c:pt idx="1339">
                  <c:v>2.1</c:v>
                </c:pt>
                <c:pt idx="1340">
                  <c:v>2.1</c:v>
                </c:pt>
                <c:pt idx="1341">
                  <c:v>2.1</c:v>
                </c:pt>
                <c:pt idx="1342">
                  <c:v>2.1</c:v>
                </c:pt>
                <c:pt idx="1343">
                  <c:v>2.1</c:v>
                </c:pt>
                <c:pt idx="1344">
                  <c:v>2.1</c:v>
                </c:pt>
                <c:pt idx="1345">
                  <c:v>2.1</c:v>
                </c:pt>
                <c:pt idx="1346">
                  <c:v>2.1</c:v>
                </c:pt>
                <c:pt idx="1347">
                  <c:v>2.1</c:v>
                </c:pt>
                <c:pt idx="1348">
                  <c:v>2.1</c:v>
                </c:pt>
                <c:pt idx="1349">
                  <c:v>2.1</c:v>
                </c:pt>
                <c:pt idx="1350">
                  <c:v>2.1</c:v>
                </c:pt>
                <c:pt idx="1351">
                  <c:v>2.1</c:v>
                </c:pt>
                <c:pt idx="1352">
                  <c:v>2.1</c:v>
                </c:pt>
                <c:pt idx="1353">
                  <c:v>2.1</c:v>
                </c:pt>
                <c:pt idx="1354">
                  <c:v>2.1</c:v>
                </c:pt>
                <c:pt idx="1355">
                  <c:v>2.1</c:v>
                </c:pt>
                <c:pt idx="1356">
                  <c:v>2.1</c:v>
                </c:pt>
                <c:pt idx="1357">
                  <c:v>2.1</c:v>
                </c:pt>
                <c:pt idx="1358">
                  <c:v>2.1</c:v>
                </c:pt>
                <c:pt idx="1359">
                  <c:v>2.1</c:v>
                </c:pt>
                <c:pt idx="1360">
                  <c:v>2.1</c:v>
                </c:pt>
                <c:pt idx="1361">
                  <c:v>2.1</c:v>
                </c:pt>
                <c:pt idx="1362">
                  <c:v>2.1</c:v>
                </c:pt>
                <c:pt idx="1363">
                  <c:v>2.1</c:v>
                </c:pt>
                <c:pt idx="1364">
                  <c:v>2.1</c:v>
                </c:pt>
                <c:pt idx="1365">
                  <c:v>2.1</c:v>
                </c:pt>
                <c:pt idx="1366">
                  <c:v>2.1</c:v>
                </c:pt>
                <c:pt idx="1367">
                  <c:v>2.1</c:v>
                </c:pt>
                <c:pt idx="1368">
                  <c:v>2.1</c:v>
                </c:pt>
                <c:pt idx="1369">
                  <c:v>2.1</c:v>
                </c:pt>
                <c:pt idx="1370">
                  <c:v>2.1</c:v>
                </c:pt>
                <c:pt idx="1371">
                  <c:v>2.1</c:v>
                </c:pt>
                <c:pt idx="1372">
                  <c:v>2.1</c:v>
                </c:pt>
                <c:pt idx="1373">
                  <c:v>2.1</c:v>
                </c:pt>
                <c:pt idx="1374">
                  <c:v>2.1</c:v>
                </c:pt>
                <c:pt idx="1375">
                  <c:v>2.1</c:v>
                </c:pt>
                <c:pt idx="1376">
                  <c:v>2.1</c:v>
                </c:pt>
                <c:pt idx="1377">
                  <c:v>2.1</c:v>
                </c:pt>
                <c:pt idx="1378">
                  <c:v>2.1</c:v>
                </c:pt>
                <c:pt idx="1379">
                  <c:v>2.1</c:v>
                </c:pt>
                <c:pt idx="1380">
                  <c:v>2.1</c:v>
                </c:pt>
                <c:pt idx="1381">
                  <c:v>2.1</c:v>
                </c:pt>
                <c:pt idx="1382">
                  <c:v>2.1</c:v>
                </c:pt>
                <c:pt idx="1383">
                  <c:v>2.1</c:v>
                </c:pt>
                <c:pt idx="1384">
                  <c:v>2.1</c:v>
                </c:pt>
                <c:pt idx="1385">
                  <c:v>2.1</c:v>
                </c:pt>
                <c:pt idx="1386">
                  <c:v>2.1</c:v>
                </c:pt>
                <c:pt idx="1387">
                  <c:v>2.1</c:v>
                </c:pt>
                <c:pt idx="1388">
                  <c:v>2.1</c:v>
                </c:pt>
                <c:pt idx="1389">
                  <c:v>2.1</c:v>
                </c:pt>
                <c:pt idx="1390">
                  <c:v>2.1</c:v>
                </c:pt>
                <c:pt idx="1391">
                  <c:v>2.1</c:v>
                </c:pt>
                <c:pt idx="1392">
                  <c:v>2.1</c:v>
                </c:pt>
                <c:pt idx="1393">
                  <c:v>2.1</c:v>
                </c:pt>
                <c:pt idx="1394">
                  <c:v>2.1</c:v>
                </c:pt>
                <c:pt idx="1395">
                  <c:v>2.1</c:v>
                </c:pt>
                <c:pt idx="1396">
                  <c:v>2.1</c:v>
                </c:pt>
                <c:pt idx="1397">
                  <c:v>2.1</c:v>
                </c:pt>
                <c:pt idx="1398">
                  <c:v>2.1</c:v>
                </c:pt>
                <c:pt idx="1399">
                  <c:v>2.1</c:v>
                </c:pt>
                <c:pt idx="1400">
                  <c:v>2.1</c:v>
                </c:pt>
                <c:pt idx="1401">
                  <c:v>2.1</c:v>
                </c:pt>
                <c:pt idx="1402">
                  <c:v>2.1</c:v>
                </c:pt>
                <c:pt idx="1403">
                  <c:v>2.1</c:v>
                </c:pt>
                <c:pt idx="1404">
                  <c:v>2.1</c:v>
                </c:pt>
                <c:pt idx="1405">
                  <c:v>2.1</c:v>
                </c:pt>
                <c:pt idx="1406">
                  <c:v>2.1</c:v>
                </c:pt>
                <c:pt idx="1407">
                  <c:v>2.1</c:v>
                </c:pt>
                <c:pt idx="1408">
                  <c:v>2.1</c:v>
                </c:pt>
                <c:pt idx="1409">
                  <c:v>2.1</c:v>
                </c:pt>
                <c:pt idx="1410">
                  <c:v>2.1</c:v>
                </c:pt>
                <c:pt idx="1411">
                  <c:v>2.1</c:v>
                </c:pt>
                <c:pt idx="1412">
                  <c:v>2.0819000000000001</c:v>
                </c:pt>
                <c:pt idx="1413">
                  <c:v>2.0638000000000001</c:v>
                </c:pt>
                <c:pt idx="1414">
                  <c:v>2.0276000000000001</c:v>
                </c:pt>
                <c:pt idx="1415">
                  <c:v>2.0095000000000001</c:v>
                </c:pt>
                <c:pt idx="1416">
                  <c:v>1.9914000000000001</c:v>
                </c:pt>
                <c:pt idx="1417">
                  <c:v>1.9733000000000001</c:v>
                </c:pt>
                <c:pt idx="1418">
                  <c:v>1.9371</c:v>
                </c:pt>
                <c:pt idx="1419">
                  <c:v>1.919</c:v>
                </c:pt>
                <c:pt idx="1420">
                  <c:v>1.9009</c:v>
                </c:pt>
                <c:pt idx="1421">
                  <c:v>1.8828</c:v>
                </c:pt>
                <c:pt idx="1422">
                  <c:v>1.8647</c:v>
                </c:pt>
                <c:pt idx="1423">
                  <c:v>1.8285</c:v>
                </c:pt>
                <c:pt idx="1424">
                  <c:v>1.8104</c:v>
                </c:pt>
                <c:pt idx="1425">
                  <c:v>1.7923</c:v>
                </c:pt>
                <c:pt idx="1426">
                  <c:v>1.7742</c:v>
                </c:pt>
                <c:pt idx="1427">
                  <c:v>1.7561</c:v>
                </c:pt>
                <c:pt idx="1428">
                  <c:v>1.738</c:v>
                </c:pt>
                <c:pt idx="1429">
                  <c:v>1.7199</c:v>
                </c:pt>
                <c:pt idx="1430">
                  <c:v>1.6837</c:v>
                </c:pt>
                <c:pt idx="1431">
                  <c:v>1.6656</c:v>
                </c:pt>
                <c:pt idx="1432">
                  <c:v>1.6475</c:v>
                </c:pt>
                <c:pt idx="1433">
                  <c:v>1.6294</c:v>
                </c:pt>
                <c:pt idx="1434">
                  <c:v>1.5931999999999999</c:v>
                </c:pt>
                <c:pt idx="1435">
                  <c:v>1.5750999999999999</c:v>
                </c:pt>
                <c:pt idx="1436">
                  <c:v>1.5569999999999999</c:v>
                </c:pt>
                <c:pt idx="1437">
                  <c:v>1.5207999999999999</c:v>
                </c:pt>
                <c:pt idx="1438">
                  <c:v>1.5026999999999999</c:v>
                </c:pt>
                <c:pt idx="1439">
                  <c:v>1.4845999999999999</c:v>
                </c:pt>
                <c:pt idx="1440">
                  <c:v>1.4664999999999999</c:v>
                </c:pt>
                <c:pt idx="1441">
                  <c:v>1.4302999999999999</c:v>
                </c:pt>
                <c:pt idx="1442">
                  <c:v>1.4120999999999999</c:v>
                </c:pt>
                <c:pt idx="1443">
                  <c:v>1.3939999999999999</c:v>
                </c:pt>
                <c:pt idx="1444">
                  <c:v>1.3758999999999999</c:v>
                </c:pt>
                <c:pt idx="1445">
                  <c:v>1.3396999999999999</c:v>
                </c:pt>
                <c:pt idx="1446">
                  <c:v>1.3216000000000001</c:v>
                </c:pt>
                <c:pt idx="1447">
                  <c:v>1.3035000000000001</c:v>
                </c:pt>
                <c:pt idx="1448">
                  <c:v>1.2854000000000001</c:v>
                </c:pt>
                <c:pt idx="1449">
                  <c:v>1.2673000000000001</c:v>
                </c:pt>
                <c:pt idx="1450">
                  <c:v>1.2492000000000001</c:v>
                </c:pt>
                <c:pt idx="1451">
                  <c:v>1.2311000000000001</c:v>
                </c:pt>
                <c:pt idx="1452">
                  <c:v>1.1949000000000001</c:v>
                </c:pt>
                <c:pt idx="1453">
                  <c:v>1.1768000000000001</c:v>
                </c:pt>
                <c:pt idx="1454">
                  <c:v>1.1587000000000001</c:v>
                </c:pt>
                <c:pt idx="1455">
                  <c:v>1.1225000000000001</c:v>
                </c:pt>
                <c:pt idx="1456">
                  <c:v>1.1044</c:v>
                </c:pt>
                <c:pt idx="1457">
                  <c:v>1.0863</c:v>
                </c:pt>
                <c:pt idx="1458">
                  <c:v>1.0501</c:v>
                </c:pt>
                <c:pt idx="1459">
                  <c:v>1.032</c:v>
                </c:pt>
                <c:pt idx="1460">
                  <c:v>1.0139</c:v>
                </c:pt>
                <c:pt idx="1461">
                  <c:v>0.99580000000000002</c:v>
                </c:pt>
                <c:pt idx="1462">
                  <c:v>0.97770000000000001</c:v>
                </c:pt>
                <c:pt idx="1463">
                  <c:v>0.95960000000000001</c:v>
                </c:pt>
                <c:pt idx="1464">
                  <c:v>0.9234</c:v>
                </c:pt>
                <c:pt idx="1465">
                  <c:v>0.90529999999999999</c:v>
                </c:pt>
                <c:pt idx="1466">
                  <c:v>0.88719999999999999</c:v>
                </c:pt>
                <c:pt idx="1467">
                  <c:v>0.86909999999999998</c:v>
                </c:pt>
                <c:pt idx="1468">
                  <c:v>0.83289999999999997</c:v>
                </c:pt>
                <c:pt idx="1469">
                  <c:v>0.83289999999999997</c:v>
                </c:pt>
                <c:pt idx="1470">
                  <c:v>0.79669999999999996</c:v>
                </c:pt>
                <c:pt idx="1471">
                  <c:v>0.77859999999999996</c:v>
                </c:pt>
                <c:pt idx="1472">
                  <c:v>0.76049999999999995</c:v>
                </c:pt>
                <c:pt idx="1473">
                  <c:v>0.72430000000000005</c:v>
                </c:pt>
                <c:pt idx="1474">
                  <c:v>0.70620000000000005</c:v>
                </c:pt>
                <c:pt idx="1475">
                  <c:v>0.68810000000000004</c:v>
                </c:pt>
                <c:pt idx="1476">
                  <c:v>0.67</c:v>
                </c:pt>
                <c:pt idx="1477">
                  <c:v>0.65190000000000003</c:v>
                </c:pt>
                <c:pt idx="1478">
                  <c:v>0.61570000000000003</c:v>
                </c:pt>
                <c:pt idx="1479">
                  <c:v>0.59760000000000002</c:v>
                </c:pt>
                <c:pt idx="1480">
                  <c:v>0.57950000000000002</c:v>
                </c:pt>
                <c:pt idx="1481">
                  <c:v>0.54330000000000001</c:v>
                </c:pt>
                <c:pt idx="1482">
                  <c:v>0.5252</c:v>
                </c:pt>
                <c:pt idx="1483">
                  <c:v>0.5071</c:v>
                </c:pt>
                <c:pt idx="1484">
                  <c:v>0.48899999999999999</c:v>
                </c:pt>
                <c:pt idx="1485">
                  <c:v>0.47089999999999999</c:v>
                </c:pt>
                <c:pt idx="1486">
                  <c:v>0.43469999999999998</c:v>
                </c:pt>
                <c:pt idx="1487">
                  <c:v>0.41660000000000003</c:v>
                </c:pt>
                <c:pt idx="1488">
                  <c:v>0.38040000000000002</c:v>
                </c:pt>
                <c:pt idx="1489">
                  <c:v>0.36230000000000001</c:v>
                </c:pt>
                <c:pt idx="1490">
                  <c:v>0.36230000000000001</c:v>
                </c:pt>
                <c:pt idx="1491">
                  <c:v>0.308</c:v>
                </c:pt>
                <c:pt idx="1492">
                  <c:v>0.28989999999999999</c:v>
                </c:pt>
                <c:pt idx="1493">
                  <c:v>0.27179999999999999</c:v>
                </c:pt>
                <c:pt idx="1494">
                  <c:v>0.25369999999999998</c:v>
                </c:pt>
                <c:pt idx="1495">
                  <c:v>0.2356</c:v>
                </c:pt>
                <c:pt idx="1496">
                  <c:v>0.2175</c:v>
                </c:pt>
                <c:pt idx="1497">
                  <c:v>0.18129999999999999</c:v>
                </c:pt>
                <c:pt idx="1498">
                  <c:v>0.16320000000000001</c:v>
                </c:pt>
                <c:pt idx="1499">
                  <c:v>0.14510000000000001</c:v>
                </c:pt>
                <c:pt idx="1500">
                  <c:v>0.127</c:v>
                </c:pt>
                <c:pt idx="1501">
                  <c:v>0.1089</c:v>
                </c:pt>
                <c:pt idx="1502">
                  <c:v>6.7000000000000002E-3</c:v>
                </c:pt>
                <c:pt idx="1503">
                  <c:v>-4.8000000000000001E-2</c:v>
                </c:pt>
                <c:pt idx="1504">
                  <c:v>-0.1027</c:v>
                </c:pt>
                <c:pt idx="1505">
                  <c:v>-0.1573</c:v>
                </c:pt>
                <c:pt idx="1506">
                  <c:v>-0.2666</c:v>
                </c:pt>
                <c:pt idx="1507">
                  <c:v>-0.32129999999999997</c:v>
                </c:pt>
                <c:pt idx="1508">
                  <c:v>-0.376</c:v>
                </c:pt>
                <c:pt idx="1509">
                  <c:v>-0.43059999999999998</c:v>
                </c:pt>
                <c:pt idx="1510">
                  <c:v>-0.48530000000000001</c:v>
                </c:pt>
                <c:pt idx="1511">
                  <c:v>-0.54</c:v>
                </c:pt>
                <c:pt idx="1512">
                  <c:v>-0.59460000000000002</c:v>
                </c:pt>
                <c:pt idx="1513">
                  <c:v>-0.64929999999999999</c:v>
                </c:pt>
                <c:pt idx="1514">
                  <c:v>-0.70389999999999997</c:v>
                </c:pt>
                <c:pt idx="1515">
                  <c:v>-0.81330000000000002</c:v>
                </c:pt>
                <c:pt idx="1516">
                  <c:v>-0.8679</c:v>
                </c:pt>
                <c:pt idx="1517">
                  <c:v>-0.97719999999999996</c:v>
                </c:pt>
                <c:pt idx="1518">
                  <c:v>-1.0319</c:v>
                </c:pt>
                <c:pt idx="1519">
                  <c:v>-1.0866</c:v>
                </c:pt>
                <c:pt idx="1520">
                  <c:v>-1.1412</c:v>
                </c:pt>
                <c:pt idx="1521">
                  <c:v>-1.1959</c:v>
                </c:pt>
                <c:pt idx="1522">
                  <c:v>-1.2505999999999999</c:v>
                </c:pt>
                <c:pt idx="1523">
                  <c:v>-1.3599000000000001</c:v>
                </c:pt>
                <c:pt idx="1524">
                  <c:v>-1.4145000000000001</c:v>
                </c:pt>
                <c:pt idx="1525">
                  <c:v>-1.4692000000000001</c:v>
                </c:pt>
                <c:pt idx="1526">
                  <c:v>-1.5785</c:v>
                </c:pt>
                <c:pt idx="1527">
                  <c:v>-1.6332</c:v>
                </c:pt>
                <c:pt idx="1528">
                  <c:v>-1.6879</c:v>
                </c:pt>
                <c:pt idx="1529">
                  <c:v>-1.7424999999999999</c:v>
                </c:pt>
                <c:pt idx="1530">
                  <c:v>-1.8517999999999999</c:v>
                </c:pt>
                <c:pt idx="1531">
                  <c:v>-1.9065000000000001</c:v>
                </c:pt>
                <c:pt idx="1532">
                  <c:v>-1.9612000000000001</c:v>
                </c:pt>
                <c:pt idx="1533">
                  <c:v>-2.0158</c:v>
                </c:pt>
                <c:pt idx="1534">
                  <c:v>-2.1251000000000002</c:v>
                </c:pt>
                <c:pt idx="1535">
                  <c:v>-2.1798000000000002</c:v>
                </c:pt>
                <c:pt idx="1536">
                  <c:v>-2.2345000000000002</c:v>
                </c:pt>
                <c:pt idx="1537">
                  <c:v>-2.2890999999999999</c:v>
                </c:pt>
                <c:pt idx="1538">
                  <c:v>-2.2999999999999998</c:v>
                </c:pt>
                <c:pt idx="1539">
                  <c:v>-2.2999999999999998</c:v>
                </c:pt>
                <c:pt idx="1540">
                  <c:v>-2.2999999999999998</c:v>
                </c:pt>
                <c:pt idx="1541">
                  <c:v>-2.2999999999999998</c:v>
                </c:pt>
                <c:pt idx="1542">
                  <c:v>-2.2999999999999998</c:v>
                </c:pt>
                <c:pt idx="1543">
                  <c:v>-2.2999999999999998</c:v>
                </c:pt>
                <c:pt idx="1544">
                  <c:v>-2.2999999999999998</c:v>
                </c:pt>
                <c:pt idx="1545">
                  <c:v>-2.2999999999999998</c:v>
                </c:pt>
                <c:pt idx="1546">
                  <c:v>-2.2999999999999998</c:v>
                </c:pt>
                <c:pt idx="1547">
                  <c:v>-2.2999999999999998</c:v>
                </c:pt>
                <c:pt idx="1548">
                  <c:v>-2.2103000000000002</c:v>
                </c:pt>
                <c:pt idx="1549">
                  <c:v>-2.1543999999999999</c:v>
                </c:pt>
                <c:pt idx="1550">
                  <c:v>-2.0985999999999998</c:v>
                </c:pt>
                <c:pt idx="1551">
                  <c:v>-2.0427</c:v>
                </c:pt>
                <c:pt idx="1552">
                  <c:v>-1.9867999999999999</c:v>
                </c:pt>
                <c:pt idx="1553">
                  <c:v>-1.9309000000000001</c:v>
                </c:pt>
                <c:pt idx="1554">
                  <c:v>-1.8751</c:v>
                </c:pt>
                <c:pt idx="1555">
                  <c:v>-1.7633000000000001</c:v>
                </c:pt>
                <c:pt idx="1556">
                  <c:v>-1.7075</c:v>
                </c:pt>
                <c:pt idx="1557">
                  <c:v>-1.6516</c:v>
                </c:pt>
                <c:pt idx="1558">
                  <c:v>-1.5956999999999999</c:v>
                </c:pt>
                <c:pt idx="1559">
                  <c:v>-1.5398000000000001</c:v>
                </c:pt>
                <c:pt idx="1560">
                  <c:v>-1.484</c:v>
                </c:pt>
                <c:pt idx="1561">
                  <c:v>-1.4280999999999999</c:v>
                </c:pt>
                <c:pt idx="1562">
                  <c:v>-1.3163</c:v>
                </c:pt>
                <c:pt idx="1563">
                  <c:v>-1.2605</c:v>
                </c:pt>
                <c:pt idx="1564">
                  <c:v>-1.2045999999999999</c:v>
                </c:pt>
                <c:pt idx="1565">
                  <c:v>-1.1487000000000001</c:v>
                </c:pt>
                <c:pt idx="1566">
                  <c:v>-1.0928</c:v>
                </c:pt>
                <c:pt idx="1567">
                  <c:v>-1.0369999999999999</c:v>
                </c:pt>
                <c:pt idx="1568">
                  <c:v>-0.92520000000000002</c:v>
                </c:pt>
                <c:pt idx="1569">
                  <c:v>-0.86939999999999995</c:v>
                </c:pt>
                <c:pt idx="1570">
                  <c:v>-0.8135</c:v>
                </c:pt>
                <c:pt idx="1571">
                  <c:v>-0.75760000000000005</c:v>
                </c:pt>
                <c:pt idx="1572">
                  <c:v>-0.70169999999999999</c:v>
                </c:pt>
                <c:pt idx="1573">
                  <c:v>-0.64590000000000003</c:v>
                </c:pt>
                <c:pt idx="1574">
                  <c:v>-0.59</c:v>
                </c:pt>
                <c:pt idx="1575">
                  <c:v>-0.53410000000000002</c:v>
                </c:pt>
                <c:pt idx="1576">
                  <c:v>-0.47820000000000001</c:v>
                </c:pt>
                <c:pt idx="1577">
                  <c:v>-0.36649999999999999</c:v>
                </c:pt>
                <c:pt idx="1578">
                  <c:v>-0.31059999999999999</c:v>
                </c:pt>
                <c:pt idx="1579">
                  <c:v>-0.25469999999999998</c:v>
                </c:pt>
                <c:pt idx="1580">
                  <c:v>-0.19889999999999999</c:v>
                </c:pt>
                <c:pt idx="1581">
                  <c:v>-0.14299999999999999</c:v>
                </c:pt>
                <c:pt idx="1582">
                  <c:v>-3.1300000000000001E-2</c:v>
                </c:pt>
                <c:pt idx="1583">
                  <c:v>2.46E-2</c:v>
                </c:pt>
                <c:pt idx="1584">
                  <c:v>8.0500000000000002E-2</c:v>
                </c:pt>
                <c:pt idx="1585">
                  <c:v>0.13639999999999999</c:v>
                </c:pt>
                <c:pt idx="1586">
                  <c:v>0.19220000000000001</c:v>
                </c:pt>
                <c:pt idx="1587">
                  <c:v>0.24809999999999999</c:v>
                </c:pt>
                <c:pt idx="1588">
                  <c:v>0.3599</c:v>
                </c:pt>
                <c:pt idx="1589">
                  <c:v>0.41570000000000001</c:v>
                </c:pt>
                <c:pt idx="1590">
                  <c:v>0.47160000000000002</c:v>
                </c:pt>
                <c:pt idx="1591">
                  <c:v>0.52749999999999997</c:v>
                </c:pt>
                <c:pt idx="1592">
                  <c:v>0.58330000000000004</c:v>
                </c:pt>
                <c:pt idx="1593">
                  <c:v>0.63919999999999999</c:v>
                </c:pt>
                <c:pt idx="1594">
                  <c:v>0.69510000000000005</c:v>
                </c:pt>
                <c:pt idx="1595">
                  <c:v>0.751</c:v>
                </c:pt>
                <c:pt idx="1596">
                  <c:v>0.86270000000000002</c:v>
                </c:pt>
                <c:pt idx="1597">
                  <c:v>0.91859999999999997</c:v>
                </c:pt>
                <c:pt idx="1598">
                  <c:v>0.97450000000000003</c:v>
                </c:pt>
                <c:pt idx="1599">
                  <c:v>1.0303</c:v>
                </c:pt>
                <c:pt idx="1600">
                  <c:v>1.1420999999999999</c:v>
                </c:pt>
                <c:pt idx="1601">
                  <c:v>1.198</c:v>
                </c:pt>
                <c:pt idx="1602">
                  <c:v>1.2538</c:v>
                </c:pt>
                <c:pt idx="1603">
                  <c:v>1.3097000000000001</c:v>
                </c:pt>
                <c:pt idx="1604">
                  <c:v>1.3655999999999999</c:v>
                </c:pt>
                <c:pt idx="1605">
                  <c:v>1.4773000000000001</c:v>
                </c:pt>
                <c:pt idx="1606">
                  <c:v>1.5331999999999999</c:v>
                </c:pt>
                <c:pt idx="1607">
                  <c:v>1.5891</c:v>
                </c:pt>
                <c:pt idx="1608">
                  <c:v>1.6449</c:v>
                </c:pt>
                <c:pt idx="1609">
                  <c:v>1.7566999999999999</c:v>
                </c:pt>
                <c:pt idx="1610">
                  <c:v>1.8126</c:v>
                </c:pt>
                <c:pt idx="1611">
                  <c:v>1.8684000000000001</c:v>
                </c:pt>
                <c:pt idx="1612">
                  <c:v>1.9802</c:v>
                </c:pt>
                <c:pt idx="1613">
                  <c:v>2.036</c:v>
                </c:pt>
                <c:pt idx="1614">
                  <c:v>2.0918999999999999</c:v>
                </c:pt>
                <c:pt idx="1615">
                  <c:v>2.2037</c:v>
                </c:pt>
                <c:pt idx="1616">
                  <c:v>2.2595000000000001</c:v>
                </c:pt>
                <c:pt idx="1617">
                  <c:v>2.3153999999999999</c:v>
                </c:pt>
                <c:pt idx="1618">
                  <c:v>2.3713000000000002</c:v>
                </c:pt>
                <c:pt idx="1619">
                  <c:v>2.4830000000000001</c:v>
                </c:pt>
                <c:pt idx="1620">
                  <c:v>2.5388999999999999</c:v>
                </c:pt>
                <c:pt idx="1621">
                  <c:v>2.5948000000000002</c:v>
                </c:pt>
                <c:pt idx="1622">
                  <c:v>2.6507000000000001</c:v>
                </c:pt>
                <c:pt idx="1623">
                  <c:v>2.7624</c:v>
                </c:pt>
                <c:pt idx="1624">
                  <c:v>2.8182999999999998</c:v>
                </c:pt>
                <c:pt idx="1625">
                  <c:v>2.8740999999999999</c:v>
                </c:pt>
                <c:pt idx="1626">
                  <c:v>2.9859</c:v>
                </c:pt>
                <c:pt idx="1627">
                  <c:v>3.0417999999999998</c:v>
                </c:pt>
                <c:pt idx="1628">
                  <c:v>3.0417999999999998</c:v>
                </c:pt>
                <c:pt idx="1629">
                  <c:v>3.1535000000000002</c:v>
                </c:pt>
                <c:pt idx="1630">
                  <c:v>3.2094</c:v>
                </c:pt>
                <c:pt idx="1631">
                  <c:v>3.2652999999999999</c:v>
                </c:pt>
                <c:pt idx="1632">
                  <c:v>3.3210999999999999</c:v>
                </c:pt>
                <c:pt idx="1633">
                  <c:v>3.3769999999999998</c:v>
                </c:pt>
                <c:pt idx="1634">
                  <c:v>3.4329000000000001</c:v>
                </c:pt>
                <c:pt idx="1635">
                  <c:v>3.4887000000000001</c:v>
                </c:pt>
                <c:pt idx="1636">
                  <c:v>3.5446</c:v>
                </c:pt>
                <c:pt idx="1637">
                  <c:v>3.6564000000000001</c:v>
                </c:pt>
                <c:pt idx="1638">
                  <c:v>3.7122000000000002</c:v>
                </c:pt>
                <c:pt idx="1639">
                  <c:v>3.8799000000000001</c:v>
                </c:pt>
                <c:pt idx="1640">
                  <c:v>3.9357000000000002</c:v>
                </c:pt>
                <c:pt idx="1641">
                  <c:v>3.9916</c:v>
                </c:pt>
                <c:pt idx="1642">
                  <c:v>4</c:v>
                </c:pt>
                <c:pt idx="1643">
                  <c:v>4</c:v>
                </c:pt>
                <c:pt idx="1644">
                  <c:v>4</c:v>
                </c:pt>
                <c:pt idx="1645">
                  <c:v>4</c:v>
                </c:pt>
                <c:pt idx="1646">
                  <c:v>4</c:v>
                </c:pt>
                <c:pt idx="1647">
                  <c:v>4</c:v>
                </c:pt>
                <c:pt idx="1648">
                  <c:v>4</c:v>
                </c:pt>
                <c:pt idx="1649">
                  <c:v>4</c:v>
                </c:pt>
                <c:pt idx="1650">
                  <c:v>4</c:v>
                </c:pt>
                <c:pt idx="1651">
                  <c:v>4</c:v>
                </c:pt>
                <c:pt idx="1652">
                  <c:v>4</c:v>
                </c:pt>
                <c:pt idx="1653">
                  <c:v>4</c:v>
                </c:pt>
                <c:pt idx="1654">
                  <c:v>4</c:v>
                </c:pt>
                <c:pt idx="1655">
                  <c:v>4</c:v>
                </c:pt>
                <c:pt idx="1656">
                  <c:v>4</c:v>
                </c:pt>
                <c:pt idx="1657">
                  <c:v>4</c:v>
                </c:pt>
                <c:pt idx="1658">
                  <c:v>4</c:v>
                </c:pt>
                <c:pt idx="1659">
                  <c:v>4</c:v>
                </c:pt>
                <c:pt idx="1660">
                  <c:v>4</c:v>
                </c:pt>
                <c:pt idx="1661">
                  <c:v>4</c:v>
                </c:pt>
                <c:pt idx="1662">
                  <c:v>4</c:v>
                </c:pt>
                <c:pt idx="1663">
                  <c:v>4</c:v>
                </c:pt>
                <c:pt idx="1664">
                  <c:v>4</c:v>
                </c:pt>
                <c:pt idx="1665">
                  <c:v>4</c:v>
                </c:pt>
                <c:pt idx="1666">
                  <c:v>4</c:v>
                </c:pt>
                <c:pt idx="1667">
                  <c:v>4</c:v>
                </c:pt>
                <c:pt idx="1668">
                  <c:v>4</c:v>
                </c:pt>
                <c:pt idx="1669">
                  <c:v>4</c:v>
                </c:pt>
                <c:pt idx="1670">
                  <c:v>4</c:v>
                </c:pt>
                <c:pt idx="1671">
                  <c:v>4</c:v>
                </c:pt>
                <c:pt idx="1672">
                  <c:v>4</c:v>
                </c:pt>
                <c:pt idx="1673">
                  <c:v>4</c:v>
                </c:pt>
                <c:pt idx="1674">
                  <c:v>4</c:v>
                </c:pt>
                <c:pt idx="1675">
                  <c:v>4</c:v>
                </c:pt>
                <c:pt idx="1676">
                  <c:v>4</c:v>
                </c:pt>
                <c:pt idx="1677">
                  <c:v>4</c:v>
                </c:pt>
                <c:pt idx="1678">
                  <c:v>4</c:v>
                </c:pt>
                <c:pt idx="1679">
                  <c:v>4</c:v>
                </c:pt>
                <c:pt idx="1680">
                  <c:v>4</c:v>
                </c:pt>
                <c:pt idx="1681">
                  <c:v>4</c:v>
                </c:pt>
                <c:pt idx="1682">
                  <c:v>4</c:v>
                </c:pt>
                <c:pt idx="1683">
                  <c:v>4</c:v>
                </c:pt>
                <c:pt idx="1684">
                  <c:v>4</c:v>
                </c:pt>
                <c:pt idx="1685">
                  <c:v>4</c:v>
                </c:pt>
                <c:pt idx="1686">
                  <c:v>4</c:v>
                </c:pt>
                <c:pt idx="1687">
                  <c:v>4</c:v>
                </c:pt>
                <c:pt idx="1688">
                  <c:v>4</c:v>
                </c:pt>
                <c:pt idx="1689">
                  <c:v>4</c:v>
                </c:pt>
                <c:pt idx="1690">
                  <c:v>4</c:v>
                </c:pt>
                <c:pt idx="1691">
                  <c:v>4</c:v>
                </c:pt>
                <c:pt idx="1692">
                  <c:v>4</c:v>
                </c:pt>
                <c:pt idx="1693">
                  <c:v>4</c:v>
                </c:pt>
                <c:pt idx="1694">
                  <c:v>4</c:v>
                </c:pt>
                <c:pt idx="1695">
                  <c:v>4</c:v>
                </c:pt>
                <c:pt idx="1696">
                  <c:v>4</c:v>
                </c:pt>
                <c:pt idx="1697">
                  <c:v>4</c:v>
                </c:pt>
                <c:pt idx="1698">
                  <c:v>4</c:v>
                </c:pt>
                <c:pt idx="1699">
                  <c:v>4</c:v>
                </c:pt>
                <c:pt idx="1700">
                  <c:v>4</c:v>
                </c:pt>
                <c:pt idx="1701">
                  <c:v>4</c:v>
                </c:pt>
                <c:pt idx="1702">
                  <c:v>4</c:v>
                </c:pt>
                <c:pt idx="1703">
                  <c:v>4</c:v>
                </c:pt>
                <c:pt idx="1704">
                  <c:v>4</c:v>
                </c:pt>
                <c:pt idx="1705">
                  <c:v>4</c:v>
                </c:pt>
                <c:pt idx="1706">
                  <c:v>4</c:v>
                </c:pt>
                <c:pt idx="1707">
                  <c:v>4</c:v>
                </c:pt>
                <c:pt idx="1708">
                  <c:v>4</c:v>
                </c:pt>
                <c:pt idx="1709">
                  <c:v>4</c:v>
                </c:pt>
                <c:pt idx="1710">
                  <c:v>4</c:v>
                </c:pt>
                <c:pt idx="1711">
                  <c:v>4</c:v>
                </c:pt>
                <c:pt idx="1712">
                  <c:v>4</c:v>
                </c:pt>
                <c:pt idx="1713">
                  <c:v>4</c:v>
                </c:pt>
                <c:pt idx="1714">
                  <c:v>4</c:v>
                </c:pt>
                <c:pt idx="1715">
                  <c:v>4</c:v>
                </c:pt>
                <c:pt idx="1716">
                  <c:v>4</c:v>
                </c:pt>
                <c:pt idx="1717">
                  <c:v>4</c:v>
                </c:pt>
                <c:pt idx="1718">
                  <c:v>4</c:v>
                </c:pt>
                <c:pt idx="1719">
                  <c:v>4</c:v>
                </c:pt>
                <c:pt idx="1720">
                  <c:v>4</c:v>
                </c:pt>
                <c:pt idx="1721">
                  <c:v>4</c:v>
                </c:pt>
                <c:pt idx="1722">
                  <c:v>4</c:v>
                </c:pt>
                <c:pt idx="1723">
                  <c:v>4</c:v>
                </c:pt>
                <c:pt idx="1724">
                  <c:v>4</c:v>
                </c:pt>
                <c:pt idx="1725">
                  <c:v>4</c:v>
                </c:pt>
                <c:pt idx="1726">
                  <c:v>4</c:v>
                </c:pt>
                <c:pt idx="1727">
                  <c:v>3.9998</c:v>
                </c:pt>
                <c:pt idx="1728">
                  <c:v>3.8900999999999999</c:v>
                </c:pt>
                <c:pt idx="1729">
                  <c:v>3.8351999999999999</c:v>
                </c:pt>
                <c:pt idx="1730">
                  <c:v>3.7803</c:v>
                </c:pt>
                <c:pt idx="1731">
                  <c:v>3.7254999999999998</c:v>
                </c:pt>
                <c:pt idx="1732">
                  <c:v>3.6705999999999999</c:v>
                </c:pt>
                <c:pt idx="1733">
                  <c:v>3.5609000000000002</c:v>
                </c:pt>
                <c:pt idx="1734">
                  <c:v>3.5059999999999998</c:v>
                </c:pt>
                <c:pt idx="1735">
                  <c:v>3.4510999999999998</c:v>
                </c:pt>
                <c:pt idx="1736">
                  <c:v>3.3414000000000001</c:v>
                </c:pt>
                <c:pt idx="1737">
                  <c:v>3.2865000000000002</c:v>
                </c:pt>
                <c:pt idx="1738">
                  <c:v>3.2317</c:v>
                </c:pt>
                <c:pt idx="1739">
                  <c:v>3.1768000000000001</c:v>
                </c:pt>
                <c:pt idx="1740">
                  <c:v>3.0670999999999999</c:v>
                </c:pt>
                <c:pt idx="1741">
                  <c:v>3.0122</c:v>
                </c:pt>
                <c:pt idx="1742">
                  <c:v>2.9573</c:v>
                </c:pt>
                <c:pt idx="1743">
                  <c:v>2.9024999999999999</c:v>
                </c:pt>
                <c:pt idx="1744">
                  <c:v>2.8475999999999999</c:v>
                </c:pt>
                <c:pt idx="1745">
                  <c:v>2.7378999999999998</c:v>
                </c:pt>
                <c:pt idx="1746">
                  <c:v>2.6829999999999998</c:v>
                </c:pt>
                <c:pt idx="1747">
                  <c:v>2.6282000000000001</c:v>
                </c:pt>
                <c:pt idx="1748">
                  <c:v>2.5733000000000001</c:v>
                </c:pt>
                <c:pt idx="1749">
                  <c:v>2.4636</c:v>
                </c:pt>
                <c:pt idx="1750">
                  <c:v>2.4087000000000001</c:v>
                </c:pt>
                <c:pt idx="1751">
                  <c:v>2.3538000000000001</c:v>
                </c:pt>
                <c:pt idx="1752">
                  <c:v>2.2989999999999999</c:v>
                </c:pt>
                <c:pt idx="1753">
                  <c:v>2.1892</c:v>
                </c:pt>
                <c:pt idx="1754">
                  <c:v>2.1343999999999999</c:v>
                </c:pt>
                <c:pt idx="1755">
                  <c:v>2.0794999999999999</c:v>
                </c:pt>
                <c:pt idx="1756">
                  <c:v>1.9698</c:v>
                </c:pt>
                <c:pt idx="1757">
                  <c:v>1.9149</c:v>
                </c:pt>
                <c:pt idx="1758">
                  <c:v>1.86</c:v>
                </c:pt>
                <c:pt idx="1759">
                  <c:v>1.8051999999999999</c:v>
                </c:pt>
                <c:pt idx="1760">
                  <c:v>1.7503</c:v>
                </c:pt>
                <c:pt idx="1761">
                  <c:v>1.6954</c:v>
                </c:pt>
                <c:pt idx="1762">
                  <c:v>1.5857000000000001</c:v>
                </c:pt>
                <c:pt idx="1763">
                  <c:v>1.5307999999999999</c:v>
                </c:pt>
                <c:pt idx="1764">
                  <c:v>1.476</c:v>
                </c:pt>
                <c:pt idx="1765">
                  <c:v>1.4211</c:v>
                </c:pt>
                <c:pt idx="1766">
                  <c:v>1.3663000000000001</c:v>
                </c:pt>
                <c:pt idx="1767">
                  <c:v>1.2565</c:v>
                </c:pt>
                <c:pt idx="1768">
                  <c:v>1.2017</c:v>
                </c:pt>
                <c:pt idx="1769">
                  <c:v>1.1468</c:v>
                </c:pt>
                <c:pt idx="1770">
                  <c:v>1.0919000000000001</c:v>
                </c:pt>
                <c:pt idx="1771">
                  <c:v>0.98240000000000005</c:v>
                </c:pt>
                <c:pt idx="1772">
                  <c:v>0.92769999999999997</c:v>
                </c:pt>
                <c:pt idx="1773">
                  <c:v>0.873</c:v>
                </c:pt>
                <c:pt idx="1774">
                  <c:v>0.81820000000000004</c:v>
                </c:pt>
                <c:pt idx="1775">
                  <c:v>0.76349999999999996</c:v>
                </c:pt>
                <c:pt idx="1776">
                  <c:v>0.65410000000000001</c:v>
                </c:pt>
                <c:pt idx="1777">
                  <c:v>0.59930000000000005</c:v>
                </c:pt>
                <c:pt idx="1778">
                  <c:v>0.54459999999999997</c:v>
                </c:pt>
                <c:pt idx="1779">
                  <c:v>0.4899</c:v>
                </c:pt>
                <c:pt idx="1780">
                  <c:v>0.43509999999999999</c:v>
                </c:pt>
                <c:pt idx="1781">
                  <c:v>0.32569999999999999</c:v>
                </c:pt>
                <c:pt idx="1782">
                  <c:v>0.27089999999999997</c:v>
                </c:pt>
                <c:pt idx="1783">
                  <c:v>0.2162</c:v>
                </c:pt>
                <c:pt idx="1784">
                  <c:v>0.1615</c:v>
                </c:pt>
                <c:pt idx="1785">
                  <c:v>0.1067</c:v>
                </c:pt>
                <c:pt idx="1786">
                  <c:v>-2.7000000000000001E-3</c:v>
                </c:pt>
                <c:pt idx="1787">
                  <c:v>-5.7500000000000002E-2</c:v>
                </c:pt>
                <c:pt idx="1788">
                  <c:v>-0.11219999999999999</c:v>
                </c:pt>
                <c:pt idx="1789">
                  <c:v>-0.16689999999999999</c:v>
                </c:pt>
                <c:pt idx="1790">
                  <c:v>-0.27639999999999998</c:v>
                </c:pt>
                <c:pt idx="1791">
                  <c:v>-0.27639999999999998</c:v>
                </c:pt>
                <c:pt idx="1792">
                  <c:v>-0.33110000000000001</c:v>
                </c:pt>
                <c:pt idx="1793">
                  <c:v>-0.44059999999999999</c:v>
                </c:pt>
                <c:pt idx="1794">
                  <c:v>-0.49530000000000002</c:v>
                </c:pt>
                <c:pt idx="1795">
                  <c:v>-0.55000000000000004</c:v>
                </c:pt>
                <c:pt idx="1796">
                  <c:v>-0.6048</c:v>
                </c:pt>
                <c:pt idx="1797">
                  <c:v>-0.71419999999999995</c:v>
                </c:pt>
                <c:pt idx="1798">
                  <c:v>-0.76900000000000002</c:v>
                </c:pt>
                <c:pt idx="1799">
                  <c:v>-0.82369999999999999</c:v>
                </c:pt>
                <c:pt idx="1800">
                  <c:v>-0.87839999999999996</c:v>
                </c:pt>
                <c:pt idx="1801">
                  <c:v>-0.93320000000000003</c:v>
                </c:pt>
                <c:pt idx="1802">
                  <c:v>-1.0426</c:v>
                </c:pt>
                <c:pt idx="1803">
                  <c:v>-1.0973999999999999</c:v>
                </c:pt>
                <c:pt idx="1804">
                  <c:v>-1.1520999999999999</c:v>
                </c:pt>
                <c:pt idx="1805">
                  <c:v>-1.2068000000000001</c:v>
                </c:pt>
                <c:pt idx="1806">
                  <c:v>-1.2615000000000001</c:v>
                </c:pt>
                <c:pt idx="1807">
                  <c:v>-1.3163</c:v>
                </c:pt>
                <c:pt idx="1808">
                  <c:v>-1.4257</c:v>
                </c:pt>
                <c:pt idx="1809">
                  <c:v>-1.4804999999999999</c:v>
                </c:pt>
                <c:pt idx="1810">
                  <c:v>-1.5351999999999999</c:v>
                </c:pt>
                <c:pt idx="1811">
                  <c:v>-1.5899000000000001</c:v>
                </c:pt>
                <c:pt idx="1812">
                  <c:v>-1.6447000000000001</c:v>
                </c:pt>
                <c:pt idx="1813">
                  <c:v>-1.7541</c:v>
                </c:pt>
                <c:pt idx="1814">
                  <c:v>-1.8089</c:v>
                </c:pt>
                <c:pt idx="1815">
                  <c:v>-1.8635999999999999</c:v>
                </c:pt>
                <c:pt idx="1816">
                  <c:v>-1.9182999999999999</c:v>
                </c:pt>
                <c:pt idx="1817">
                  <c:v>-1.9731000000000001</c:v>
                </c:pt>
                <c:pt idx="1818">
                  <c:v>-2.0825</c:v>
                </c:pt>
                <c:pt idx="1819">
                  <c:v>-2.1372</c:v>
                </c:pt>
                <c:pt idx="1820">
                  <c:v>-2.1920000000000002</c:v>
                </c:pt>
                <c:pt idx="1821">
                  <c:v>-2.2999999999999998</c:v>
                </c:pt>
                <c:pt idx="1822">
                  <c:v>-2.2999999999999998</c:v>
                </c:pt>
                <c:pt idx="1823">
                  <c:v>-2.2999999999999998</c:v>
                </c:pt>
                <c:pt idx="1824">
                  <c:v>-2.2999999999999998</c:v>
                </c:pt>
                <c:pt idx="1825">
                  <c:v>-2.2999999999999998</c:v>
                </c:pt>
                <c:pt idx="1826">
                  <c:v>-2.2999999999999998</c:v>
                </c:pt>
                <c:pt idx="1827">
                  <c:v>-2.2999999999999998</c:v>
                </c:pt>
                <c:pt idx="1828">
                  <c:v>-2.2999999999999998</c:v>
                </c:pt>
                <c:pt idx="1829">
                  <c:v>-2.2999999999999998</c:v>
                </c:pt>
                <c:pt idx="1830">
                  <c:v>-2.2999999999999998</c:v>
                </c:pt>
                <c:pt idx="1831">
                  <c:v>-2.2847</c:v>
                </c:pt>
                <c:pt idx="1832">
                  <c:v>-2.1728000000000001</c:v>
                </c:pt>
                <c:pt idx="1833">
                  <c:v>-2.1168</c:v>
                </c:pt>
                <c:pt idx="1834">
                  <c:v>-2.0609000000000002</c:v>
                </c:pt>
                <c:pt idx="1835">
                  <c:v>-2.0049000000000001</c:v>
                </c:pt>
                <c:pt idx="1836">
                  <c:v>-1.9490000000000001</c:v>
                </c:pt>
                <c:pt idx="1837">
                  <c:v>-1.8371</c:v>
                </c:pt>
                <c:pt idx="1838">
                  <c:v>-1.7811999999999999</c:v>
                </c:pt>
                <c:pt idx="1839">
                  <c:v>-1.7252000000000001</c:v>
                </c:pt>
                <c:pt idx="1840">
                  <c:v>-1.6133999999999999</c:v>
                </c:pt>
                <c:pt idx="1841">
                  <c:v>-1.5573999999999999</c:v>
                </c:pt>
                <c:pt idx="1842">
                  <c:v>-1.5015000000000001</c:v>
                </c:pt>
                <c:pt idx="1843">
                  <c:v>-1.3895999999999999</c:v>
                </c:pt>
                <c:pt idx="1844">
                  <c:v>-1.3337000000000001</c:v>
                </c:pt>
                <c:pt idx="1845">
                  <c:v>-1.2777000000000001</c:v>
                </c:pt>
                <c:pt idx="1846">
                  <c:v>-1.2218</c:v>
                </c:pt>
                <c:pt idx="1847">
                  <c:v>-1.1099000000000001</c:v>
                </c:pt>
                <c:pt idx="1848">
                  <c:v>-1.1099000000000001</c:v>
                </c:pt>
                <c:pt idx="1849">
                  <c:v>-1.0539000000000001</c:v>
                </c:pt>
                <c:pt idx="1850">
                  <c:v>-0.94210000000000005</c:v>
                </c:pt>
                <c:pt idx="1851">
                  <c:v>-0.8861</c:v>
                </c:pt>
                <c:pt idx="1852">
                  <c:v>-0.83020000000000005</c:v>
                </c:pt>
                <c:pt idx="1853">
                  <c:v>-0.7742</c:v>
                </c:pt>
                <c:pt idx="1854">
                  <c:v>-0.66239999999999999</c:v>
                </c:pt>
                <c:pt idx="1855">
                  <c:v>-0.60640000000000005</c:v>
                </c:pt>
                <c:pt idx="1856">
                  <c:v>-0.55049999999999999</c:v>
                </c:pt>
                <c:pt idx="1857">
                  <c:v>-0.4945</c:v>
                </c:pt>
                <c:pt idx="1858">
                  <c:v>-0.38269999999999998</c:v>
                </c:pt>
                <c:pt idx="1859">
                  <c:v>-0.32669999999999999</c:v>
                </c:pt>
                <c:pt idx="1860">
                  <c:v>-0.27079999999999999</c:v>
                </c:pt>
                <c:pt idx="1861">
                  <c:v>-0.21479999999999999</c:v>
                </c:pt>
                <c:pt idx="1862">
                  <c:v>-0.15890000000000001</c:v>
                </c:pt>
                <c:pt idx="1863">
                  <c:v>-0.10299999999999999</c:v>
                </c:pt>
                <c:pt idx="1864">
                  <c:v>-4.7E-2</c:v>
                </c:pt>
                <c:pt idx="1865">
                  <c:v>6.4899999999999999E-2</c:v>
                </c:pt>
                <c:pt idx="1866">
                  <c:v>0.1208</c:v>
                </c:pt>
                <c:pt idx="1867">
                  <c:v>0.17680000000000001</c:v>
                </c:pt>
                <c:pt idx="1868">
                  <c:v>0.23269999999999999</c:v>
                </c:pt>
                <c:pt idx="1869">
                  <c:v>0.28860000000000002</c:v>
                </c:pt>
                <c:pt idx="1870">
                  <c:v>0.34460000000000002</c:v>
                </c:pt>
                <c:pt idx="1871">
                  <c:v>0.45650000000000002</c:v>
                </c:pt>
                <c:pt idx="1872">
                  <c:v>0.51239999999999997</c:v>
                </c:pt>
                <c:pt idx="1873">
                  <c:v>0.56830000000000003</c:v>
                </c:pt>
                <c:pt idx="1874">
                  <c:v>0.62429999999999997</c:v>
                </c:pt>
                <c:pt idx="1875">
                  <c:v>0.68020000000000003</c:v>
                </c:pt>
                <c:pt idx="1876">
                  <c:v>0.73619999999999997</c:v>
                </c:pt>
                <c:pt idx="1877">
                  <c:v>0.79210000000000003</c:v>
                </c:pt>
                <c:pt idx="1878">
                  <c:v>0.90400000000000003</c:v>
                </c:pt>
                <c:pt idx="1879">
                  <c:v>0.95989999999999998</c:v>
                </c:pt>
                <c:pt idx="1880">
                  <c:v>1.0718000000000001</c:v>
                </c:pt>
                <c:pt idx="1881">
                  <c:v>1.1277999999999999</c:v>
                </c:pt>
                <c:pt idx="1882">
                  <c:v>1.1837</c:v>
                </c:pt>
                <c:pt idx="1883">
                  <c:v>1.2956000000000001</c:v>
                </c:pt>
                <c:pt idx="1884">
                  <c:v>1.3514999999999999</c:v>
                </c:pt>
                <c:pt idx="1885">
                  <c:v>1.4075</c:v>
                </c:pt>
                <c:pt idx="1886">
                  <c:v>1.4634</c:v>
                </c:pt>
                <c:pt idx="1887">
                  <c:v>1.5752999999999999</c:v>
                </c:pt>
                <c:pt idx="1888">
                  <c:v>1.6312</c:v>
                </c:pt>
                <c:pt idx="1889">
                  <c:v>1.6872</c:v>
                </c:pt>
                <c:pt idx="1890">
                  <c:v>1.7990999999999999</c:v>
                </c:pt>
                <c:pt idx="1891">
                  <c:v>1.855</c:v>
                </c:pt>
                <c:pt idx="1892">
                  <c:v>1.9109</c:v>
                </c:pt>
                <c:pt idx="1893">
                  <c:v>1.9669000000000001</c:v>
                </c:pt>
                <c:pt idx="1894">
                  <c:v>2.0788000000000002</c:v>
                </c:pt>
                <c:pt idx="1895">
                  <c:v>2.1347</c:v>
                </c:pt>
                <c:pt idx="1896">
                  <c:v>2.1905999999999999</c:v>
                </c:pt>
                <c:pt idx="1897">
                  <c:v>2.3025000000000002</c:v>
                </c:pt>
                <c:pt idx="1898">
                  <c:v>2.3584999999999998</c:v>
                </c:pt>
                <c:pt idx="1899">
                  <c:v>2.4702999999999999</c:v>
                </c:pt>
                <c:pt idx="1900">
                  <c:v>2.5263</c:v>
                </c:pt>
                <c:pt idx="1901">
                  <c:v>2.5821999999999998</c:v>
                </c:pt>
                <c:pt idx="1902">
                  <c:v>2.6941000000000002</c:v>
                </c:pt>
                <c:pt idx="1903">
                  <c:v>2.7501000000000002</c:v>
                </c:pt>
                <c:pt idx="1904">
                  <c:v>2.806</c:v>
                </c:pt>
                <c:pt idx="1905">
                  <c:v>2.9178999999999999</c:v>
                </c:pt>
                <c:pt idx="1906">
                  <c:v>2.9738000000000002</c:v>
                </c:pt>
                <c:pt idx="1907">
                  <c:v>3.0297999999999998</c:v>
                </c:pt>
                <c:pt idx="1908">
                  <c:v>3.0857000000000001</c:v>
                </c:pt>
                <c:pt idx="1909">
                  <c:v>3.1976</c:v>
                </c:pt>
                <c:pt idx="1910">
                  <c:v>3.2534999999999998</c:v>
                </c:pt>
                <c:pt idx="1911">
                  <c:v>3.3094999999999999</c:v>
                </c:pt>
                <c:pt idx="1912">
                  <c:v>3.3654000000000002</c:v>
                </c:pt>
                <c:pt idx="1913">
                  <c:v>3.4213</c:v>
                </c:pt>
                <c:pt idx="1914">
                  <c:v>3.5331999999999999</c:v>
                </c:pt>
                <c:pt idx="1915">
                  <c:v>3.5891999999999999</c:v>
                </c:pt>
                <c:pt idx="1916">
                  <c:v>3.5891999999999999</c:v>
                </c:pt>
                <c:pt idx="1917">
                  <c:v>3.6968999999999999</c:v>
                </c:pt>
                <c:pt idx="1918">
                  <c:v>3.7440000000000002</c:v>
                </c:pt>
                <c:pt idx="1919">
                  <c:v>3.7909999999999999</c:v>
                </c:pt>
                <c:pt idx="1920">
                  <c:v>3.8380000000000001</c:v>
                </c:pt>
                <c:pt idx="1921">
                  <c:v>3.8849999999999998</c:v>
                </c:pt>
                <c:pt idx="1922">
                  <c:v>3.9790000000000001</c:v>
                </c:pt>
                <c:pt idx="1923">
                  <c:v>4</c:v>
                </c:pt>
                <c:pt idx="1924">
                  <c:v>4</c:v>
                </c:pt>
                <c:pt idx="1925">
                  <c:v>4</c:v>
                </c:pt>
                <c:pt idx="1926">
                  <c:v>4</c:v>
                </c:pt>
                <c:pt idx="1927">
                  <c:v>4</c:v>
                </c:pt>
                <c:pt idx="1928">
                  <c:v>4</c:v>
                </c:pt>
                <c:pt idx="1929">
                  <c:v>4</c:v>
                </c:pt>
                <c:pt idx="1930">
                  <c:v>4</c:v>
                </c:pt>
                <c:pt idx="1931">
                  <c:v>4</c:v>
                </c:pt>
                <c:pt idx="1932">
                  <c:v>4</c:v>
                </c:pt>
                <c:pt idx="1933">
                  <c:v>4</c:v>
                </c:pt>
                <c:pt idx="1934">
                  <c:v>4</c:v>
                </c:pt>
                <c:pt idx="1935">
                  <c:v>4</c:v>
                </c:pt>
                <c:pt idx="1936">
                  <c:v>4</c:v>
                </c:pt>
                <c:pt idx="1937">
                  <c:v>4</c:v>
                </c:pt>
                <c:pt idx="1938">
                  <c:v>4</c:v>
                </c:pt>
                <c:pt idx="1939">
                  <c:v>4</c:v>
                </c:pt>
                <c:pt idx="1940">
                  <c:v>4</c:v>
                </c:pt>
                <c:pt idx="1941">
                  <c:v>4</c:v>
                </c:pt>
                <c:pt idx="1942">
                  <c:v>4</c:v>
                </c:pt>
                <c:pt idx="1943">
                  <c:v>4</c:v>
                </c:pt>
                <c:pt idx="1944">
                  <c:v>4</c:v>
                </c:pt>
                <c:pt idx="1945">
                  <c:v>4</c:v>
                </c:pt>
                <c:pt idx="1946">
                  <c:v>4</c:v>
                </c:pt>
                <c:pt idx="1947">
                  <c:v>4</c:v>
                </c:pt>
                <c:pt idx="1948">
                  <c:v>4</c:v>
                </c:pt>
                <c:pt idx="1949">
                  <c:v>4</c:v>
                </c:pt>
                <c:pt idx="1950">
                  <c:v>4</c:v>
                </c:pt>
                <c:pt idx="1951">
                  <c:v>4</c:v>
                </c:pt>
                <c:pt idx="1952">
                  <c:v>4</c:v>
                </c:pt>
                <c:pt idx="1953">
                  <c:v>4</c:v>
                </c:pt>
                <c:pt idx="1954">
                  <c:v>4</c:v>
                </c:pt>
                <c:pt idx="1955">
                  <c:v>4</c:v>
                </c:pt>
                <c:pt idx="1956">
                  <c:v>4</c:v>
                </c:pt>
                <c:pt idx="1957">
                  <c:v>4</c:v>
                </c:pt>
                <c:pt idx="1958">
                  <c:v>4</c:v>
                </c:pt>
                <c:pt idx="1959">
                  <c:v>4</c:v>
                </c:pt>
                <c:pt idx="1960">
                  <c:v>4</c:v>
                </c:pt>
                <c:pt idx="1961">
                  <c:v>4</c:v>
                </c:pt>
                <c:pt idx="1962">
                  <c:v>4</c:v>
                </c:pt>
                <c:pt idx="1963">
                  <c:v>4</c:v>
                </c:pt>
                <c:pt idx="1964">
                  <c:v>4</c:v>
                </c:pt>
                <c:pt idx="1965">
                  <c:v>4</c:v>
                </c:pt>
                <c:pt idx="1966">
                  <c:v>4</c:v>
                </c:pt>
                <c:pt idx="1967">
                  <c:v>4</c:v>
                </c:pt>
                <c:pt idx="1968">
                  <c:v>4</c:v>
                </c:pt>
                <c:pt idx="1969">
                  <c:v>4</c:v>
                </c:pt>
                <c:pt idx="1970">
                  <c:v>4</c:v>
                </c:pt>
                <c:pt idx="1971">
                  <c:v>4</c:v>
                </c:pt>
                <c:pt idx="1972">
                  <c:v>4</c:v>
                </c:pt>
                <c:pt idx="1973">
                  <c:v>4</c:v>
                </c:pt>
                <c:pt idx="1974">
                  <c:v>4</c:v>
                </c:pt>
                <c:pt idx="1975">
                  <c:v>4</c:v>
                </c:pt>
                <c:pt idx="1976">
                  <c:v>4</c:v>
                </c:pt>
                <c:pt idx="1977">
                  <c:v>4</c:v>
                </c:pt>
                <c:pt idx="1978">
                  <c:v>4</c:v>
                </c:pt>
                <c:pt idx="1979">
                  <c:v>4</c:v>
                </c:pt>
                <c:pt idx="1980">
                  <c:v>4</c:v>
                </c:pt>
                <c:pt idx="1981">
                  <c:v>4</c:v>
                </c:pt>
                <c:pt idx="1982">
                  <c:v>4</c:v>
                </c:pt>
                <c:pt idx="1983">
                  <c:v>4</c:v>
                </c:pt>
                <c:pt idx="1984">
                  <c:v>4</c:v>
                </c:pt>
                <c:pt idx="1985">
                  <c:v>4</c:v>
                </c:pt>
                <c:pt idx="1986">
                  <c:v>4</c:v>
                </c:pt>
                <c:pt idx="1987">
                  <c:v>4</c:v>
                </c:pt>
                <c:pt idx="1988">
                  <c:v>4</c:v>
                </c:pt>
                <c:pt idx="1989">
                  <c:v>4</c:v>
                </c:pt>
                <c:pt idx="1990">
                  <c:v>4</c:v>
                </c:pt>
                <c:pt idx="1991">
                  <c:v>4</c:v>
                </c:pt>
                <c:pt idx="1992">
                  <c:v>4</c:v>
                </c:pt>
                <c:pt idx="1993">
                  <c:v>4</c:v>
                </c:pt>
                <c:pt idx="1994">
                  <c:v>4</c:v>
                </c:pt>
                <c:pt idx="1995">
                  <c:v>4</c:v>
                </c:pt>
                <c:pt idx="1996">
                  <c:v>4</c:v>
                </c:pt>
                <c:pt idx="1997">
                  <c:v>4</c:v>
                </c:pt>
                <c:pt idx="1998">
                  <c:v>4</c:v>
                </c:pt>
                <c:pt idx="1999">
                  <c:v>4</c:v>
                </c:pt>
                <c:pt idx="2000">
                  <c:v>4</c:v>
                </c:pt>
                <c:pt idx="2001">
                  <c:v>4</c:v>
                </c:pt>
                <c:pt idx="2002">
                  <c:v>4</c:v>
                </c:pt>
                <c:pt idx="2003">
                  <c:v>4</c:v>
                </c:pt>
                <c:pt idx="2004">
                  <c:v>4</c:v>
                </c:pt>
                <c:pt idx="2005">
                  <c:v>4</c:v>
                </c:pt>
                <c:pt idx="2006">
                  <c:v>4</c:v>
                </c:pt>
                <c:pt idx="2007">
                  <c:v>4</c:v>
                </c:pt>
                <c:pt idx="2008">
                  <c:v>4</c:v>
                </c:pt>
                <c:pt idx="2009">
                  <c:v>4</c:v>
                </c:pt>
                <c:pt idx="2010">
                  <c:v>4</c:v>
                </c:pt>
                <c:pt idx="2011">
                  <c:v>4</c:v>
                </c:pt>
                <c:pt idx="2012">
                  <c:v>4</c:v>
                </c:pt>
                <c:pt idx="2013">
                  <c:v>4</c:v>
                </c:pt>
                <c:pt idx="2014">
                  <c:v>4</c:v>
                </c:pt>
                <c:pt idx="2015">
                  <c:v>4</c:v>
                </c:pt>
                <c:pt idx="2016">
                  <c:v>4</c:v>
                </c:pt>
                <c:pt idx="2017">
                  <c:v>4</c:v>
                </c:pt>
                <c:pt idx="2018">
                  <c:v>4</c:v>
                </c:pt>
                <c:pt idx="2019">
                  <c:v>4</c:v>
                </c:pt>
                <c:pt idx="2020">
                  <c:v>4</c:v>
                </c:pt>
                <c:pt idx="2021">
                  <c:v>4</c:v>
                </c:pt>
                <c:pt idx="2022">
                  <c:v>4</c:v>
                </c:pt>
                <c:pt idx="2023">
                  <c:v>4</c:v>
                </c:pt>
                <c:pt idx="2024">
                  <c:v>4</c:v>
                </c:pt>
                <c:pt idx="2025">
                  <c:v>4</c:v>
                </c:pt>
                <c:pt idx="2026">
                  <c:v>4</c:v>
                </c:pt>
                <c:pt idx="2027">
                  <c:v>4</c:v>
                </c:pt>
                <c:pt idx="2028">
                  <c:v>3.9777999999999998</c:v>
                </c:pt>
                <c:pt idx="2029">
                  <c:v>3.9319999999999999</c:v>
                </c:pt>
                <c:pt idx="2030">
                  <c:v>3.8862000000000001</c:v>
                </c:pt>
                <c:pt idx="2031">
                  <c:v>3.8403</c:v>
                </c:pt>
                <c:pt idx="2032">
                  <c:v>3.7945000000000002</c:v>
                </c:pt>
                <c:pt idx="2033">
                  <c:v>3.7486999999999999</c:v>
                </c:pt>
                <c:pt idx="2034">
                  <c:v>3.7029000000000001</c:v>
                </c:pt>
                <c:pt idx="2035">
                  <c:v>3.6113</c:v>
                </c:pt>
                <c:pt idx="2036">
                  <c:v>3.5653999999999999</c:v>
                </c:pt>
                <c:pt idx="2037">
                  <c:v>3.5196000000000001</c:v>
                </c:pt>
                <c:pt idx="2038">
                  <c:v>3.4738000000000002</c:v>
                </c:pt>
                <c:pt idx="2039">
                  <c:v>3.4279999999999999</c:v>
                </c:pt>
                <c:pt idx="2040">
                  <c:v>3.3822000000000001</c:v>
                </c:pt>
                <c:pt idx="2041">
                  <c:v>3.3363</c:v>
                </c:pt>
                <c:pt idx="2042">
                  <c:v>3.2446999999999999</c:v>
                </c:pt>
                <c:pt idx="2043">
                  <c:v>3.1989000000000001</c:v>
                </c:pt>
                <c:pt idx="2044">
                  <c:v>3.1530999999999998</c:v>
                </c:pt>
                <c:pt idx="2045">
                  <c:v>3.1073</c:v>
                </c:pt>
                <c:pt idx="2046">
                  <c:v>3.0613999999999999</c:v>
                </c:pt>
                <c:pt idx="2047">
                  <c:v>3.0158</c:v>
                </c:pt>
                <c:pt idx="2048">
                  <c:v>2.9701</c:v>
                </c:pt>
                <c:pt idx="2049">
                  <c:v>2.9245000000000001</c:v>
                </c:pt>
                <c:pt idx="2050">
                  <c:v>2.8331</c:v>
                </c:pt>
                <c:pt idx="2051">
                  <c:v>2.8331</c:v>
                </c:pt>
                <c:pt idx="2052">
                  <c:v>2.7418</c:v>
                </c:pt>
                <c:pt idx="2053">
                  <c:v>2.6962000000000002</c:v>
                </c:pt>
                <c:pt idx="2054">
                  <c:v>2.6505000000000001</c:v>
                </c:pt>
                <c:pt idx="2055">
                  <c:v>2.6048</c:v>
                </c:pt>
                <c:pt idx="2056">
                  <c:v>2.5135000000000001</c:v>
                </c:pt>
                <c:pt idx="2057">
                  <c:v>2.4678</c:v>
                </c:pt>
                <c:pt idx="2058">
                  <c:v>2.4222000000000001</c:v>
                </c:pt>
                <c:pt idx="2059">
                  <c:v>2.3309000000000002</c:v>
                </c:pt>
                <c:pt idx="2060">
                  <c:v>2.2852000000000001</c:v>
                </c:pt>
                <c:pt idx="2061">
                  <c:v>2.2395</c:v>
                </c:pt>
                <c:pt idx="2062">
                  <c:v>2.1939000000000002</c:v>
                </c:pt>
                <c:pt idx="2063">
                  <c:v>2.1482000000000001</c:v>
                </c:pt>
                <c:pt idx="2064">
                  <c:v>2.1025999999999998</c:v>
                </c:pt>
                <c:pt idx="2065">
                  <c:v>2.0112000000000001</c:v>
                </c:pt>
                <c:pt idx="2066">
                  <c:v>1.9656</c:v>
                </c:pt>
                <c:pt idx="2067">
                  <c:v>1.9198999999999999</c:v>
                </c:pt>
                <c:pt idx="2068">
                  <c:v>1.8743000000000001</c:v>
                </c:pt>
                <c:pt idx="2069">
                  <c:v>1.8286</c:v>
                </c:pt>
                <c:pt idx="2070">
                  <c:v>1.7373000000000001</c:v>
                </c:pt>
                <c:pt idx="2071">
                  <c:v>1.6916</c:v>
                </c:pt>
                <c:pt idx="2072">
                  <c:v>1.6459999999999999</c:v>
                </c:pt>
                <c:pt idx="2073">
                  <c:v>1.6003000000000001</c:v>
                </c:pt>
                <c:pt idx="2074">
                  <c:v>1.5089999999999999</c:v>
                </c:pt>
                <c:pt idx="2075">
                  <c:v>1.4633</c:v>
                </c:pt>
                <c:pt idx="2076">
                  <c:v>1.4177</c:v>
                </c:pt>
                <c:pt idx="2077">
                  <c:v>1.3720000000000001</c:v>
                </c:pt>
                <c:pt idx="2078">
                  <c:v>1.3263</c:v>
                </c:pt>
                <c:pt idx="2079">
                  <c:v>1.2350000000000001</c:v>
                </c:pt>
                <c:pt idx="2080">
                  <c:v>1.1894</c:v>
                </c:pt>
                <c:pt idx="2081">
                  <c:v>1.1436999999999999</c:v>
                </c:pt>
                <c:pt idx="2082">
                  <c:v>1.0980000000000001</c:v>
                </c:pt>
                <c:pt idx="2083">
                  <c:v>1.0524</c:v>
                </c:pt>
                <c:pt idx="2084">
                  <c:v>1.0066999999999999</c:v>
                </c:pt>
                <c:pt idx="2085">
                  <c:v>0.96099999999999997</c:v>
                </c:pt>
                <c:pt idx="2086">
                  <c:v>0.91539999999999999</c:v>
                </c:pt>
                <c:pt idx="2087">
                  <c:v>0.82410000000000005</c:v>
                </c:pt>
                <c:pt idx="2088">
                  <c:v>0.77839999999999998</c:v>
                </c:pt>
                <c:pt idx="2089">
                  <c:v>0.73270000000000002</c:v>
                </c:pt>
                <c:pt idx="2090">
                  <c:v>0.68710000000000004</c:v>
                </c:pt>
                <c:pt idx="2091">
                  <c:v>0.64139999999999997</c:v>
                </c:pt>
                <c:pt idx="2092">
                  <c:v>0.5958</c:v>
                </c:pt>
                <c:pt idx="2093">
                  <c:v>0.50439999999999996</c:v>
                </c:pt>
                <c:pt idx="2094">
                  <c:v>0.45879999999999999</c:v>
                </c:pt>
                <c:pt idx="2095">
                  <c:v>0.41310000000000002</c:v>
                </c:pt>
                <c:pt idx="2096">
                  <c:v>0.32179999999999997</c:v>
                </c:pt>
                <c:pt idx="2097">
                  <c:v>0.27610000000000001</c:v>
                </c:pt>
                <c:pt idx="2098">
                  <c:v>0.23050000000000001</c:v>
                </c:pt>
                <c:pt idx="2099">
                  <c:v>0.13919999999999999</c:v>
                </c:pt>
                <c:pt idx="2100">
                  <c:v>4.7800000000000002E-2</c:v>
                </c:pt>
                <c:pt idx="2101">
                  <c:v>2.2000000000000001E-3</c:v>
                </c:pt>
                <c:pt idx="2102">
                  <c:v>-8.9099999999999999E-2</c:v>
                </c:pt>
                <c:pt idx="2103">
                  <c:v>-0.1348</c:v>
                </c:pt>
                <c:pt idx="2104">
                  <c:v>-0.18049999999999999</c:v>
                </c:pt>
                <c:pt idx="2105">
                  <c:v>-0.27179999999999999</c:v>
                </c:pt>
                <c:pt idx="2106">
                  <c:v>-0.36309999999999998</c:v>
                </c:pt>
                <c:pt idx="2107">
                  <c:v>-0.4088</c:v>
                </c:pt>
                <c:pt idx="2108">
                  <c:v>-0.45440000000000003</c:v>
                </c:pt>
                <c:pt idx="2109">
                  <c:v>-0.54579999999999995</c:v>
                </c:pt>
                <c:pt idx="2110">
                  <c:v>-0.59140000000000004</c:v>
                </c:pt>
                <c:pt idx="2111">
                  <c:v>-0.6371</c:v>
                </c:pt>
                <c:pt idx="2112">
                  <c:v>-0.72840000000000005</c:v>
                </c:pt>
                <c:pt idx="2113">
                  <c:v>-0.77410000000000001</c:v>
                </c:pt>
                <c:pt idx="2114">
                  <c:v>-0.81969999999999998</c:v>
                </c:pt>
                <c:pt idx="2115">
                  <c:v>-0.86539999999999995</c:v>
                </c:pt>
                <c:pt idx="2116">
                  <c:v>-0.95669999999999999</c:v>
                </c:pt>
                <c:pt idx="2117">
                  <c:v>-1.0024</c:v>
                </c:pt>
                <c:pt idx="2118">
                  <c:v>-1.048</c:v>
                </c:pt>
                <c:pt idx="2119">
                  <c:v>-1.0936999999999999</c:v>
                </c:pt>
                <c:pt idx="2120">
                  <c:v>-1.1393</c:v>
                </c:pt>
                <c:pt idx="2121">
                  <c:v>-1.1850000000000001</c:v>
                </c:pt>
                <c:pt idx="2122">
                  <c:v>-1.2763</c:v>
                </c:pt>
                <c:pt idx="2123">
                  <c:v>-1.3220000000000001</c:v>
                </c:pt>
                <c:pt idx="2124">
                  <c:v>-1.3675999999999999</c:v>
                </c:pt>
                <c:pt idx="2125">
                  <c:v>-1.4133</c:v>
                </c:pt>
                <c:pt idx="2126">
                  <c:v>-1.4590000000000001</c:v>
                </c:pt>
                <c:pt idx="2127">
                  <c:v>-1.5503</c:v>
                </c:pt>
                <c:pt idx="2128">
                  <c:v>-1.5503</c:v>
                </c:pt>
                <c:pt idx="2129">
                  <c:v>-1.5960000000000001</c:v>
                </c:pt>
                <c:pt idx="2130">
                  <c:v>-1.6873</c:v>
                </c:pt>
                <c:pt idx="2131">
                  <c:v>-1.7329000000000001</c:v>
                </c:pt>
                <c:pt idx="2132">
                  <c:v>-1.8243</c:v>
                </c:pt>
                <c:pt idx="2133">
                  <c:v>-1.8698999999999999</c:v>
                </c:pt>
                <c:pt idx="2134">
                  <c:v>-1.9156</c:v>
                </c:pt>
                <c:pt idx="2135">
                  <c:v>-2.0068999999999999</c:v>
                </c:pt>
                <c:pt idx="2136">
                  <c:v>-2.0526</c:v>
                </c:pt>
                <c:pt idx="2137">
                  <c:v>-2.0981999999999998</c:v>
                </c:pt>
                <c:pt idx="2138">
                  <c:v>-2.1438999999999999</c:v>
                </c:pt>
                <c:pt idx="2139">
                  <c:v>-2.2351999999999999</c:v>
                </c:pt>
                <c:pt idx="2140">
                  <c:v>-2.2808999999999999</c:v>
                </c:pt>
                <c:pt idx="2141">
                  <c:v>-2.2999999999999998</c:v>
                </c:pt>
                <c:pt idx="2142">
                  <c:v>-2.2999999999999998</c:v>
                </c:pt>
                <c:pt idx="2143">
                  <c:v>-2.2999999999999998</c:v>
                </c:pt>
                <c:pt idx="2144">
                  <c:v>-2.2999999999999998</c:v>
                </c:pt>
                <c:pt idx="2145">
                  <c:v>-2.2999999999999998</c:v>
                </c:pt>
                <c:pt idx="2146">
                  <c:v>-2.2999999999999998</c:v>
                </c:pt>
                <c:pt idx="2147">
                  <c:v>-2.2999999999999998</c:v>
                </c:pt>
                <c:pt idx="2148">
                  <c:v>-2.2999999999999998</c:v>
                </c:pt>
                <c:pt idx="2149">
                  <c:v>-2.2159</c:v>
                </c:pt>
                <c:pt idx="2150">
                  <c:v>-2.1688000000000001</c:v>
                </c:pt>
                <c:pt idx="2151">
                  <c:v>-2.1217000000000001</c:v>
                </c:pt>
                <c:pt idx="2152">
                  <c:v>-2.0746000000000002</c:v>
                </c:pt>
                <c:pt idx="2153">
                  <c:v>-2.0274999999999999</c:v>
                </c:pt>
                <c:pt idx="2154">
                  <c:v>-1.9803999999999999</c:v>
                </c:pt>
                <c:pt idx="2155">
                  <c:v>-1.9333</c:v>
                </c:pt>
                <c:pt idx="2156">
                  <c:v>-1.8391999999999999</c:v>
                </c:pt>
                <c:pt idx="2157">
                  <c:v>-1.7921</c:v>
                </c:pt>
                <c:pt idx="2158">
                  <c:v>-1.7450000000000001</c:v>
                </c:pt>
                <c:pt idx="2159">
                  <c:v>-1.6979</c:v>
                </c:pt>
                <c:pt idx="2160">
                  <c:v>-1.6508</c:v>
                </c:pt>
                <c:pt idx="2161">
                  <c:v>-1.6036999999999999</c:v>
                </c:pt>
                <c:pt idx="2162">
                  <c:v>-1.5566</c:v>
                </c:pt>
                <c:pt idx="2163">
                  <c:v>-1.5096000000000001</c:v>
                </c:pt>
                <c:pt idx="2164">
                  <c:v>-1.4154</c:v>
                </c:pt>
                <c:pt idx="2165">
                  <c:v>-1.3683000000000001</c:v>
                </c:pt>
                <c:pt idx="2166">
                  <c:v>-1.3211999999999999</c:v>
                </c:pt>
                <c:pt idx="2167">
                  <c:v>-1.2741</c:v>
                </c:pt>
                <c:pt idx="2168">
                  <c:v>-1.2270000000000001</c:v>
                </c:pt>
                <c:pt idx="2169">
                  <c:v>-1.1798999999999999</c:v>
                </c:pt>
                <c:pt idx="2170">
                  <c:v>-1.1328</c:v>
                </c:pt>
                <c:pt idx="2171">
                  <c:v>-1.0858000000000001</c:v>
                </c:pt>
                <c:pt idx="2172">
                  <c:v>-0.99160000000000004</c:v>
                </c:pt>
                <c:pt idx="2173">
                  <c:v>-0.94450000000000001</c:v>
                </c:pt>
                <c:pt idx="2174">
                  <c:v>-0.89739999999999998</c:v>
                </c:pt>
                <c:pt idx="2175">
                  <c:v>-0.85029999999999994</c:v>
                </c:pt>
                <c:pt idx="2176">
                  <c:v>-0.80320000000000003</c:v>
                </c:pt>
                <c:pt idx="2177">
                  <c:v>-0.70909999999999995</c:v>
                </c:pt>
                <c:pt idx="2178">
                  <c:v>-0.66200000000000003</c:v>
                </c:pt>
                <c:pt idx="2179">
                  <c:v>-0.6149</c:v>
                </c:pt>
                <c:pt idx="2180">
                  <c:v>-0.56779999999999997</c:v>
                </c:pt>
                <c:pt idx="2181">
                  <c:v>-0.52070000000000005</c:v>
                </c:pt>
                <c:pt idx="2182">
                  <c:v>-0.47360000000000002</c:v>
                </c:pt>
                <c:pt idx="2183">
                  <c:v>-0.42649999999999999</c:v>
                </c:pt>
                <c:pt idx="2184">
                  <c:v>-0.37940000000000002</c:v>
                </c:pt>
                <c:pt idx="2185">
                  <c:v>-0.33239999999999997</c:v>
                </c:pt>
                <c:pt idx="2186">
                  <c:v>-0.2853</c:v>
                </c:pt>
                <c:pt idx="2187">
                  <c:v>-0.19109999999999999</c:v>
                </c:pt>
                <c:pt idx="2188">
                  <c:v>-0.14399999999999999</c:v>
                </c:pt>
                <c:pt idx="2189">
                  <c:v>-9.69E-2</c:v>
                </c:pt>
                <c:pt idx="2190">
                  <c:v>-4.9799999999999997E-2</c:v>
                </c:pt>
                <c:pt idx="2191">
                  <c:v>-2.7000000000000001E-3</c:v>
                </c:pt>
                <c:pt idx="2192">
                  <c:v>4.4400000000000002E-2</c:v>
                </c:pt>
                <c:pt idx="2193">
                  <c:v>9.1399999999999995E-2</c:v>
                </c:pt>
                <c:pt idx="2194">
                  <c:v>0.13850000000000001</c:v>
                </c:pt>
                <c:pt idx="2195">
                  <c:v>0.18559999999999999</c:v>
                </c:pt>
                <c:pt idx="2196">
                  <c:v>0.23269999999999999</c:v>
                </c:pt>
                <c:pt idx="2197">
                  <c:v>0.32690000000000002</c:v>
                </c:pt>
                <c:pt idx="2198">
                  <c:v>0.374</c:v>
                </c:pt>
                <c:pt idx="2199">
                  <c:v>0.42109999999999997</c:v>
                </c:pt>
                <c:pt idx="2200">
                  <c:v>0.46810000000000002</c:v>
                </c:pt>
                <c:pt idx="2201">
                  <c:v>0.56230000000000002</c:v>
                </c:pt>
                <c:pt idx="2202">
                  <c:v>0.60940000000000005</c:v>
                </c:pt>
                <c:pt idx="2203">
                  <c:v>0.65649999999999997</c:v>
                </c:pt>
                <c:pt idx="2204">
                  <c:v>0.7036</c:v>
                </c:pt>
                <c:pt idx="2205">
                  <c:v>0.75070000000000003</c:v>
                </c:pt>
                <c:pt idx="2206">
                  <c:v>0.8448</c:v>
                </c:pt>
                <c:pt idx="2207">
                  <c:v>0.8448</c:v>
                </c:pt>
                <c:pt idx="2208">
                  <c:v>0.89190000000000003</c:v>
                </c:pt>
                <c:pt idx="2209">
                  <c:v>0.98609999999999998</c:v>
                </c:pt>
                <c:pt idx="2210">
                  <c:v>1.0331999999999999</c:v>
                </c:pt>
                <c:pt idx="2211">
                  <c:v>1.0803</c:v>
                </c:pt>
                <c:pt idx="2212">
                  <c:v>1.1274</c:v>
                </c:pt>
                <c:pt idx="2213">
                  <c:v>1.1745000000000001</c:v>
                </c:pt>
                <c:pt idx="2214">
                  <c:v>1.2215</c:v>
                </c:pt>
                <c:pt idx="2215">
                  <c:v>1.3157000000000001</c:v>
                </c:pt>
                <c:pt idx="2216">
                  <c:v>1.3628</c:v>
                </c:pt>
                <c:pt idx="2217">
                  <c:v>1.0348999999999999</c:v>
                </c:pt>
                <c:pt idx="2218">
                  <c:v>1.0820000000000001</c:v>
                </c:pt>
                <c:pt idx="2219">
                  <c:v>1.1291</c:v>
                </c:pt>
                <c:pt idx="2220">
                  <c:v>1.2233000000000001</c:v>
                </c:pt>
                <c:pt idx="2221">
                  <c:v>1.2703</c:v>
                </c:pt>
                <c:pt idx="2222">
                  <c:v>1.3173999999999999</c:v>
                </c:pt>
                <c:pt idx="2223">
                  <c:v>1.3645</c:v>
                </c:pt>
                <c:pt idx="2224">
                  <c:v>1.4587000000000001</c:v>
                </c:pt>
                <c:pt idx="2225">
                  <c:v>1.5058</c:v>
                </c:pt>
                <c:pt idx="2226">
                  <c:v>1.5528999999999999</c:v>
                </c:pt>
                <c:pt idx="2227">
                  <c:v>1.6</c:v>
                </c:pt>
                <c:pt idx="2228">
                  <c:v>1.647</c:v>
                </c:pt>
                <c:pt idx="2229">
                  <c:v>1.7412000000000001</c:v>
                </c:pt>
                <c:pt idx="2230">
                  <c:v>1.7883</c:v>
                </c:pt>
                <c:pt idx="2231">
                  <c:v>1.8353999999999999</c:v>
                </c:pt>
                <c:pt idx="2232">
                  <c:v>1.8825000000000001</c:v>
                </c:pt>
                <c:pt idx="2233">
                  <c:v>1.9766999999999999</c:v>
                </c:pt>
                <c:pt idx="2234">
                  <c:v>2.0236999999999998</c:v>
                </c:pt>
                <c:pt idx="2235">
                  <c:v>2.0708000000000002</c:v>
                </c:pt>
                <c:pt idx="2236">
                  <c:v>2.165</c:v>
                </c:pt>
                <c:pt idx="2237">
                  <c:v>2.2121</c:v>
                </c:pt>
                <c:pt idx="2238">
                  <c:v>2.2591999999999999</c:v>
                </c:pt>
                <c:pt idx="2239">
                  <c:v>2.3534000000000002</c:v>
                </c:pt>
                <c:pt idx="2240">
                  <c:v>2.4005000000000001</c:v>
                </c:pt>
                <c:pt idx="2241">
                  <c:v>2.4474999999999998</c:v>
                </c:pt>
                <c:pt idx="2242">
                  <c:v>2.5417000000000001</c:v>
                </c:pt>
                <c:pt idx="2243">
                  <c:v>2.5888</c:v>
                </c:pt>
                <c:pt idx="2244">
                  <c:v>2.6829999999999998</c:v>
                </c:pt>
                <c:pt idx="2245">
                  <c:v>2.7772000000000001</c:v>
                </c:pt>
                <c:pt idx="2246">
                  <c:v>2.8241999999999998</c:v>
                </c:pt>
                <c:pt idx="2247">
                  <c:v>2.9184000000000001</c:v>
                </c:pt>
                <c:pt idx="2248">
                  <c:v>3.0125999999999999</c:v>
                </c:pt>
                <c:pt idx="2249">
                  <c:v>3.0596999999999999</c:v>
                </c:pt>
                <c:pt idx="2250">
                  <c:v>3.1067999999999998</c:v>
                </c:pt>
                <c:pt idx="2251">
                  <c:v>3.2008999999999999</c:v>
                </c:pt>
                <c:pt idx="2252">
                  <c:v>3.2480000000000002</c:v>
                </c:pt>
                <c:pt idx="2253">
                  <c:v>3.25</c:v>
                </c:pt>
                <c:pt idx="2254">
                  <c:v>3.25</c:v>
                </c:pt>
                <c:pt idx="2255">
                  <c:v>3.25</c:v>
                </c:pt>
                <c:pt idx="2256">
                  <c:v>3.25</c:v>
                </c:pt>
                <c:pt idx="2257">
                  <c:v>3.25</c:v>
                </c:pt>
                <c:pt idx="2258">
                  <c:v>3.25</c:v>
                </c:pt>
                <c:pt idx="2259">
                  <c:v>3.25</c:v>
                </c:pt>
                <c:pt idx="2260">
                  <c:v>3.25</c:v>
                </c:pt>
                <c:pt idx="2261">
                  <c:v>3.25</c:v>
                </c:pt>
                <c:pt idx="2262">
                  <c:v>3.25</c:v>
                </c:pt>
                <c:pt idx="2263">
                  <c:v>3.25</c:v>
                </c:pt>
                <c:pt idx="2264">
                  <c:v>3.25</c:v>
                </c:pt>
                <c:pt idx="2265">
                  <c:v>3.25</c:v>
                </c:pt>
                <c:pt idx="2266">
                  <c:v>3.25</c:v>
                </c:pt>
                <c:pt idx="2267">
                  <c:v>3.25</c:v>
                </c:pt>
                <c:pt idx="2268">
                  <c:v>3.25</c:v>
                </c:pt>
                <c:pt idx="2269">
                  <c:v>3.25</c:v>
                </c:pt>
                <c:pt idx="2270">
                  <c:v>3.25</c:v>
                </c:pt>
                <c:pt idx="2271">
                  <c:v>3.25</c:v>
                </c:pt>
                <c:pt idx="2272">
                  <c:v>3.25</c:v>
                </c:pt>
                <c:pt idx="2273">
                  <c:v>3.25</c:v>
                </c:pt>
                <c:pt idx="2274">
                  <c:v>3.25</c:v>
                </c:pt>
                <c:pt idx="2275">
                  <c:v>3.25</c:v>
                </c:pt>
                <c:pt idx="2276">
                  <c:v>3.25</c:v>
                </c:pt>
                <c:pt idx="2277">
                  <c:v>3.25</c:v>
                </c:pt>
                <c:pt idx="2278">
                  <c:v>3.25</c:v>
                </c:pt>
                <c:pt idx="2279">
                  <c:v>3.25</c:v>
                </c:pt>
                <c:pt idx="2280">
                  <c:v>3.25</c:v>
                </c:pt>
                <c:pt idx="2281">
                  <c:v>3.25</c:v>
                </c:pt>
                <c:pt idx="2282">
                  <c:v>3.25</c:v>
                </c:pt>
                <c:pt idx="2283">
                  <c:v>3.25</c:v>
                </c:pt>
                <c:pt idx="2284">
                  <c:v>3.25</c:v>
                </c:pt>
                <c:pt idx="2285">
                  <c:v>3.25</c:v>
                </c:pt>
                <c:pt idx="2286">
                  <c:v>3.25</c:v>
                </c:pt>
                <c:pt idx="2287">
                  <c:v>3.25</c:v>
                </c:pt>
                <c:pt idx="2288">
                  <c:v>3.25</c:v>
                </c:pt>
                <c:pt idx="2289">
                  <c:v>3.25</c:v>
                </c:pt>
                <c:pt idx="2290">
                  <c:v>3.25</c:v>
                </c:pt>
                <c:pt idx="2291">
                  <c:v>3.25</c:v>
                </c:pt>
                <c:pt idx="2292">
                  <c:v>3.25</c:v>
                </c:pt>
                <c:pt idx="2293">
                  <c:v>3.25</c:v>
                </c:pt>
                <c:pt idx="2294">
                  <c:v>3.25</c:v>
                </c:pt>
                <c:pt idx="2295">
                  <c:v>3.25</c:v>
                </c:pt>
                <c:pt idx="2296">
                  <c:v>3.25</c:v>
                </c:pt>
                <c:pt idx="2297">
                  <c:v>3.25</c:v>
                </c:pt>
                <c:pt idx="2298">
                  <c:v>3.25</c:v>
                </c:pt>
                <c:pt idx="2299">
                  <c:v>3.25</c:v>
                </c:pt>
                <c:pt idx="2300">
                  <c:v>3.25</c:v>
                </c:pt>
                <c:pt idx="2301">
                  <c:v>3.25</c:v>
                </c:pt>
                <c:pt idx="2302">
                  <c:v>3.25</c:v>
                </c:pt>
                <c:pt idx="2303">
                  <c:v>3.25</c:v>
                </c:pt>
                <c:pt idx="2304">
                  <c:v>3.25</c:v>
                </c:pt>
                <c:pt idx="2305">
                  <c:v>3.25</c:v>
                </c:pt>
                <c:pt idx="2306">
                  <c:v>3.25</c:v>
                </c:pt>
                <c:pt idx="2307">
                  <c:v>3.25</c:v>
                </c:pt>
                <c:pt idx="2308">
                  <c:v>3.25</c:v>
                </c:pt>
                <c:pt idx="2309">
                  <c:v>3.25</c:v>
                </c:pt>
                <c:pt idx="2310">
                  <c:v>3.25</c:v>
                </c:pt>
                <c:pt idx="2311">
                  <c:v>3.25</c:v>
                </c:pt>
                <c:pt idx="2312">
                  <c:v>3.25</c:v>
                </c:pt>
                <c:pt idx="2313">
                  <c:v>3.25</c:v>
                </c:pt>
                <c:pt idx="2314">
                  <c:v>3.25</c:v>
                </c:pt>
                <c:pt idx="2315">
                  <c:v>3.25</c:v>
                </c:pt>
                <c:pt idx="2316">
                  <c:v>3.25</c:v>
                </c:pt>
                <c:pt idx="2317">
                  <c:v>3.25</c:v>
                </c:pt>
                <c:pt idx="2318">
                  <c:v>3.25</c:v>
                </c:pt>
                <c:pt idx="2319">
                  <c:v>3.25</c:v>
                </c:pt>
                <c:pt idx="2320">
                  <c:v>3.25</c:v>
                </c:pt>
                <c:pt idx="2321">
                  <c:v>3.25</c:v>
                </c:pt>
                <c:pt idx="2322">
                  <c:v>3.25</c:v>
                </c:pt>
                <c:pt idx="2323">
                  <c:v>3.25</c:v>
                </c:pt>
                <c:pt idx="2324">
                  <c:v>3.25</c:v>
                </c:pt>
                <c:pt idx="2325">
                  <c:v>3.25</c:v>
                </c:pt>
                <c:pt idx="2326">
                  <c:v>3.25</c:v>
                </c:pt>
                <c:pt idx="2327">
                  <c:v>3.25</c:v>
                </c:pt>
                <c:pt idx="2328">
                  <c:v>3.25</c:v>
                </c:pt>
                <c:pt idx="2329">
                  <c:v>3.25</c:v>
                </c:pt>
                <c:pt idx="2330">
                  <c:v>3.25</c:v>
                </c:pt>
                <c:pt idx="2331">
                  <c:v>3.25</c:v>
                </c:pt>
                <c:pt idx="2332">
                  <c:v>3.25</c:v>
                </c:pt>
                <c:pt idx="2333">
                  <c:v>3.25</c:v>
                </c:pt>
                <c:pt idx="2334">
                  <c:v>3.25</c:v>
                </c:pt>
                <c:pt idx="2335">
                  <c:v>3.25</c:v>
                </c:pt>
                <c:pt idx="2336">
                  <c:v>3.25</c:v>
                </c:pt>
                <c:pt idx="2337">
                  <c:v>3.25</c:v>
                </c:pt>
                <c:pt idx="2338">
                  <c:v>3.25</c:v>
                </c:pt>
                <c:pt idx="2339">
                  <c:v>3.25</c:v>
                </c:pt>
                <c:pt idx="2340">
                  <c:v>3.25</c:v>
                </c:pt>
                <c:pt idx="2341">
                  <c:v>3.25</c:v>
                </c:pt>
                <c:pt idx="2342">
                  <c:v>3.25</c:v>
                </c:pt>
                <c:pt idx="2343">
                  <c:v>3.25</c:v>
                </c:pt>
                <c:pt idx="2344">
                  <c:v>3.25</c:v>
                </c:pt>
                <c:pt idx="2345">
                  <c:v>3.25</c:v>
                </c:pt>
                <c:pt idx="2346">
                  <c:v>3.25</c:v>
                </c:pt>
                <c:pt idx="2347">
                  <c:v>3.25</c:v>
                </c:pt>
                <c:pt idx="2348">
                  <c:v>3.25</c:v>
                </c:pt>
                <c:pt idx="2349">
                  <c:v>3.25</c:v>
                </c:pt>
                <c:pt idx="2350">
                  <c:v>3.25</c:v>
                </c:pt>
                <c:pt idx="2351">
                  <c:v>3.25</c:v>
                </c:pt>
                <c:pt idx="2352">
                  <c:v>3.25</c:v>
                </c:pt>
                <c:pt idx="2353">
                  <c:v>3.25</c:v>
                </c:pt>
                <c:pt idx="2354">
                  <c:v>3.25</c:v>
                </c:pt>
                <c:pt idx="2355">
                  <c:v>3.25</c:v>
                </c:pt>
                <c:pt idx="2356">
                  <c:v>3.25</c:v>
                </c:pt>
                <c:pt idx="2357">
                  <c:v>3.25</c:v>
                </c:pt>
                <c:pt idx="2358">
                  <c:v>3.25</c:v>
                </c:pt>
                <c:pt idx="2359">
                  <c:v>3.25</c:v>
                </c:pt>
                <c:pt idx="2360">
                  <c:v>3.25</c:v>
                </c:pt>
                <c:pt idx="2361">
                  <c:v>3.25</c:v>
                </c:pt>
                <c:pt idx="2362">
                  <c:v>3.25</c:v>
                </c:pt>
                <c:pt idx="2363">
                  <c:v>3.2467999999999999</c:v>
                </c:pt>
                <c:pt idx="2364">
                  <c:v>3.1983999999999999</c:v>
                </c:pt>
                <c:pt idx="2365">
                  <c:v>3.15</c:v>
                </c:pt>
                <c:pt idx="2366">
                  <c:v>3.0533000000000001</c:v>
                </c:pt>
                <c:pt idx="2367">
                  <c:v>3.0049000000000001</c:v>
                </c:pt>
                <c:pt idx="2368">
                  <c:v>2.9565000000000001</c:v>
                </c:pt>
                <c:pt idx="2369">
                  <c:v>2.9081999999999999</c:v>
                </c:pt>
                <c:pt idx="2370">
                  <c:v>2.8113999999999999</c:v>
                </c:pt>
                <c:pt idx="2371">
                  <c:v>2.7629999999999999</c:v>
                </c:pt>
                <c:pt idx="2372">
                  <c:v>2.7145999999999999</c:v>
                </c:pt>
                <c:pt idx="2373">
                  <c:v>2.6663000000000001</c:v>
                </c:pt>
                <c:pt idx="2374">
                  <c:v>2.6179000000000001</c:v>
                </c:pt>
                <c:pt idx="2375">
                  <c:v>2.5695000000000001</c:v>
                </c:pt>
                <c:pt idx="2376">
                  <c:v>2.5211000000000001</c:v>
                </c:pt>
                <c:pt idx="2377">
                  <c:v>2.4243999999999999</c:v>
                </c:pt>
                <c:pt idx="2378">
                  <c:v>2.3759999999999999</c:v>
                </c:pt>
                <c:pt idx="2379">
                  <c:v>2.3275999999999999</c:v>
                </c:pt>
                <c:pt idx="2380">
                  <c:v>2.2309000000000001</c:v>
                </c:pt>
                <c:pt idx="2381">
                  <c:v>2.1825000000000001</c:v>
                </c:pt>
                <c:pt idx="2382">
                  <c:v>2.1341000000000001</c:v>
                </c:pt>
                <c:pt idx="2383">
                  <c:v>2.0857000000000001</c:v>
                </c:pt>
                <c:pt idx="2384">
                  <c:v>2.0373999999999999</c:v>
                </c:pt>
                <c:pt idx="2385">
                  <c:v>1.9890000000000001</c:v>
                </c:pt>
                <c:pt idx="2386">
                  <c:v>1.9406000000000001</c:v>
                </c:pt>
                <c:pt idx="2387">
                  <c:v>1.8922000000000001</c:v>
                </c:pt>
                <c:pt idx="2388">
                  <c:v>1.8439000000000001</c:v>
                </c:pt>
                <c:pt idx="2389">
                  <c:v>1.7471000000000001</c:v>
                </c:pt>
                <c:pt idx="2390">
                  <c:v>1.6987000000000001</c:v>
                </c:pt>
                <c:pt idx="2391">
                  <c:v>1.6504000000000001</c:v>
                </c:pt>
                <c:pt idx="2392">
                  <c:v>1.6020000000000001</c:v>
                </c:pt>
                <c:pt idx="2393">
                  <c:v>1.5536000000000001</c:v>
                </c:pt>
                <c:pt idx="2394">
                  <c:v>1.5052000000000001</c:v>
                </c:pt>
                <c:pt idx="2395">
                  <c:v>1.4568000000000001</c:v>
                </c:pt>
                <c:pt idx="2396">
                  <c:v>1.3601000000000001</c:v>
                </c:pt>
                <c:pt idx="2397">
                  <c:v>1.3117000000000001</c:v>
                </c:pt>
                <c:pt idx="2398">
                  <c:v>1.2633000000000001</c:v>
                </c:pt>
                <c:pt idx="2399">
                  <c:v>1.2150000000000001</c:v>
                </c:pt>
                <c:pt idx="2400">
                  <c:v>1.1666000000000001</c:v>
                </c:pt>
                <c:pt idx="2401">
                  <c:v>1.1182000000000001</c:v>
                </c:pt>
                <c:pt idx="2402">
                  <c:v>1.0215000000000001</c:v>
                </c:pt>
                <c:pt idx="2403">
                  <c:v>0.97309999999999997</c:v>
                </c:pt>
                <c:pt idx="2404">
                  <c:v>0.92469999999999997</c:v>
                </c:pt>
                <c:pt idx="2405">
                  <c:v>0.87629999999999997</c:v>
                </c:pt>
                <c:pt idx="2406">
                  <c:v>0.77959999999999996</c:v>
                </c:pt>
                <c:pt idx="2407">
                  <c:v>0.73119999999999996</c:v>
                </c:pt>
                <c:pt idx="2408">
                  <c:v>0.68279999999999996</c:v>
                </c:pt>
                <c:pt idx="2409">
                  <c:v>0.58609999999999995</c:v>
                </c:pt>
                <c:pt idx="2410">
                  <c:v>0.53769999999999996</c:v>
                </c:pt>
                <c:pt idx="2411">
                  <c:v>0.48930000000000001</c:v>
                </c:pt>
                <c:pt idx="2412">
                  <c:v>0.44090000000000001</c:v>
                </c:pt>
                <c:pt idx="2413">
                  <c:v>0.34420000000000001</c:v>
                </c:pt>
                <c:pt idx="2414">
                  <c:v>0.29580000000000001</c:v>
                </c:pt>
                <c:pt idx="2415">
                  <c:v>0.24740000000000001</c:v>
                </c:pt>
                <c:pt idx="2416">
                  <c:v>0.1991</c:v>
                </c:pt>
                <c:pt idx="2417">
                  <c:v>0.1023</c:v>
                </c:pt>
                <c:pt idx="2418">
                  <c:v>5.3900000000000003E-2</c:v>
                </c:pt>
                <c:pt idx="2419">
                  <c:v>5.4999999999999997E-3</c:v>
                </c:pt>
                <c:pt idx="2420">
                  <c:v>-4.2799999999999998E-2</c:v>
                </c:pt>
                <c:pt idx="2421">
                  <c:v>-0.1396</c:v>
                </c:pt>
                <c:pt idx="2422">
                  <c:v>-0.188</c:v>
                </c:pt>
                <c:pt idx="2423">
                  <c:v>-0.23630000000000001</c:v>
                </c:pt>
                <c:pt idx="2424">
                  <c:v>-0.28470000000000001</c:v>
                </c:pt>
                <c:pt idx="2425">
                  <c:v>-0.33310000000000001</c:v>
                </c:pt>
                <c:pt idx="2426">
                  <c:v>-0.42980000000000002</c:v>
                </c:pt>
                <c:pt idx="2427">
                  <c:v>-0.47820000000000001</c:v>
                </c:pt>
                <c:pt idx="2428">
                  <c:v>-0.57499999999999996</c:v>
                </c:pt>
                <c:pt idx="2429">
                  <c:v>-0.57499999999999996</c:v>
                </c:pt>
                <c:pt idx="2430">
                  <c:v>-0.62339999999999995</c:v>
                </c:pt>
                <c:pt idx="2431">
                  <c:v>-0.72009999999999996</c:v>
                </c:pt>
                <c:pt idx="2432">
                  <c:v>-0.76849999999999996</c:v>
                </c:pt>
                <c:pt idx="2433">
                  <c:v>-0.81689999999999996</c:v>
                </c:pt>
                <c:pt idx="2434">
                  <c:v>-0.86519999999999997</c:v>
                </c:pt>
                <c:pt idx="2435">
                  <c:v>-0.96199999999999997</c:v>
                </c:pt>
                <c:pt idx="2436">
                  <c:v>-1.0104</c:v>
                </c:pt>
                <c:pt idx="2437">
                  <c:v>-1.0587</c:v>
                </c:pt>
                <c:pt idx="2438">
                  <c:v>-1.1555</c:v>
                </c:pt>
                <c:pt idx="2439">
                  <c:v>-1.2039</c:v>
                </c:pt>
                <c:pt idx="2440">
                  <c:v>-1.3006</c:v>
                </c:pt>
                <c:pt idx="2441">
                  <c:v>-1.349</c:v>
                </c:pt>
                <c:pt idx="2442">
                  <c:v>-1.3974</c:v>
                </c:pt>
                <c:pt idx="2443">
                  <c:v>-1.4941</c:v>
                </c:pt>
                <c:pt idx="2444">
                  <c:v>-1.5425</c:v>
                </c:pt>
                <c:pt idx="2445">
                  <c:v>-1.5909</c:v>
                </c:pt>
                <c:pt idx="2446">
                  <c:v>-1.6393</c:v>
                </c:pt>
                <c:pt idx="2447">
                  <c:v>-1.6876</c:v>
                </c:pt>
                <c:pt idx="2448">
                  <c:v>-1.7844</c:v>
                </c:pt>
                <c:pt idx="2449">
                  <c:v>-1.8328</c:v>
                </c:pt>
                <c:pt idx="2450">
                  <c:v>-1.8812</c:v>
                </c:pt>
                <c:pt idx="2451">
                  <c:v>-1.925</c:v>
                </c:pt>
                <c:pt idx="2452">
                  <c:v>-1.925</c:v>
                </c:pt>
                <c:pt idx="2453">
                  <c:v>-1.925</c:v>
                </c:pt>
                <c:pt idx="2454">
                  <c:v>-1.925</c:v>
                </c:pt>
                <c:pt idx="2455">
                  <c:v>-1.925</c:v>
                </c:pt>
                <c:pt idx="2456">
                  <c:v>-1.925</c:v>
                </c:pt>
                <c:pt idx="2457">
                  <c:v>-1.925</c:v>
                </c:pt>
                <c:pt idx="2458">
                  <c:v>-1.925</c:v>
                </c:pt>
                <c:pt idx="2459">
                  <c:v>-1.925</c:v>
                </c:pt>
                <c:pt idx="2460">
                  <c:v>-1.925</c:v>
                </c:pt>
                <c:pt idx="2461">
                  <c:v>-1.925</c:v>
                </c:pt>
                <c:pt idx="2462">
                  <c:v>-1.925</c:v>
                </c:pt>
                <c:pt idx="2463">
                  <c:v>-1.925</c:v>
                </c:pt>
                <c:pt idx="2464">
                  <c:v>-1.925</c:v>
                </c:pt>
                <c:pt idx="2465">
                  <c:v>-1.925</c:v>
                </c:pt>
                <c:pt idx="2466">
                  <c:v>-1.925</c:v>
                </c:pt>
                <c:pt idx="2467">
                  <c:v>-1.925</c:v>
                </c:pt>
                <c:pt idx="2468">
                  <c:v>-1.925</c:v>
                </c:pt>
                <c:pt idx="2469">
                  <c:v>-1.925</c:v>
                </c:pt>
                <c:pt idx="2470">
                  <c:v>-1.925</c:v>
                </c:pt>
                <c:pt idx="2471">
                  <c:v>-1.925</c:v>
                </c:pt>
                <c:pt idx="2472">
                  <c:v>-1.925</c:v>
                </c:pt>
                <c:pt idx="2473">
                  <c:v>-1.925</c:v>
                </c:pt>
                <c:pt idx="2474">
                  <c:v>-1.925</c:v>
                </c:pt>
                <c:pt idx="2475">
                  <c:v>-1.925</c:v>
                </c:pt>
                <c:pt idx="2476">
                  <c:v>-1.925</c:v>
                </c:pt>
                <c:pt idx="2477">
                  <c:v>-1.925</c:v>
                </c:pt>
                <c:pt idx="2478">
                  <c:v>-1.925</c:v>
                </c:pt>
                <c:pt idx="2479">
                  <c:v>-1.925</c:v>
                </c:pt>
                <c:pt idx="2480">
                  <c:v>-1.925</c:v>
                </c:pt>
                <c:pt idx="2481">
                  <c:v>-1.925</c:v>
                </c:pt>
                <c:pt idx="2482">
                  <c:v>-1.925</c:v>
                </c:pt>
                <c:pt idx="2483">
                  <c:v>-1.925</c:v>
                </c:pt>
                <c:pt idx="2484">
                  <c:v>-1.925</c:v>
                </c:pt>
                <c:pt idx="2485">
                  <c:v>-1.8652</c:v>
                </c:pt>
                <c:pt idx="2486">
                  <c:v>-1.8182</c:v>
                </c:pt>
                <c:pt idx="2487">
                  <c:v>-1.7712000000000001</c:v>
                </c:pt>
                <c:pt idx="2488">
                  <c:v>-1.7242999999999999</c:v>
                </c:pt>
                <c:pt idx="2489">
                  <c:v>-1.6303000000000001</c:v>
                </c:pt>
                <c:pt idx="2490">
                  <c:v>-1.5833999999999999</c:v>
                </c:pt>
                <c:pt idx="2491">
                  <c:v>-1.5364</c:v>
                </c:pt>
                <c:pt idx="2492">
                  <c:v>-1.4894000000000001</c:v>
                </c:pt>
                <c:pt idx="2493">
                  <c:v>-1.4424999999999999</c:v>
                </c:pt>
                <c:pt idx="2494">
                  <c:v>-1.3955</c:v>
                </c:pt>
                <c:pt idx="2495">
                  <c:v>-1.3015000000000001</c:v>
                </c:pt>
                <c:pt idx="2496">
                  <c:v>-1.2545999999999999</c:v>
                </c:pt>
                <c:pt idx="2497">
                  <c:v>-1.2076</c:v>
                </c:pt>
                <c:pt idx="2498">
                  <c:v>-1.1606000000000001</c:v>
                </c:pt>
                <c:pt idx="2499">
                  <c:v>-1.0667</c:v>
                </c:pt>
                <c:pt idx="2500">
                  <c:v>-1.0197000000000001</c:v>
                </c:pt>
                <c:pt idx="2501">
                  <c:v>-0.9728</c:v>
                </c:pt>
                <c:pt idx="2502">
                  <c:v>-0.92579999999999996</c:v>
                </c:pt>
                <c:pt idx="2503">
                  <c:v>-0.87880000000000003</c:v>
                </c:pt>
                <c:pt idx="2504">
                  <c:v>-0.78490000000000004</c:v>
                </c:pt>
                <c:pt idx="2505">
                  <c:v>-0.7379</c:v>
                </c:pt>
                <c:pt idx="2506">
                  <c:v>-0.69099999999999995</c:v>
                </c:pt>
                <c:pt idx="2507">
                  <c:v>-0.64400000000000002</c:v>
                </c:pt>
                <c:pt idx="2508">
                  <c:v>-0.59699999999999998</c:v>
                </c:pt>
                <c:pt idx="2509">
                  <c:v>-0.55010000000000003</c:v>
                </c:pt>
                <c:pt idx="2510">
                  <c:v>-0.50309999999999999</c:v>
                </c:pt>
                <c:pt idx="2511">
                  <c:v>-0.40910000000000002</c:v>
                </c:pt>
                <c:pt idx="2512">
                  <c:v>-0.36220000000000002</c:v>
                </c:pt>
                <c:pt idx="2513">
                  <c:v>-0.31519999999999998</c:v>
                </c:pt>
                <c:pt idx="2514">
                  <c:v>-0.2213</c:v>
                </c:pt>
                <c:pt idx="2515">
                  <c:v>-0.17430000000000001</c:v>
                </c:pt>
                <c:pt idx="2516">
                  <c:v>-0.1273</c:v>
                </c:pt>
                <c:pt idx="2517">
                  <c:v>-8.0399999999999999E-2</c:v>
                </c:pt>
                <c:pt idx="2518">
                  <c:v>1.3599999999999999E-2</c:v>
                </c:pt>
                <c:pt idx="2519">
                  <c:v>6.0499999999999998E-2</c:v>
                </c:pt>
                <c:pt idx="2520">
                  <c:v>0.1075</c:v>
                </c:pt>
                <c:pt idx="2521">
                  <c:v>0.1545</c:v>
                </c:pt>
                <c:pt idx="2522">
                  <c:v>0.24840000000000001</c:v>
                </c:pt>
                <c:pt idx="2523">
                  <c:v>0.2954</c:v>
                </c:pt>
                <c:pt idx="2524">
                  <c:v>0.34229999999999999</c:v>
                </c:pt>
                <c:pt idx="2525">
                  <c:v>0.38929999999999998</c:v>
                </c:pt>
                <c:pt idx="2526">
                  <c:v>0.43630000000000002</c:v>
                </c:pt>
                <c:pt idx="2527">
                  <c:v>0.5302</c:v>
                </c:pt>
                <c:pt idx="2528">
                  <c:v>0.57720000000000005</c:v>
                </c:pt>
                <c:pt idx="2529">
                  <c:v>0.62419999999999998</c:v>
                </c:pt>
                <c:pt idx="2530">
                  <c:v>0.67110000000000003</c:v>
                </c:pt>
                <c:pt idx="2531">
                  <c:v>0.71809999999999996</c:v>
                </c:pt>
                <c:pt idx="2532">
                  <c:v>0.81200000000000006</c:v>
                </c:pt>
                <c:pt idx="2533">
                  <c:v>0.85899999999999999</c:v>
                </c:pt>
                <c:pt idx="2534">
                  <c:v>0.90600000000000003</c:v>
                </c:pt>
                <c:pt idx="2535">
                  <c:v>0.99990000000000001</c:v>
                </c:pt>
                <c:pt idx="2536">
                  <c:v>1.0468999999999999</c:v>
                </c:pt>
                <c:pt idx="2537">
                  <c:v>1.0938000000000001</c:v>
                </c:pt>
                <c:pt idx="2538">
                  <c:v>1.1408</c:v>
                </c:pt>
                <c:pt idx="2539">
                  <c:v>1.1878</c:v>
                </c:pt>
                <c:pt idx="2540">
                  <c:v>1.2817000000000001</c:v>
                </c:pt>
                <c:pt idx="2541">
                  <c:v>1.3287</c:v>
                </c:pt>
                <c:pt idx="2542">
                  <c:v>1.3756999999999999</c:v>
                </c:pt>
                <c:pt idx="2543">
                  <c:v>1.4699</c:v>
                </c:pt>
                <c:pt idx="2544">
                  <c:v>1.5169999999999999</c:v>
                </c:pt>
                <c:pt idx="2545">
                  <c:v>1.5640000000000001</c:v>
                </c:pt>
                <c:pt idx="2546">
                  <c:v>1.6581999999999999</c:v>
                </c:pt>
                <c:pt idx="2547">
                  <c:v>1.7053</c:v>
                </c:pt>
                <c:pt idx="2548">
                  <c:v>1.7524</c:v>
                </c:pt>
                <c:pt idx="2549">
                  <c:v>1.8465</c:v>
                </c:pt>
              </c:numCache>
            </c:numRef>
          </c:yVal>
          <c:smooth val="0"/>
          <c:extLst>
            <c:ext xmlns:c16="http://schemas.microsoft.com/office/drawing/2014/chart" uri="{C3380CC4-5D6E-409C-BE32-E72D297353CC}">
              <c16:uniqueId val="{00000008-83F3-4528-99AE-526ECA7D6CE3}"/>
            </c:ext>
          </c:extLst>
        </c:ser>
        <c:dLbls>
          <c:showLegendKey val="0"/>
          <c:showVal val="0"/>
          <c:showCatName val="0"/>
          <c:showSerName val="0"/>
          <c:showPercent val="0"/>
          <c:showBubbleSize val="0"/>
        </c:dLbls>
        <c:axId val="1737292015"/>
        <c:axId val="1737292975"/>
      </c:scatterChart>
      <c:valAx>
        <c:axId val="1737292015"/>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37292975"/>
        <c:crosses val="autoZero"/>
        <c:crossBetween val="midCat"/>
      </c:valAx>
      <c:valAx>
        <c:axId val="1737292975"/>
        <c:scaling>
          <c:orientation val="minMax"/>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37292015"/>
        <c:crosses val="autoZero"/>
        <c:crossBetween val="midCat"/>
      </c:valAx>
      <c:spPr>
        <a:noFill/>
        <a:ln>
          <a:noFill/>
        </a:ln>
        <a:effectLst/>
      </c:spPr>
    </c:plotArea>
    <c:legend>
      <c:legendPos val="b"/>
      <c:layout>
        <c:manualLayout>
          <c:xMode val="edge"/>
          <c:yMode val="edge"/>
          <c:x val="5.3203272719717032E-2"/>
          <c:y val="0.86034424367408946"/>
          <c:w val="0.84362739426776101"/>
          <c:h val="6.892511436378358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rgbClr val="002060"/>
                </a:solidFill>
                <a:latin typeface="Poppins" panose="00000500000000000000" pitchFamily="2" charset="0"/>
                <a:ea typeface="+mn-ea"/>
                <a:cs typeface="Poppins" panose="00000500000000000000" pitchFamily="2" charset="0"/>
              </a:defRPr>
            </a:pPr>
            <a:r>
              <a:rPr lang="en-US" dirty="0">
                <a:solidFill>
                  <a:srgbClr val="002060"/>
                </a:solidFill>
                <a:latin typeface="Poppins" panose="00000500000000000000" pitchFamily="2" charset="0"/>
                <a:cs typeface="Poppins" panose="00000500000000000000" pitchFamily="2" charset="0"/>
              </a:rPr>
              <a:t>Time Spent in Each Assistance State</a:t>
            </a:r>
          </a:p>
        </c:rich>
      </c:tx>
      <c:overlay val="0"/>
      <c:spPr>
        <a:noFill/>
        <a:ln>
          <a:noFill/>
        </a:ln>
        <a:effectLst/>
      </c:spPr>
      <c:txPr>
        <a:bodyPr rot="0" spcFirstLastPara="1" vertOverflow="ellipsis" vert="horz" wrap="square" anchor="ctr" anchorCtr="1"/>
        <a:lstStyle/>
        <a:p>
          <a:pPr>
            <a:defRPr sz="2128" b="1" i="0" u="none" strike="noStrike" kern="1200" baseline="0">
              <a:solidFill>
                <a:srgbClr val="002060"/>
              </a:solidFill>
              <a:latin typeface="Poppins" panose="00000500000000000000" pitchFamily="2" charset="0"/>
              <a:ea typeface="+mn-ea"/>
              <a:cs typeface="Poppins" panose="00000500000000000000" pitchFamily="2" charset="0"/>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percentStacked"/>
        <c:varyColors val="0"/>
        <c:ser>
          <c:idx val="0"/>
          <c:order val="0"/>
          <c:tx>
            <c:strRef>
              <c:f>Sheet1!$B$1</c:f>
              <c:strCache>
                <c:ptCount val="1"/>
                <c:pt idx="0">
                  <c:v>Transparent %</c:v>
                </c:pt>
              </c:strCache>
            </c:strRef>
          </c:tx>
          <c:spPr>
            <a:solidFill>
              <a:srgbClr val="F66DD5"/>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Sheet1!$A$2:$A$5</c:f>
              <c:strCache>
                <c:ptCount val="4"/>
                <c:pt idx="0">
                  <c:v>Off</c:v>
                </c:pt>
                <c:pt idx="1">
                  <c:v>Low</c:v>
                </c:pt>
                <c:pt idx="2">
                  <c:v>Medium</c:v>
                </c:pt>
                <c:pt idx="3">
                  <c:v>High</c:v>
                </c:pt>
              </c:strCache>
            </c:strRef>
          </c:cat>
          <c:val>
            <c:numRef>
              <c:f>Sheet1!$B$2:$B$5</c:f>
              <c:numCache>
                <c:formatCode>General</c:formatCode>
                <c:ptCount val="4"/>
                <c:pt idx="0">
                  <c:v>100</c:v>
                </c:pt>
                <c:pt idx="1">
                  <c:v>89.1</c:v>
                </c:pt>
                <c:pt idx="2">
                  <c:v>48.2</c:v>
                </c:pt>
                <c:pt idx="3">
                  <c:v>24.5</c:v>
                </c:pt>
              </c:numCache>
            </c:numRef>
          </c:val>
          <c:extLst>
            <c:ext xmlns:c16="http://schemas.microsoft.com/office/drawing/2014/chart" uri="{C3380CC4-5D6E-409C-BE32-E72D297353CC}">
              <c16:uniqueId val="{00000000-A5E4-43C2-8B7E-DD7E432A481D}"/>
            </c:ext>
          </c:extLst>
        </c:ser>
        <c:ser>
          <c:idx val="1"/>
          <c:order val="1"/>
          <c:tx>
            <c:strRef>
              <c:f>Sheet1!$C$1</c:f>
              <c:strCache>
                <c:ptCount val="1"/>
                <c:pt idx="0">
                  <c:v>Gentle assist %</c:v>
                </c:pt>
              </c:strCache>
            </c:strRef>
          </c:tx>
          <c:spPr>
            <a:solidFill>
              <a:srgbClr val="A676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Sheet1!$A$2:$A$5</c:f>
              <c:strCache>
                <c:ptCount val="4"/>
                <c:pt idx="0">
                  <c:v>Off</c:v>
                </c:pt>
                <c:pt idx="1">
                  <c:v>Low</c:v>
                </c:pt>
                <c:pt idx="2">
                  <c:v>Medium</c:v>
                </c:pt>
                <c:pt idx="3">
                  <c:v>High</c:v>
                </c:pt>
              </c:strCache>
            </c:strRef>
          </c:cat>
          <c:val>
            <c:numRef>
              <c:f>Sheet1!$C$2:$C$5</c:f>
              <c:numCache>
                <c:formatCode>General</c:formatCode>
                <c:ptCount val="4"/>
                <c:pt idx="0">
                  <c:v>0</c:v>
                </c:pt>
                <c:pt idx="1">
                  <c:v>8.9</c:v>
                </c:pt>
                <c:pt idx="2">
                  <c:v>43.4</c:v>
                </c:pt>
                <c:pt idx="3">
                  <c:v>70</c:v>
                </c:pt>
              </c:numCache>
            </c:numRef>
          </c:val>
          <c:extLst>
            <c:ext xmlns:c16="http://schemas.microsoft.com/office/drawing/2014/chart" uri="{C3380CC4-5D6E-409C-BE32-E72D297353CC}">
              <c16:uniqueId val="{00000001-A5E4-43C2-8B7E-DD7E432A481D}"/>
            </c:ext>
          </c:extLst>
        </c:ser>
        <c:ser>
          <c:idx val="2"/>
          <c:order val="2"/>
          <c:tx>
            <c:strRef>
              <c:f>Sheet1!$D$1</c:f>
              <c:strCache>
                <c:ptCount val="1"/>
                <c:pt idx="0">
                  <c:v>Strong assist %</c:v>
                </c:pt>
              </c:strCache>
            </c:strRef>
          </c:tx>
          <c:spPr>
            <a:solidFill>
              <a:srgbClr val="A6E048"/>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Sheet1!$A$2:$A$5</c:f>
              <c:strCache>
                <c:ptCount val="4"/>
                <c:pt idx="0">
                  <c:v>Off</c:v>
                </c:pt>
                <c:pt idx="1">
                  <c:v>Low</c:v>
                </c:pt>
                <c:pt idx="2">
                  <c:v>Medium</c:v>
                </c:pt>
                <c:pt idx="3">
                  <c:v>High</c:v>
                </c:pt>
              </c:strCache>
            </c:strRef>
          </c:cat>
          <c:val>
            <c:numRef>
              <c:f>Sheet1!$D$2:$D$5</c:f>
              <c:numCache>
                <c:formatCode>General</c:formatCode>
                <c:ptCount val="4"/>
                <c:pt idx="0">
                  <c:v>0</c:v>
                </c:pt>
                <c:pt idx="1">
                  <c:v>2</c:v>
                </c:pt>
                <c:pt idx="2">
                  <c:v>8.4</c:v>
                </c:pt>
                <c:pt idx="3">
                  <c:v>5.5</c:v>
                </c:pt>
              </c:numCache>
            </c:numRef>
          </c:val>
          <c:extLst>
            <c:ext xmlns:c16="http://schemas.microsoft.com/office/drawing/2014/chart" uri="{C3380CC4-5D6E-409C-BE32-E72D297353CC}">
              <c16:uniqueId val="{00000002-A5E4-43C2-8B7E-DD7E432A481D}"/>
            </c:ext>
          </c:extLst>
        </c:ser>
        <c:dLbls>
          <c:showLegendKey val="0"/>
          <c:showVal val="0"/>
          <c:showCatName val="0"/>
          <c:showSerName val="0"/>
          <c:showPercent val="0"/>
          <c:showBubbleSize val="0"/>
        </c:dLbls>
        <c:gapWidth val="150"/>
        <c:shape val="box"/>
        <c:axId val="1161131775"/>
        <c:axId val="1161115455"/>
        <c:axId val="0"/>
      </c:bar3DChart>
      <c:catAx>
        <c:axId val="1161131775"/>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n-US"/>
          </a:p>
        </c:txPr>
        <c:crossAx val="1161115455"/>
        <c:crosses val="autoZero"/>
        <c:auto val="1"/>
        <c:lblAlgn val="ctr"/>
        <c:lblOffset val="100"/>
        <c:noMultiLvlLbl val="0"/>
      </c:catAx>
      <c:valAx>
        <c:axId val="116111545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n-US"/>
          </a:p>
        </c:txPr>
        <c:crossAx val="1161131775"/>
        <c:crosses val="autoZero"/>
        <c:crossBetween val="between"/>
      </c:valAx>
      <c:spPr>
        <a:noFill/>
        <a:ln>
          <a:noFill/>
        </a:ln>
        <a:effectLst/>
      </c:spPr>
    </c:plotArea>
    <c:legend>
      <c:legendPos val="b"/>
      <c:layout>
        <c:manualLayout>
          <c:xMode val="edge"/>
          <c:yMode val="edge"/>
          <c:x val="0"/>
          <c:y val="0.91150000544414334"/>
          <c:w val="0.78332947834645672"/>
          <c:h val="6.9749995709276841E-2"/>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2060"/>
              </a:solidFill>
              <a:latin typeface="Poppins" panose="00000500000000000000" pitchFamily="2" charset="0"/>
              <a:ea typeface="+mn-ea"/>
              <a:cs typeface="Poppins" panose="000005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rgbClr val="002060"/>
                </a:solidFill>
                <a:latin typeface="Poppins" panose="00000500000000000000" pitchFamily="2" charset="0"/>
                <a:ea typeface="+mn-ea"/>
                <a:cs typeface="Poppins" panose="00000500000000000000" pitchFamily="2" charset="0"/>
              </a:defRPr>
            </a:pPr>
            <a:r>
              <a:rPr lang="en-US" sz="1800" b="1" i="0" u="none" strike="noStrike" kern="1200" spc="0" baseline="0" dirty="0">
                <a:solidFill>
                  <a:srgbClr val="002060"/>
                </a:solidFill>
                <a:latin typeface="Poppins" panose="00000500000000000000" pitchFamily="2" charset="0"/>
                <a:cs typeface="Poppins" panose="00000500000000000000" pitchFamily="2" charset="0"/>
              </a:rPr>
              <a:t>Tracking accuracy</a:t>
            </a:r>
            <a:endParaRPr lang="en-US" sz="1800" b="1" dirty="0">
              <a:solidFill>
                <a:srgbClr val="002060"/>
              </a:solidFill>
              <a:latin typeface="Poppins" panose="00000500000000000000" pitchFamily="2" charset="0"/>
              <a:cs typeface="Poppins" panose="00000500000000000000" pitchFamily="2" charset="0"/>
            </a:endParaRPr>
          </a:p>
        </c:rich>
      </c:tx>
      <c:layout>
        <c:manualLayout>
          <c:xMode val="edge"/>
          <c:yMode val="edge"/>
          <c:x val="3.7421094422020774E-2"/>
          <c:y val="0.84304306052930389"/>
        </c:manualLayout>
      </c:layout>
      <c:overlay val="0"/>
      <c:spPr>
        <a:noFill/>
        <a:ln>
          <a:noFill/>
        </a:ln>
        <a:effectLst/>
      </c:spPr>
      <c:txPr>
        <a:bodyPr rot="0" spcFirstLastPara="1" vertOverflow="ellipsis" vert="horz" wrap="square" anchor="ctr" anchorCtr="1"/>
        <a:lstStyle/>
        <a:p>
          <a:pPr>
            <a:defRPr sz="1800" b="1" i="0" u="none" strike="noStrike" kern="1200" spc="0" baseline="0">
              <a:solidFill>
                <a:srgbClr val="002060"/>
              </a:solidFill>
              <a:latin typeface="Poppins" panose="00000500000000000000" pitchFamily="2" charset="0"/>
              <a:ea typeface="+mn-ea"/>
              <a:cs typeface="Poppins" panose="00000500000000000000" pitchFamily="2" charset="0"/>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Sheet1!$B$1</c:f>
              <c:strCache>
                <c:ptCount val="1"/>
                <c:pt idx="0">
                  <c:v>P1</c:v>
                </c:pt>
              </c:strCache>
            </c:strRef>
          </c:tx>
          <c:spPr>
            <a:solidFill>
              <a:srgbClr val="5AA7FF"/>
            </a:solidFill>
            <a:ln>
              <a:noFill/>
            </a:ln>
            <a:effectLst/>
            <a:sp3d/>
          </c:spPr>
          <c:invertIfNegative val="0"/>
          <c:cat>
            <c:strRef>
              <c:f>Sheet1!$A$2:$A$5</c:f>
              <c:strCache>
                <c:ptCount val="4"/>
                <c:pt idx="0">
                  <c:v>Off</c:v>
                </c:pt>
                <c:pt idx="1">
                  <c:v>Low</c:v>
                </c:pt>
                <c:pt idx="2">
                  <c:v>Medium</c:v>
                </c:pt>
                <c:pt idx="3">
                  <c:v>High</c:v>
                </c:pt>
              </c:strCache>
            </c:strRef>
          </c:cat>
          <c:val>
            <c:numRef>
              <c:f>Sheet1!$B$2:$B$5</c:f>
              <c:numCache>
                <c:formatCode>General</c:formatCode>
                <c:ptCount val="4"/>
                <c:pt idx="0">
                  <c:v>71.2</c:v>
                </c:pt>
                <c:pt idx="1">
                  <c:v>81.099999999999994</c:v>
                </c:pt>
                <c:pt idx="2">
                  <c:v>74.5</c:v>
                </c:pt>
                <c:pt idx="3">
                  <c:v>80.3</c:v>
                </c:pt>
              </c:numCache>
            </c:numRef>
          </c:val>
          <c:extLst>
            <c:ext xmlns:c16="http://schemas.microsoft.com/office/drawing/2014/chart" uri="{C3380CC4-5D6E-409C-BE32-E72D297353CC}">
              <c16:uniqueId val="{00000000-2522-471B-8459-336EE111711A}"/>
            </c:ext>
          </c:extLst>
        </c:ser>
        <c:ser>
          <c:idx val="1"/>
          <c:order val="1"/>
          <c:tx>
            <c:strRef>
              <c:f>Sheet1!$C$1</c:f>
              <c:strCache>
                <c:ptCount val="1"/>
                <c:pt idx="0">
                  <c:v>P2</c:v>
                </c:pt>
              </c:strCache>
            </c:strRef>
          </c:tx>
          <c:spPr>
            <a:solidFill>
              <a:srgbClr val="FFC400"/>
            </a:solidFill>
            <a:ln>
              <a:noFill/>
            </a:ln>
            <a:effectLst/>
            <a:sp3d/>
          </c:spPr>
          <c:invertIfNegative val="0"/>
          <c:cat>
            <c:strRef>
              <c:f>Sheet1!$A$2:$A$5</c:f>
              <c:strCache>
                <c:ptCount val="4"/>
                <c:pt idx="0">
                  <c:v>Off</c:v>
                </c:pt>
                <c:pt idx="1">
                  <c:v>Low</c:v>
                </c:pt>
                <c:pt idx="2">
                  <c:v>Medium</c:v>
                </c:pt>
                <c:pt idx="3">
                  <c:v>High</c:v>
                </c:pt>
              </c:strCache>
            </c:strRef>
          </c:cat>
          <c:val>
            <c:numRef>
              <c:f>Sheet1!$C$2:$C$5</c:f>
              <c:numCache>
                <c:formatCode>General</c:formatCode>
                <c:ptCount val="4"/>
                <c:pt idx="0">
                  <c:v>72</c:v>
                </c:pt>
                <c:pt idx="1">
                  <c:v>71.5</c:v>
                </c:pt>
                <c:pt idx="2">
                  <c:v>68.7</c:v>
                </c:pt>
                <c:pt idx="3">
                  <c:v>71.3</c:v>
                </c:pt>
              </c:numCache>
            </c:numRef>
          </c:val>
          <c:extLst>
            <c:ext xmlns:c16="http://schemas.microsoft.com/office/drawing/2014/chart" uri="{C3380CC4-5D6E-409C-BE32-E72D297353CC}">
              <c16:uniqueId val="{00000001-2522-471B-8459-336EE111711A}"/>
            </c:ext>
          </c:extLst>
        </c:ser>
        <c:dLbls>
          <c:showLegendKey val="0"/>
          <c:showVal val="0"/>
          <c:showCatName val="0"/>
          <c:showSerName val="0"/>
          <c:showPercent val="0"/>
          <c:showBubbleSize val="0"/>
        </c:dLbls>
        <c:gapWidth val="150"/>
        <c:shape val="box"/>
        <c:axId val="1161165375"/>
        <c:axId val="1161165855"/>
        <c:axId val="0"/>
      </c:bar3DChart>
      <c:catAx>
        <c:axId val="116116537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61165855"/>
        <c:crosses val="autoZero"/>
        <c:auto val="1"/>
        <c:lblAlgn val="ctr"/>
        <c:lblOffset val="100"/>
        <c:noMultiLvlLbl val="0"/>
      </c:catAx>
      <c:valAx>
        <c:axId val="11611658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n-US"/>
          </a:p>
        </c:txPr>
        <c:crossAx val="1161165375"/>
        <c:crosses val="autoZero"/>
        <c:crossBetween val="between"/>
      </c:valAx>
      <c:spPr>
        <a:noFill/>
        <a:ln>
          <a:noFill/>
        </a:ln>
        <a:effectLst/>
      </c:spPr>
    </c:plotArea>
    <c:legend>
      <c:legendPos val="b"/>
      <c:layout>
        <c:manualLayout>
          <c:xMode val="edge"/>
          <c:yMode val="edge"/>
          <c:x val="0.69749536822603042"/>
          <c:y val="0.85405456976423877"/>
          <c:w val="0.22055531661483491"/>
          <c:h val="0.10157474283948212"/>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2060"/>
              </a:solidFill>
              <a:latin typeface="Poppins" panose="00000500000000000000" pitchFamily="2" charset="0"/>
              <a:ea typeface="+mn-ea"/>
              <a:cs typeface="Poppins" panose="000005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1" i="0" u="none" strike="noStrike" kern="1200" spc="0" baseline="0">
                <a:solidFill>
                  <a:srgbClr val="002060"/>
                </a:solidFill>
                <a:latin typeface="Poppins" panose="00000500000000000000" pitchFamily="2" charset="0"/>
                <a:ea typeface="+mn-ea"/>
                <a:cs typeface="Poppins" panose="00000500000000000000" pitchFamily="2" charset="0"/>
              </a:defRPr>
            </a:pPr>
            <a:r>
              <a:rPr lang="en-US" sz="1800" dirty="0"/>
              <a:t>Mean tracking error</a:t>
            </a:r>
            <a:endParaRPr lang="en-US" sz="1800" b="1" dirty="0">
              <a:solidFill>
                <a:srgbClr val="002060"/>
              </a:solidFill>
              <a:latin typeface="Poppins" panose="00000500000000000000" pitchFamily="2" charset="0"/>
              <a:cs typeface="Poppins" panose="00000500000000000000" pitchFamily="2" charset="0"/>
            </a:endParaRPr>
          </a:p>
        </c:rich>
      </c:tx>
      <c:layout>
        <c:manualLayout>
          <c:xMode val="edge"/>
          <c:yMode val="edge"/>
          <c:x val="6.1295985542790761E-2"/>
          <c:y val="0.85464151201368965"/>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1" i="0" u="none" strike="noStrike" kern="1200" spc="0" baseline="0">
              <a:solidFill>
                <a:srgbClr val="002060"/>
              </a:solidFill>
              <a:latin typeface="Poppins" panose="00000500000000000000" pitchFamily="2" charset="0"/>
              <a:ea typeface="+mn-ea"/>
              <a:cs typeface="Poppins" panose="00000500000000000000" pitchFamily="2" charset="0"/>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Sheet1!$B$1</c:f>
              <c:strCache>
                <c:ptCount val="1"/>
                <c:pt idx="0">
                  <c:v>P1</c:v>
                </c:pt>
              </c:strCache>
            </c:strRef>
          </c:tx>
          <c:spPr>
            <a:solidFill>
              <a:srgbClr val="F66DD5"/>
            </a:solidFill>
            <a:ln>
              <a:noFill/>
            </a:ln>
            <a:effectLst/>
            <a:sp3d/>
          </c:spPr>
          <c:invertIfNegative val="0"/>
          <c:cat>
            <c:strRef>
              <c:f>Sheet1!$A$2:$A$5</c:f>
              <c:strCache>
                <c:ptCount val="4"/>
                <c:pt idx="0">
                  <c:v>Off</c:v>
                </c:pt>
                <c:pt idx="1">
                  <c:v>Low</c:v>
                </c:pt>
                <c:pt idx="2">
                  <c:v>Medium</c:v>
                </c:pt>
                <c:pt idx="3">
                  <c:v>High</c:v>
                </c:pt>
              </c:strCache>
            </c:strRef>
          </c:cat>
          <c:val>
            <c:numRef>
              <c:f>Sheet1!$B$2:$B$5</c:f>
              <c:numCache>
                <c:formatCode>General</c:formatCode>
                <c:ptCount val="4"/>
                <c:pt idx="0">
                  <c:v>28.836978107896702</c:v>
                </c:pt>
                <c:pt idx="1">
                  <c:v>18.928502946954801</c:v>
                </c:pt>
                <c:pt idx="2">
                  <c:v>25.466533333333299</c:v>
                </c:pt>
                <c:pt idx="3">
                  <c:v>19.659385788839799</c:v>
                </c:pt>
              </c:numCache>
            </c:numRef>
          </c:val>
          <c:extLst>
            <c:ext xmlns:c16="http://schemas.microsoft.com/office/drawing/2014/chart" uri="{C3380CC4-5D6E-409C-BE32-E72D297353CC}">
              <c16:uniqueId val="{00000000-91D9-4B93-A20A-3AA3C28635E6}"/>
            </c:ext>
          </c:extLst>
        </c:ser>
        <c:ser>
          <c:idx val="1"/>
          <c:order val="1"/>
          <c:tx>
            <c:strRef>
              <c:f>Sheet1!$C$1</c:f>
              <c:strCache>
                <c:ptCount val="1"/>
                <c:pt idx="0">
                  <c:v>P2</c:v>
                </c:pt>
              </c:strCache>
            </c:strRef>
          </c:tx>
          <c:spPr>
            <a:solidFill>
              <a:srgbClr val="22C7F3"/>
            </a:solidFill>
            <a:ln>
              <a:noFill/>
            </a:ln>
            <a:effectLst/>
            <a:sp3d/>
          </c:spPr>
          <c:invertIfNegative val="0"/>
          <c:cat>
            <c:strRef>
              <c:f>Sheet1!$A$2:$A$5</c:f>
              <c:strCache>
                <c:ptCount val="4"/>
                <c:pt idx="0">
                  <c:v>Off</c:v>
                </c:pt>
                <c:pt idx="1">
                  <c:v>Low</c:v>
                </c:pt>
                <c:pt idx="2">
                  <c:v>Medium</c:v>
                </c:pt>
                <c:pt idx="3">
                  <c:v>High</c:v>
                </c:pt>
              </c:strCache>
            </c:strRef>
          </c:cat>
          <c:val>
            <c:numRef>
              <c:f>Sheet1!$C$2:$C$5</c:f>
              <c:numCache>
                <c:formatCode>General</c:formatCode>
                <c:ptCount val="4"/>
                <c:pt idx="0">
                  <c:v>27.962234042553099</c:v>
                </c:pt>
                <c:pt idx="1">
                  <c:v>28.4882715551974</c:v>
                </c:pt>
                <c:pt idx="2">
                  <c:v>31.2555112016293</c:v>
                </c:pt>
                <c:pt idx="3">
                  <c:v>28.6510501930502</c:v>
                </c:pt>
              </c:numCache>
            </c:numRef>
          </c:val>
          <c:extLst>
            <c:ext xmlns:c16="http://schemas.microsoft.com/office/drawing/2014/chart" uri="{C3380CC4-5D6E-409C-BE32-E72D297353CC}">
              <c16:uniqueId val="{00000001-91D9-4B93-A20A-3AA3C28635E6}"/>
            </c:ext>
          </c:extLst>
        </c:ser>
        <c:dLbls>
          <c:showLegendKey val="0"/>
          <c:showVal val="0"/>
          <c:showCatName val="0"/>
          <c:showSerName val="0"/>
          <c:showPercent val="0"/>
          <c:showBubbleSize val="0"/>
        </c:dLbls>
        <c:gapWidth val="150"/>
        <c:shape val="box"/>
        <c:axId val="1161165375"/>
        <c:axId val="1161165855"/>
        <c:axId val="0"/>
      </c:bar3DChart>
      <c:catAx>
        <c:axId val="116116537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61165855"/>
        <c:crosses val="autoZero"/>
        <c:auto val="1"/>
        <c:lblAlgn val="ctr"/>
        <c:lblOffset val="100"/>
        <c:noMultiLvlLbl val="0"/>
      </c:catAx>
      <c:valAx>
        <c:axId val="11611658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n-US"/>
          </a:p>
        </c:txPr>
        <c:crossAx val="1161165375"/>
        <c:crosses val="autoZero"/>
        <c:crossBetween val="between"/>
      </c:valAx>
      <c:spPr>
        <a:noFill/>
        <a:ln>
          <a:noFill/>
        </a:ln>
        <a:effectLst/>
      </c:spPr>
    </c:plotArea>
    <c:legend>
      <c:legendPos val="b"/>
      <c:layout>
        <c:manualLayout>
          <c:xMode val="edge"/>
          <c:yMode val="edge"/>
          <c:x val="0.7336226926552214"/>
          <c:y val="0.86854799600932298"/>
          <c:w val="0.19259051891054602"/>
          <c:h val="0.10092909284733097"/>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2060"/>
              </a:solidFill>
              <a:latin typeface="Poppins" panose="00000500000000000000" pitchFamily="2" charset="0"/>
              <a:ea typeface="+mn-ea"/>
              <a:cs typeface="Poppins" panose="000005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rgbClr val="002060"/>
                </a:solidFill>
                <a:latin typeface="Poppins" panose="00000500000000000000" pitchFamily="2" charset="0"/>
                <a:ea typeface="+mn-ea"/>
                <a:cs typeface="Poppins" panose="00000500000000000000" pitchFamily="2" charset="0"/>
              </a:defRPr>
            </a:pPr>
            <a:r>
              <a:rPr lang="en-US" sz="1800" dirty="0"/>
              <a:t>Independent movement time</a:t>
            </a:r>
          </a:p>
        </c:rich>
      </c:tx>
      <c:layout>
        <c:manualLayout>
          <c:xMode val="edge"/>
          <c:yMode val="edge"/>
          <c:x val="8.5975664324698005E-3"/>
          <c:y val="0.8342967828962663"/>
        </c:manualLayout>
      </c:layout>
      <c:overlay val="0"/>
      <c:spPr>
        <a:noFill/>
        <a:ln>
          <a:noFill/>
        </a:ln>
        <a:effectLst/>
      </c:spPr>
      <c:txPr>
        <a:bodyPr rot="0" spcFirstLastPara="1" vertOverflow="ellipsis" vert="horz" wrap="square" anchor="ctr" anchorCtr="1"/>
        <a:lstStyle/>
        <a:p>
          <a:pPr>
            <a:defRPr sz="1800" b="1" i="0" u="none" strike="noStrike" kern="1200" spc="0" baseline="0">
              <a:solidFill>
                <a:srgbClr val="002060"/>
              </a:solidFill>
              <a:latin typeface="Poppins" panose="00000500000000000000" pitchFamily="2" charset="0"/>
              <a:ea typeface="+mn-ea"/>
              <a:cs typeface="Poppins" panose="00000500000000000000" pitchFamily="2" charset="0"/>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Sheet1!$B$1</c:f>
              <c:strCache>
                <c:ptCount val="1"/>
                <c:pt idx="0">
                  <c:v>P1</c:v>
                </c:pt>
              </c:strCache>
            </c:strRef>
          </c:tx>
          <c:spPr>
            <a:solidFill>
              <a:srgbClr val="A676FF"/>
            </a:solidFill>
            <a:ln>
              <a:noFill/>
            </a:ln>
            <a:effectLst/>
            <a:sp3d/>
          </c:spPr>
          <c:invertIfNegative val="0"/>
          <c:cat>
            <c:strRef>
              <c:f>Sheet1!$A$2:$A$5</c:f>
              <c:strCache>
                <c:ptCount val="4"/>
                <c:pt idx="0">
                  <c:v>Off</c:v>
                </c:pt>
                <c:pt idx="1">
                  <c:v>Low</c:v>
                </c:pt>
                <c:pt idx="2">
                  <c:v>Medium</c:v>
                </c:pt>
                <c:pt idx="3">
                  <c:v>High</c:v>
                </c:pt>
              </c:strCache>
            </c:strRef>
          </c:cat>
          <c:val>
            <c:numRef>
              <c:f>Sheet1!$B$2:$B$5</c:f>
              <c:numCache>
                <c:formatCode>General</c:formatCode>
                <c:ptCount val="4"/>
                <c:pt idx="0">
                  <c:v>100</c:v>
                </c:pt>
                <c:pt idx="1">
                  <c:v>91.80713446</c:v>
                </c:pt>
                <c:pt idx="2">
                  <c:v>51.761942050000002</c:v>
                </c:pt>
                <c:pt idx="3">
                  <c:v>29.241877259999999</c:v>
                </c:pt>
              </c:numCache>
            </c:numRef>
          </c:val>
          <c:extLst>
            <c:ext xmlns:c16="http://schemas.microsoft.com/office/drawing/2014/chart" uri="{C3380CC4-5D6E-409C-BE32-E72D297353CC}">
              <c16:uniqueId val="{00000000-0E57-4226-AB68-AFEDD7B4605E}"/>
            </c:ext>
          </c:extLst>
        </c:ser>
        <c:ser>
          <c:idx val="1"/>
          <c:order val="1"/>
          <c:tx>
            <c:strRef>
              <c:f>Sheet1!$C$1</c:f>
              <c:strCache>
                <c:ptCount val="1"/>
                <c:pt idx="0">
                  <c:v>P2</c:v>
                </c:pt>
              </c:strCache>
            </c:strRef>
          </c:tx>
          <c:spPr>
            <a:solidFill>
              <a:srgbClr val="A6E048"/>
            </a:solidFill>
            <a:ln>
              <a:noFill/>
            </a:ln>
            <a:effectLst/>
            <a:sp3d/>
          </c:spPr>
          <c:invertIfNegative val="0"/>
          <c:cat>
            <c:strRef>
              <c:f>Sheet1!$A$2:$A$5</c:f>
              <c:strCache>
                <c:ptCount val="4"/>
                <c:pt idx="0">
                  <c:v>Off</c:v>
                </c:pt>
                <c:pt idx="1">
                  <c:v>Low</c:v>
                </c:pt>
                <c:pt idx="2">
                  <c:v>Medium</c:v>
                </c:pt>
                <c:pt idx="3">
                  <c:v>High</c:v>
                </c:pt>
              </c:strCache>
            </c:strRef>
          </c:cat>
          <c:val>
            <c:numRef>
              <c:f>Sheet1!$C$2:$C$5</c:f>
              <c:numCache>
                <c:formatCode>General</c:formatCode>
                <c:ptCount val="4"/>
                <c:pt idx="0">
                  <c:v>100</c:v>
                </c:pt>
                <c:pt idx="1">
                  <c:v>86.305220879999993</c:v>
                </c:pt>
                <c:pt idx="2">
                  <c:v>44.539179859999997</c:v>
                </c:pt>
                <c:pt idx="3">
                  <c:v>19.78444958</c:v>
                </c:pt>
              </c:numCache>
            </c:numRef>
          </c:val>
          <c:extLst>
            <c:ext xmlns:c16="http://schemas.microsoft.com/office/drawing/2014/chart" uri="{C3380CC4-5D6E-409C-BE32-E72D297353CC}">
              <c16:uniqueId val="{00000001-0E57-4226-AB68-AFEDD7B4605E}"/>
            </c:ext>
          </c:extLst>
        </c:ser>
        <c:dLbls>
          <c:showLegendKey val="0"/>
          <c:showVal val="0"/>
          <c:showCatName val="0"/>
          <c:showSerName val="0"/>
          <c:showPercent val="0"/>
          <c:showBubbleSize val="0"/>
        </c:dLbls>
        <c:gapWidth val="150"/>
        <c:shape val="box"/>
        <c:axId val="1161165375"/>
        <c:axId val="1161165855"/>
        <c:axId val="0"/>
      </c:bar3DChart>
      <c:catAx>
        <c:axId val="116116537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61165855"/>
        <c:crosses val="autoZero"/>
        <c:auto val="1"/>
        <c:lblAlgn val="ctr"/>
        <c:lblOffset val="100"/>
        <c:noMultiLvlLbl val="0"/>
      </c:catAx>
      <c:valAx>
        <c:axId val="11611658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2060"/>
                </a:solidFill>
                <a:latin typeface="+mn-lt"/>
                <a:ea typeface="+mn-ea"/>
                <a:cs typeface="+mn-cs"/>
              </a:defRPr>
            </a:pPr>
            <a:endParaRPr lang="en-US"/>
          </a:p>
        </c:txPr>
        <c:crossAx val="1161165375"/>
        <c:crosses val="autoZero"/>
        <c:crossBetween val="between"/>
      </c:valAx>
      <c:spPr>
        <a:noFill/>
        <a:ln>
          <a:noFill/>
        </a:ln>
        <a:effectLst/>
      </c:spPr>
    </c:plotArea>
    <c:legend>
      <c:legendPos val="b"/>
      <c:layout>
        <c:manualLayout>
          <c:xMode val="edge"/>
          <c:yMode val="edge"/>
          <c:x val="0.77312591363824412"/>
          <c:y val="0.83742129378212837"/>
          <c:w val="0.19744577473793667"/>
          <c:h val="0.10642622923122627"/>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2060"/>
              </a:solidFill>
              <a:latin typeface="Poppins" panose="00000500000000000000" pitchFamily="2" charset="0"/>
              <a:ea typeface="+mn-ea"/>
              <a:cs typeface="Poppins" panose="000005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line3DChart>
        <c:grouping val="standard"/>
        <c:varyColors val="0"/>
        <c:ser>
          <c:idx val="0"/>
          <c:order val="0"/>
          <c:tx>
            <c:strRef>
              <c:f>Sheet1!$B$1</c:f>
              <c:strCache>
                <c:ptCount val="1"/>
                <c:pt idx="0">
                  <c:v>Target position</c:v>
                </c:pt>
              </c:strCache>
            </c:strRef>
          </c:tx>
          <c:spPr>
            <a:solidFill>
              <a:srgbClr val="A676FF"/>
            </a:solidFill>
            <a:ln>
              <a:noFill/>
            </a:ln>
            <a:effectLst/>
            <a:sp3d/>
          </c:spPr>
          <c:cat>
            <c:numRef>
              <c:f>Sheet1!$A$2:$A$2551</c:f>
              <c:numCache>
                <c:formatCode>General</c:formatCode>
                <c:ptCount val="2550"/>
                <c:pt idx="1">
                  <c:v>2.7900000000000001E-2</c:v>
                </c:pt>
                <c:pt idx="2">
                  <c:v>4.9200000000000001E-2</c:v>
                </c:pt>
                <c:pt idx="3">
                  <c:v>7.3800000000000004E-2</c:v>
                </c:pt>
                <c:pt idx="4">
                  <c:v>0.10009999999999999</c:v>
                </c:pt>
                <c:pt idx="5">
                  <c:v>0.12330000000000001</c:v>
                </c:pt>
                <c:pt idx="6">
                  <c:v>0.1444</c:v>
                </c:pt>
                <c:pt idx="7">
                  <c:v>0.17050000000000001</c:v>
                </c:pt>
                <c:pt idx="8">
                  <c:v>0.19270000000000001</c:v>
                </c:pt>
                <c:pt idx="9">
                  <c:v>0.21540000000000001</c:v>
                </c:pt>
                <c:pt idx="10">
                  <c:v>0.2387</c:v>
                </c:pt>
                <c:pt idx="11">
                  <c:v>0.26</c:v>
                </c:pt>
                <c:pt idx="12">
                  <c:v>0.28320000000000001</c:v>
                </c:pt>
                <c:pt idx="13">
                  <c:v>0.30499999999999999</c:v>
                </c:pt>
                <c:pt idx="14">
                  <c:v>0.32719999999999999</c:v>
                </c:pt>
                <c:pt idx="15">
                  <c:v>0.34849999999999998</c:v>
                </c:pt>
                <c:pt idx="16">
                  <c:v>0.36930000000000002</c:v>
                </c:pt>
                <c:pt idx="17">
                  <c:v>0.39529999999999998</c:v>
                </c:pt>
                <c:pt idx="18">
                  <c:v>0.4214</c:v>
                </c:pt>
                <c:pt idx="19">
                  <c:v>0.44369999999999998</c:v>
                </c:pt>
                <c:pt idx="20">
                  <c:v>0.46450000000000002</c:v>
                </c:pt>
                <c:pt idx="21">
                  <c:v>0.48909999999999998</c:v>
                </c:pt>
                <c:pt idx="22">
                  <c:v>0.51180000000000003</c:v>
                </c:pt>
                <c:pt idx="23">
                  <c:v>0.53369999999999995</c:v>
                </c:pt>
                <c:pt idx="24">
                  <c:v>0.55549999999999999</c:v>
                </c:pt>
                <c:pt idx="25">
                  <c:v>0.57769999999999999</c:v>
                </c:pt>
                <c:pt idx="26">
                  <c:v>0.59770000000000001</c:v>
                </c:pt>
                <c:pt idx="27">
                  <c:v>0.61950000000000005</c:v>
                </c:pt>
                <c:pt idx="28">
                  <c:v>0.64029999999999998</c:v>
                </c:pt>
                <c:pt idx="29">
                  <c:v>0.66039999999999999</c:v>
                </c:pt>
                <c:pt idx="30">
                  <c:v>0.68220000000000003</c:v>
                </c:pt>
                <c:pt idx="31">
                  <c:v>0.70379999999999998</c:v>
                </c:pt>
                <c:pt idx="32">
                  <c:v>0.7248</c:v>
                </c:pt>
                <c:pt idx="33">
                  <c:v>0.74609999999999999</c:v>
                </c:pt>
                <c:pt idx="34">
                  <c:v>0.76719999999999999</c:v>
                </c:pt>
                <c:pt idx="35">
                  <c:v>0.79279999999999995</c:v>
                </c:pt>
                <c:pt idx="36">
                  <c:v>0.8145</c:v>
                </c:pt>
                <c:pt idx="37">
                  <c:v>0.83620000000000005</c:v>
                </c:pt>
                <c:pt idx="38">
                  <c:v>0.86009999999999998</c:v>
                </c:pt>
                <c:pt idx="39">
                  <c:v>0.88080000000000003</c:v>
                </c:pt>
                <c:pt idx="40">
                  <c:v>0.90139999999999998</c:v>
                </c:pt>
                <c:pt idx="41">
                  <c:v>0.92459999999999998</c:v>
                </c:pt>
                <c:pt idx="42">
                  <c:v>0.94699999999999995</c:v>
                </c:pt>
                <c:pt idx="43">
                  <c:v>0.97109999999999996</c:v>
                </c:pt>
                <c:pt idx="44">
                  <c:v>0.99390000000000001</c:v>
                </c:pt>
                <c:pt idx="45">
                  <c:v>1.0157</c:v>
                </c:pt>
                <c:pt idx="46">
                  <c:v>1.0370999999999999</c:v>
                </c:pt>
                <c:pt idx="47">
                  <c:v>1.0590999999999999</c:v>
                </c:pt>
                <c:pt idx="48">
                  <c:v>1.0846</c:v>
                </c:pt>
                <c:pt idx="49">
                  <c:v>1.1055999999999999</c:v>
                </c:pt>
                <c:pt idx="50">
                  <c:v>1.1279999999999999</c:v>
                </c:pt>
                <c:pt idx="51">
                  <c:v>1.1487000000000001</c:v>
                </c:pt>
                <c:pt idx="52">
                  <c:v>1.1692</c:v>
                </c:pt>
                <c:pt idx="53">
                  <c:v>1.1933</c:v>
                </c:pt>
                <c:pt idx="54">
                  <c:v>1.2149000000000001</c:v>
                </c:pt>
                <c:pt idx="55">
                  <c:v>1.2375</c:v>
                </c:pt>
                <c:pt idx="56">
                  <c:v>1.2594000000000001</c:v>
                </c:pt>
                <c:pt idx="57">
                  <c:v>1.2825</c:v>
                </c:pt>
                <c:pt idx="58">
                  <c:v>1.3028</c:v>
                </c:pt>
                <c:pt idx="59">
                  <c:v>1.3253999999999999</c:v>
                </c:pt>
                <c:pt idx="60">
                  <c:v>1.3473999999999999</c:v>
                </c:pt>
                <c:pt idx="61">
                  <c:v>1.3675999999999999</c:v>
                </c:pt>
                <c:pt idx="62">
                  <c:v>1.3898999999999999</c:v>
                </c:pt>
                <c:pt idx="63">
                  <c:v>1.4158999999999999</c:v>
                </c:pt>
                <c:pt idx="64">
                  <c:v>1.4362999999999999</c:v>
                </c:pt>
                <c:pt idx="65">
                  <c:v>1.4634</c:v>
                </c:pt>
                <c:pt idx="66">
                  <c:v>1.4837</c:v>
                </c:pt>
                <c:pt idx="67">
                  <c:v>1.5039</c:v>
                </c:pt>
                <c:pt idx="68">
                  <c:v>1.5251999999999999</c:v>
                </c:pt>
                <c:pt idx="69">
                  <c:v>1.5469999999999999</c:v>
                </c:pt>
                <c:pt idx="70">
                  <c:v>1.5737000000000001</c:v>
                </c:pt>
                <c:pt idx="71">
                  <c:v>1.5942000000000001</c:v>
                </c:pt>
                <c:pt idx="72">
                  <c:v>1.6244000000000001</c:v>
                </c:pt>
                <c:pt idx="73">
                  <c:v>1.6495</c:v>
                </c:pt>
                <c:pt idx="74">
                  <c:v>1.6702999999999999</c:v>
                </c:pt>
                <c:pt idx="75">
                  <c:v>1.6930000000000001</c:v>
                </c:pt>
                <c:pt idx="76">
                  <c:v>1.7189000000000001</c:v>
                </c:pt>
                <c:pt idx="77">
                  <c:v>1.742</c:v>
                </c:pt>
                <c:pt idx="78">
                  <c:v>1.7678</c:v>
                </c:pt>
                <c:pt idx="79">
                  <c:v>1.7895000000000001</c:v>
                </c:pt>
                <c:pt idx="80">
                  <c:v>1.8132999999999999</c:v>
                </c:pt>
                <c:pt idx="81">
                  <c:v>1.857</c:v>
                </c:pt>
                <c:pt idx="82">
                  <c:v>1.8785000000000001</c:v>
                </c:pt>
                <c:pt idx="83">
                  <c:v>1.8991</c:v>
                </c:pt>
                <c:pt idx="84">
                  <c:v>1.9248000000000001</c:v>
                </c:pt>
                <c:pt idx="85">
                  <c:v>1.9449000000000001</c:v>
                </c:pt>
                <c:pt idx="86">
                  <c:v>1.9686999999999999</c:v>
                </c:pt>
                <c:pt idx="87">
                  <c:v>1.9939</c:v>
                </c:pt>
                <c:pt idx="88">
                  <c:v>2.0152999999999999</c:v>
                </c:pt>
                <c:pt idx="89">
                  <c:v>2.0409999999999999</c:v>
                </c:pt>
                <c:pt idx="90">
                  <c:v>2.0619999999999998</c:v>
                </c:pt>
                <c:pt idx="91">
                  <c:v>2.0825999999999998</c:v>
                </c:pt>
                <c:pt idx="92">
                  <c:v>2.1049000000000002</c:v>
                </c:pt>
                <c:pt idx="93">
                  <c:v>2.1284999999999998</c:v>
                </c:pt>
                <c:pt idx="94">
                  <c:v>2.1518000000000002</c:v>
                </c:pt>
                <c:pt idx="95">
                  <c:v>2.1739999999999999</c:v>
                </c:pt>
                <c:pt idx="96">
                  <c:v>2.1949000000000001</c:v>
                </c:pt>
                <c:pt idx="97">
                  <c:v>2.2162000000000002</c:v>
                </c:pt>
                <c:pt idx="98">
                  <c:v>2.2363</c:v>
                </c:pt>
                <c:pt idx="99">
                  <c:v>2.258</c:v>
                </c:pt>
                <c:pt idx="100">
                  <c:v>2.2797999999999998</c:v>
                </c:pt>
                <c:pt idx="101">
                  <c:v>2.3033000000000001</c:v>
                </c:pt>
                <c:pt idx="102">
                  <c:v>2.3246000000000002</c:v>
                </c:pt>
                <c:pt idx="103">
                  <c:v>2.3492000000000002</c:v>
                </c:pt>
                <c:pt idx="104">
                  <c:v>2.3752</c:v>
                </c:pt>
                <c:pt idx="105">
                  <c:v>2.3957999999999999</c:v>
                </c:pt>
                <c:pt idx="106">
                  <c:v>2.4173</c:v>
                </c:pt>
                <c:pt idx="107">
                  <c:v>2.4379</c:v>
                </c:pt>
                <c:pt idx="108">
                  <c:v>2.4588999999999999</c:v>
                </c:pt>
                <c:pt idx="109">
                  <c:v>2.4839000000000002</c:v>
                </c:pt>
                <c:pt idx="110">
                  <c:v>2.5055000000000001</c:v>
                </c:pt>
                <c:pt idx="111">
                  <c:v>2.5320999999999998</c:v>
                </c:pt>
                <c:pt idx="112">
                  <c:v>2.5543999999999998</c:v>
                </c:pt>
                <c:pt idx="113">
                  <c:v>2.5829</c:v>
                </c:pt>
                <c:pt idx="114">
                  <c:v>2.6040999999999999</c:v>
                </c:pt>
                <c:pt idx="115">
                  <c:v>2.6292</c:v>
                </c:pt>
                <c:pt idx="116">
                  <c:v>2.6545999999999998</c:v>
                </c:pt>
                <c:pt idx="117">
                  <c:v>2.6762999999999999</c:v>
                </c:pt>
                <c:pt idx="118">
                  <c:v>2.7035999999999998</c:v>
                </c:pt>
                <c:pt idx="119">
                  <c:v>2.7239</c:v>
                </c:pt>
                <c:pt idx="120">
                  <c:v>2.7450000000000001</c:v>
                </c:pt>
                <c:pt idx="121">
                  <c:v>2.7679999999999998</c:v>
                </c:pt>
                <c:pt idx="122">
                  <c:v>2.7926000000000002</c:v>
                </c:pt>
                <c:pt idx="123">
                  <c:v>2.8136999999999999</c:v>
                </c:pt>
                <c:pt idx="124">
                  <c:v>2.8405999999999998</c:v>
                </c:pt>
                <c:pt idx="125">
                  <c:v>2.8631000000000002</c:v>
                </c:pt>
                <c:pt idx="126">
                  <c:v>2.8896999999999999</c:v>
                </c:pt>
                <c:pt idx="127">
                  <c:v>2.9171999999999998</c:v>
                </c:pt>
                <c:pt idx="128">
                  <c:v>2.9373999999999998</c:v>
                </c:pt>
                <c:pt idx="129">
                  <c:v>2.9653999999999998</c:v>
                </c:pt>
                <c:pt idx="130">
                  <c:v>2.9874999999999998</c:v>
                </c:pt>
                <c:pt idx="131">
                  <c:v>3.0082</c:v>
                </c:pt>
                <c:pt idx="132">
                  <c:v>3.0358999999999998</c:v>
                </c:pt>
                <c:pt idx="133">
                  <c:v>3.0569999999999999</c:v>
                </c:pt>
                <c:pt idx="134">
                  <c:v>3.0771999999999999</c:v>
                </c:pt>
                <c:pt idx="135">
                  <c:v>3.0998000000000001</c:v>
                </c:pt>
                <c:pt idx="136">
                  <c:v>3.1238999999999999</c:v>
                </c:pt>
                <c:pt idx="137">
                  <c:v>3.1442000000000001</c:v>
                </c:pt>
                <c:pt idx="138">
                  <c:v>3.1678999999999999</c:v>
                </c:pt>
                <c:pt idx="139">
                  <c:v>3.1964000000000001</c:v>
                </c:pt>
                <c:pt idx="140">
                  <c:v>3.2229000000000001</c:v>
                </c:pt>
                <c:pt idx="141">
                  <c:v>3.2433000000000001</c:v>
                </c:pt>
                <c:pt idx="142">
                  <c:v>3.2706</c:v>
                </c:pt>
                <c:pt idx="143">
                  <c:v>3.2968000000000002</c:v>
                </c:pt>
                <c:pt idx="144">
                  <c:v>3.3178999999999998</c:v>
                </c:pt>
                <c:pt idx="145">
                  <c:v>3.3401000000000001</c:v>
                </c:pt>
                <c:pt idx="146">
                  <c:v>3.3605999999999998</c:v>
                </c:pt>
                <c:pt idx="147">
                  <c:v>3.3860000000000001</c:v>
                </c:pt>
                <c:pt idx="148">
                  <c:v>3.4113000000000002</c:v>
                </c:pt>
                <c:pt idx="149">
                  <c:v>3.4352</c:v>
                </c:pt>
                <c:pt idx="150">
                  <c:v>3.4588000000000001</c:v>
                </c:pt>
                <c:pt idx="151">
                  <c:v>3.4805999999999999</c:v>
                </c:pt>
                <c:pt idx="152">
                  <c:v>3.5013000000000001</c:v>
                </c:pt>
                <c:pt idx="153">
                  <c:v>3.5285000000000002</c:v>
                </c:pt>
                <c:pt idx="154">
                  <c:v>3.5556999999999999</c:v>
                </c:pt>
                <c:pt idx="155">
                  <c:v>3.5767000000000002</c:v>
                </c:pt>
                <c:pt idx="156">
                  <c:v>3.597</c:v>
                </c:pt>
                <c:pt idx="157">
                  <c:v>3.6191</c:v>
                </c:pt>
                <c:pt idx="158">
                  <c:v>3.6425999999999998</c:v>
                </c:pt>
                <c:pt idx="159">
                  <c:v>3.6657999999999999</c:v>
                </c:pt>
                <c:pt idx="160">
                  <c:v>3.6888000000000001</c:v>
                </c:pt>
                <c:pt idx="161">
                  <c:v>3.7189000000000001</c:v>
                </c:pt>
                <c:pt idx="162">
                  <c:v>3.7410999999999999</c:v>
                </c:pt>
                <c:pt idx="163">
                  <c:v>3.7631999999999999</c:v>
                </c:pt>
                <c:pt idx="164">
                  <c:v>3.7858000000000001</c:v>
                </c:pt>
                <c:pt idx="165">
                  <c:v>3.8113999999999999</c:v>
                </c:pt>
                <c:pt idx="166">
                  <c:v>3.8323</c:v>
                </c:pt>
                <c:pt idx="167">
                  <c:v>3.8578999999999999</c:v>
                </c:pt>
                <c:pt idx="168">
                  <c:v>3.8849</c:v>
                </c:pt>
                <c:pt idx="169">
                  <c:v>3.9102999999999999</c:v>
                </c:pt>
                <c:pt idx="170">
                  <c:v>3.9321000000000002</c:v>
                </c:pt>
                <c:pt idx="171">
                  <c:v>3.9521999999999999</c:v>
                </c:pt>
                <c:pt idx="172">
                  <c:v>3.9731000000000001</c:v>
                </c:pt>
                <c:pt idx="173">
                  <c:v>4.0000999999999998</c:v>
                </c:pt>
                <c:pt idx="174">
                  <c:v>4.0202999999999998</c:v>
                </c:pt>
                <c:pt idx="175">
                  <c:v>4.0438000000000001</c:v>
                </c:pt>
                <c:pt idx="176">
                  <c:v>4.0705</c:v>
                </c:pt>
                <c:pt idx="177">
                  <c:v>4.0964</c:v>
                </c:pt>
                <c:pt idx="178">
                  <c:v>4.1219000000000001</c:v>
                </c:pt>
                <c:pt idx="179">
                  <c:v>4.1482999999999999</c:v>
                </c:pt>
                <c:pt idx="180">
                  <c:v>4.1753999999999998</c:v>
                </c:pt>
                <c:pt idx="181">
                  <c:v>4.1997</c:v>
                </c:pt>
                <c:pt idx="182">
                  <c:v>4.2267000000000001</c:v>
                </c:pt>
                <c:pt idx="183">
                  <c:v>4.2529000000000003</c:v>
                </c:pt>
                <c:pt idx="184">
                  <c:v>4.274</c:v>
                </c:pt>
                <c:pt idx="185">
                  <c:v>4.2995000000000001</c:v>
                </c:pt>
                <c:pt idx="186">
                  <c:v>4.3228</c:v>
                </c:pt>
                <c:pt idx="187">
                  <c:v>4.3495999999999997</c:v>
                </c:pt>
                <c:pt idx="188">
                  <c:v>4.3777999999999997</c:v>
                </c:pt>
                <c:pt idx="189">
                  <c:v>4.4055999999999997</c:v>
                </c:pt>
                <c:pt idx="190">
                  <c:v>4.4321000000000002</c:v>
                </c:pt>
                <c:pt idx="191">
                  <c:v>4.4580000000000002</c:v>
                </c:pt>
                <c:pt idx="192">
                  <c:v>4.4802999999999997</c:v>
                </c:pt>
                <c:pt idx="193">
                  <c:v>4.5022000000000002</c:v>
                </c:pt>
                <c:pt idx="194">
                  <c:v>4.5304000000000002</c:v>
                </c:pt>
                <c:pt idx="195">
                  <c:v>4.556</c:v>
                </c:pt>
                <c:pt idx="196">
                  <c:v>4.5766999999999998</c:v>
                </c:pt>
                <c:pt idx="197">
                  <c:v>4.5974000000000004</c:v>
                </c:pt>
                <c:pt idx="198">
                  <c:v>4.6180000000000003</c:v>
                </c:pt>
                <c:pt idx="199">
                  <c:v>4.6395999999999997</c:v>
                </c:pt>
                <c:pt idx="200">
                  <c:v>4.6658999999999997</c:v>
                </c:pt>
                <c:pt idx="201">
                  <c:v>4.6886999999999999</c:v>
                </c:pt>
                <c:pt idx="202">
                  <c:v>4.7127999999999997</c:v>
                </c:pt>
                <c:pt idx="203">
                  <c:v>4.7416999999999998</c:v>
                </c:pt>
                <c:pt idx="204">
                  <c:v>4.7678000000000003</c:v>
                </c:pt>
                <c:pt idx="205">
                  <c:v>4.7957000000000001</c:v>
                </c:pt>
                <c:pt idx="206">
                  <c:v>4.8167</c:v>
                </c:pt>
                <c:pt idx="207">
                  <c:v>4.8371000000000004</c:v>
                </c:pt>
                <c:pt idx="208">
                  <c:v>4.8571</c:v>
                </c:pt>
                <c:pt idx="209">
                  <c:v>4.8841999999999999</c:v>
                </c:pt>
                <c:pt idx="210">
                  <c:v>4.9073000000000002</c:v>
                </c:pt>
                <c:pt idx="211">
                  <c:v>4.9297000000000004</c:v>
                </c:pt>
                <c:pt idx="212">
                  <c:v>4.9539999999999997</c:v>
                </c:pt>
                <c:pt idx="213">
                  <c:v>4.9751000000000003</c:v>
                </c:pt>
                <c:pt idx="214">
                  <c:v>4.9965000000000002</c:v>
                </c:pt>
                <c:pt idx="215">
                  <c:v>5.0168999999999997</c:v>
                </c:pt>
                <c:pt idx="216">
                  <c:v>5.0433000000000003</c:v>
                </c:pt>
                <c:pt idx="217">
                  <c:v>5.0666000000000002</c:v>
                </c:pt>
                <c:pt idx="218">
                  <c:v>5.0922999999999998</c:v>
                </c:pt>
                <c:pt idx="219">
                  <c:v>5.1155999999999997</c:v>
                </c:pt>
                <c:pt idx="220">
                  <c:v>5.1410999999999998</c:v>
                </c:pt>
                <c:pt idx="221">
                  <c:v>5.1677</c:v>
                </c:pt>
                <c:pt idx="222">
                  <c:v>5.1955</c:v>
                </c:pt>
                <c:pt idx="223">
                  <c:v>5.2191000000000001</c:v>
                </c:pt>
                <c:pt idx="224">
                  <c:v>5.2469000000000001</c:v>
                </c:pt>
                <c:pt idx="225">
                  <c:v>5.2737999999999996</c:v>
                </c:pt>
                <c:pt idx="226">
                  <c:v>5.3023999999999996</c:v>
                </c:pt>
                <c:pt idx="227">
                  <c:v>5.3236999999999997</c:v>
                </c:pt>
                <c:pt idx="228">
                  <c:v>5.3444000000000003</c:v>
                </c:pt>
                <c:pt idx="229">
                  <c:v>5.3647</c:v>
                </c:pt>
                <c:pt idx="230">
                  <c:v>5.3884999999999996</c:v>
                </c:pt>
                <c:pt idx="231">
                  <c:v>5.4142999999999999</c:v>
                </c:pt>
                <c:pt idx="232">
                  <c:v>5.4362000000000004</c:v>
                </c:pt>
                <c:pt idx="233">
                  <c:v>5.4584999999999999</c:v>
                </c:pt>
                <c:pt idx="234">
                  <c:v>5.4824000000000002</c:v>
                </c:pt>
                <c:pt idx="235">
                  <c:v>5.5087000000000002</c:v>
                </c:pt>
                <c:pt idx="236">
                  <c:v>5.5296000000000003</c:v>
                </c:pt>
                <c:pt idx="237">
                  <c:v>5.5511999999999997</c:v>
                </c:pt>
                <c:pt idx="238">
                  <c:v>5.5747999999999998</c:v>
                </c:pt>
                <c:pt idx="239">
                  <c:v>5.5968999999999998</c:v>
                </c:pt>
                <c:pt idx="240">
                  <c:v>5.6227999999999998</c:v>
                </c:pt>
                <c:pt idx="241">
                  <c:v>5.6440999999999999</c:v>
                </c:pt>
                <c:pt idx="242">
                  <c:v>5.6696</c:v>
                </c:pt>
                <c:pt idx="243">
                  <c:v>5.6959999999999997</c:v>
                </c:pt>
                <c:pt idx="244">
                  <c:v>5.7172000000000001</c:v>
                </c:pt>
                <c:pt idx="245">
                  <c:v>5.7384000000000004</c:v>
                </c:pt>
                <c:pt idx="246">
                  <c:v>5.7588999999999997</c:v>
                </c:pt>
                <c:pt idx="247">
                  <c:v>5.7839</c:v>
                </c:pt>
                <c:pt idx="248">
                  <c:v>5.8089000000000004</c:v>
                </c:pt>
                <c:pt idx="249">
                  <c:v>5.8334000000000001</c:v>
                </c:pt>
                <c:pt idx="250">
                  <c:v>5.8548</c:v>
                </c:pt>
                <c:pt idx="251">
                  <c:v>5.8815999999999997</c:v>
                </c:pt>
                <c:pt idx="252">
                  <c:v>5.9062999999999999</c:v>
                </c:pt>
                <c:pt idx="253">
                  <c:v>5.9318999999999997</c:v>
                </c:pt>
                <c:pt idx="254">
                  <c:v>5.952</c:v>
                </c:pt>
                <c:pt idx="255">
                  <c:v>5.9752000000000001</c:v>
                </c:pt>
                <c:pt idx="256">
                  <c:v>5.9980000000000002</c:v>
                </c:pt>
                <c:pt idx="257">
                  <c:v>6.0190999999999999</c:v>
                </c:pt>
                <c:pt idx="258">
                  <c:v>6.0399000000000003</c:v>
                </c:pt>
                <c:pt idx="259">
                  <c:v>6.0643000000000002</c:v>
                </c:pt>
                <c:pt idx="260">
                  <c:v>6.0879000000000003</c:v>
                </c:pt>
                <c:pt idx="261">
                  <c:v>6.1131000000000002</c:v>
                </c:pt>
                <c:pt idx="262">
                  <c:v>6.1365999999999996</c:v>
                </c:pt>
                <c:pt idx="263">
                  <c:v>6.1623000000000001</c:v>
                </c:pt>
                <c:pt idx="264">
                  <c:v>6.1844999999999999</c:v>
                </c:pt>
                <c:pt idx="265">
                  <c:v>6.2098000000000004</c:v>
                </c:pt>
                <c:pt idx="266">
                  <c:v>6.2337999999999996</c:v>
                </c:pt>
                <c:pt idx="267">
                  <c:v>6.2576999999999998</c:v>
                </c:pt>
                <c:pt idx="268">
                  <c:v>6.2820999999999998</c:v>
                </c:pt>
                <c:pt idx="269">
                  <c:v>6.3044000000000002</c:v>
                </c:pt>
                <c:pt idx="270">
                  <c:v>6.3254999999999999</c:v>
                </c:pt>
                <c:pt idx="271">
                  <c:v>6.3483999999999998</c:v>
                </c:pt>
                <c:pt idx="272">
                  <c:v>6.3686999999999996</c:v>
                </c:pt>
                <c:pt idx="273">
                  <c:v>6.3902000000000001</c:v>
                </c:pt>
                <c:pt idx="274">
                  <c:v>6.4153000000000002</c:v>
                </c:pt>
                <c:pt idx="275">
                  <c:v>6.4352999999999998</c:v>
                </c:pt>
                <c:pt idx="276">
                  <c:v>6.4610000000000003</c:v>
                </c:pt>
                <c:pt idx="277">
                  <c:v>6.4813999999999998</c:v>
                </c:pt>
                <c:pt idx="278">
                  <c:v>6.5054999999999996</c:v>
                </c:pt>
                <c:pt idx="279">
                  <c:v>6.53</c:v>
                </c:pt>
                <c:pt idx="280">
                  <c:v>6.5541</c:v>
                </c:pt>
                <c:pt idx="281">
                  <c:v>6.5763999999999996</c:v>
                </c:pt>
                <c:pt idx="282">
                  <c:v>6.5998000000000001</c:v>
                </c:pt>
                <c:pt idx="283">
                  <c:v>6.6257999999999999</c:v>
                </c:pt>
                <c:pt idx="284">
                  <c:v>6.6509</c:v>
                </c:pt>
                <c:pt idx="285">
                  <c:v>6.6756000000000002</c:v>
                </c:pt>
                <c:pt idx="286">
                  <c:v>6.6961000000000004</c:v>
                </c:pt>
                <c:pt idx="287">
                  <c:v>6.7183000000000002</c:v>
                </c:pt>
                <c:pt idx="288">
                  <c:v>6.7398999999999996</c:v>
                </c:pt>
                <c:pt idx="289">
                  <c:v>6.7619999999999996</c:v>
                </c:pt>
                <c:pt idx="290">
                  <c:v>6.7845000000000004</c:v>
                </c:pt>
                <c:pt idx="291">
                  <c:v>6.8103999999999996</c:v>
                </c:pt>
                <c:pt idx="292">
                  <c:v>6.8307000000000002</c:v>
                </c:pt>
                <c:pt idx="293">
                  <c:v>6.8567999999999998</c:v>
                </c:pt>
                <c:pt idx="294">
                  <c:v>6.8779000000000003</c:v>
                </c:pt>
                <c:pt idx="295">
                  <c:v>6.9001999999999999</c:v>
                </c:pt>
                <c:pt idx="296">
                  <c:v>6.9206000000000003</c:v>
                </c:pt>
                <c:pt idx="297">
                  <c:v>6.9478</c:v>
                </c:pt>
                <c:pt idx="298">
                  <c:v>6.9730999999999996</c:v>
                </c:pt>
                <c:pt idx="299">
                  <c:v>6.9945000000000004</c:v>
                </c:pt>
                <c:pt idx="300">
                  <c:v>7.0204000000000004</c:v>
                </c:pt>
                <c:pt idx="301">
                  <c:v>7.0407999999999999</c:v>
                </c:pt>
                <c:pt idx="302">
                  <c:v>7.0618999999999996</c:v>
                </c:pt>
                <c:pt idx="303">
                  <c:v>7.0860000000000003</c:v>
                </c:pt>
                <c:pt idx="304">
                  <c:v>7.1124000000000001</c:v>
                </c:pt>
                <c:pt idx="305">
                  <c:v>7.1326000000000001</c:v>
                </c:pt>
                <c:pt idx="306">
                  <c:v>7.1546000000000003</c:v>
                </c:pt>
                <c:pt idx="307">
                  <c:v>7.1825000000000001</c:v>
                </c:pt>
                <c:pt idx="308">
                  <c:v>7.2042000000000002</c:v>
                </c:pt>
                <c:pt idx="309">
                  <c:v>7.2257999999999996</c:v>
                </c:pt>
                <c:pt idx="310">
                  <c:v>7.2462</c:v>
                </c:pt>
                <c:pt idx="311">
                  <c:v>7.2771999999999997</c:v>
                </c:pt>
                <c:pt idx="312">
                  <c:v>7.3003</c:v>
                </c:pt>
                <c:pt idx="313">
                  <c:v>7.3211000000000004</c:v>
                </c:pt>
                <c:pt idx="314">
                  <c:v>7.3461999999999996</c:v>
                </c:pt>
                <c:pt idx="315">
                  <c:v>7.3695000000000004</c:v>
                </c:pt>
                <c:pt idx="316">
                  <c:v>7.3933</c:v>
                </c:pt>
                <c:pt idx="317">
                  <c:v>7.4135</c:v>
                </c:pt>
                <c:pt idx="318">
                  <c:v>7.4397000000000002</c:v>
                </c:pt>
                <c:pt idx="319">
                  <c:v>7.4671000000000003</c:v>
                </c:pt>
                <c:pt idx="320">
                  <c:v>7.4878</c:v>
                </c:pt>
                <c:pt idx="321">
                  <c:v>7.5091000000000001</c:v>
                </c:pt>
                <c:pt idx="322">
                  <c:v>7.5315000000000003</c:v>
                </c:pt>
                <c:pt idx="323">
                  <c:v>7.5533999999999999</c:v>
                </c:pt>
                <c:pt idx="324">
                  <c:v>7.5777999999999999</c:v>
                </c:pt>
                <c:pt idx="325">
                  <c:v>7.6010999999999997</c:v>
                </c:pt>
                <c:pt idx="326">
                  <c:v>7.6238999999999999</c:v>
                </c:pt>
                <c:pt idx="327">
                  <c:v>7.6460999999999997</c:v>
                </c:pt>
                <c:pt idx="328">
                  <c:v>7.6722000000000001</c:v>
                </c:pt>
                <c:pt idx="329">
                  <c:v>7.6928999999999998</c:v>
                </c:pt>
                <c:pt idx="330">
                  <c:v>7.7160000000000002</c:v>
                </c:pt>
                <c:pt idx="331">
                  <c:v>7.7366999999999999</c:v>
                </c:pt>
                <c:pt idx="332">
                  <c:v>7.7628000000000004</c:v>
                </c:pt>
                <c:pt idx="333">
                  <c:v>7.79</c:v>
                </c:pt>
                <c:pt idx="334">
                  <c:v>7.8109000000000002</c:v>
                </c:pt>
                <c:pt idx="335">
                  <c:v>7.8380000000000001</c:v>
                </c:pt>
                <c:pt idx="336">
                  <c:v>7.8631000000000002</c:v>
                </c:pt>
                <c:pt idx="337">
                  <c:v>7.8895999999999997</c:v>
                </c:pt>
                <c:pt idx="338">
                  <c:v>7.9122000000000003</c:v>
                </c:pt>
                <c:pt idx="339">
                  <c:v>7.9356</c:v>
                </c:pt>
                <c:pt idx="340">
                  <c:v>7.9568000000000003</c:v>
                </c:pt>
                <c:pt idx="341">
                  <c:v>7.9781000000000004</c:v>
                </c:pt>
                <c:pt idx="342">
                  <c:v>8.0058000000000007</c:v>
                </c:pt>
                <c:pt idx="343">
                  <c:v>8.0289000000000001</c:v>
                </c:pt>
                <c:pt idx="344">
                  <c:v>8.0561000000000007</c:v>
                </c:pt>
                <c:pt idx="345">
                  <c:v>8.0829000000000004</c:v>
                </c:pt>
                <c:pt idx="346">
                  <c:v>8.1100999999999992</c:v>
                </c:pt>
                <c:pt idx="347">
                  <c:v>8.1329999999999991</c:v>
                </c:pt>
                <c:pt idx="348">
                  <c:v>8.1615000000000002</c:v>
                </c:pt>
                <c:pt idx="349">
                  <c:v>8.1876999999999995</c:v>
                </c:pt>
                <c:pt idx="350">
                  <c:v>8.2146000000000008</c:v>
                </c:pt>
                <c:pt idx="351">
                  <c:v>8.2363999999999997</c:v>
                </c:pt>
                <c:pt idx="352">
                  <c:v>8.2568000000000001</c:v>
                </c:pt>
                <c:pt idx="353">
                  <c:v>8.2789999999999999</c:v>
                </c:pt>
                <c:pt idx="354">
                  <c:v>8.3008000000000006</c:v>
                </c:pt>
                <c:pt idx="355">
                  <c:v>8.3248999999999995</c:v>
                </c:pt>
                <c:pt idx="356">
                  <c:v>8.3477999999999994</c:v>
                </c:pt>
                <c:pt idx="357">
                  <c:v>8.3714999999999993</c:v>
                </c:pt>
                <c:pt idx="358">
                  <c:v>8.3926999999999996</c:v>
                </c:pt>
                <c:pt idx="359">
                  <c:v>8.4144000000000005</c:v>
                </c:pt>
                <c:pt idx="360">
                  <c:v>8.4347999999999992</c:v>
                </c:pt>
                <c:pt idx="361">
                  <c:v>8.4564000000000004</c:v>
                </c:pt>
                <c:pt idx="362">
                  <c:v>8.4774999999999991</c:v>
                </c:pt>
                <c:pt idx="363">
                  <c:v>8.4999000000000002</c:v>
                </c:pt>
                <c:pt idx="364">
                  <c:v>8.5212000000000003</c:v>
                </c:pt>
                <c:pt idx="365">
                  <c:v>8.5473999999999997</c:v>
                </c:pt>
                <c:pt idx="366">
                  <c:v>8.5707000000000004</c:v>
                </c:pt>
                <c:pt idx="367">
                  <c:v>8.5981000000000005</c:v>
                </c:pt>
                <c:pt idx="368">
                  <c:v>8.6183999999999994</c:v>
                </c:pt>
                <c:pt idx="369">
                  <c:v>8.6445000000000007</c:v>
                </c:pt>
                <c:pt idx="370">
                  <c:v>8.6646000000000001</c:v>
                </c:pt>
                <c:pt idx="371">
                  <c:v>8.6852</c:v>
                </c:pt>
                <c:pt idx="372">
                  <c:v>8.7118000000000002</c:v>
                </c:pt>
                <c:pt idx="373">
                  <c:v>8.7350999999999992</c:v>
                </c:pt>
                <c:pt idx="374">
                  <c:v>8.7645</c:v>
                </c:pt>
                <c:pt idx="375">
                  <c:v>8.7910000000000004</c:v>
                </c:pt>
                <c:pt idx="376">
                  <c:v>8.8186999999999998</c:v>
                </c:pt>
                <c:pt idx="377">
                  <c:v>8.8409999999999993</c:v>
                </c:pt>
                <c:pt idx="378">
                  <c:v>8.8630999999999993</c:v>
                </c:pt>
                <c:pt idx="379">
                  <c:v>8.8849999999999998</c:v>
                </c:pt>
                <c:pt idx="380">
                  <c:v>8.9060000000000006</c:v>
                </c:pt>
                <c:pt idx="381">
                  <c:v>8.9289000000000005</c:v>
                </c:pt>
                <c:pt idx="382">
                  <c:v>8.9535999999999998</c:v>
                </c:pt>
                <c:pt idx="383">
                  <c:v>8.9742999999999995</c:v>
                </c:pt>
                <c:pt idx="384">
                  <c:v>8.9995999999999992</c:v>
                </c:pt>
                <c:pt idx="385">
                  <c:v>9.0225000000000009</c:v>
                </c:pt>
                <c:pt idx="386">
                  <c:v>9.0447000000000006</c:v>
                </c:pt>
                <c:pt idx="387">
                  <c:v>9.0647000000000002</c:v>
                </c:pt>
                <c:pt idx="388">
                  <c:v>9.0858000000000008</c:v>
                </c:pt>
                <c:pt idx="389">
                  <c:v>9.1118000000000006</c:v>
                </c:pt>
                <c:pt idx="390">
                  <c:v>9.1318999999999999</c:v>
                </c:pt>
                <c:pt idx="391">
                  <c:v>9.1592000000000002</c:v>
                </c:pt>
                <c:pt idx="392">
                  <c:v>9.1872000000000007</c:v>
                </c:pt>
                <c:pt idx="393">
                  <c:v>9.2150999999999996</c:v>
                </c:pt>
                <c:pt idx="394">
                  <c:v>9.2360000000000007</c:v>
                </c:pt>
                <c:pt idx="395">
                  <c:v>9.2606000000000002</c:v>
                </c:pt>
                <c:pt idx="396">
                  <c:v>9.2876999999999992</c:v>
                </c:pt>
                <c:pt idx="397">
                  <c:v>9.3135999999999992</c:v>
                </c:pt>
                <c:pt idx="398">
                  <c:v>9.3353999999999999</c:v>
                </c:pt>
                <c:pt idx="399">
                  <c:v>9.3584999999999994</c:v>
                </c:pt>
                <c:pt idx="400">
                  <c:v>9.3824000000000005</c:v>
                </c:pt>
                <c:pt idx="401">
                  <c:v>9.4055</c:v>
                </c:pt>
                <c:pt idx="402">
                  <c:v>9.4295000000000009</c:v>
                </c:pt>
                <c:pt idx="403">
                  <c:v>9.4503000000000004</c:v>
                </c:pt>
                <c:pt idx="404">
                  <c:v>9.4724000000000004</c:v>
                </c:pt>
                <c:pt idx="405">
                  <c:v>9.4940999999999995</c:v>
                </c:pt>
                <c:pt idx="406">
                  <c:v>9.5157000000000007</c:v>
                </c:pt>
                <c:pt idx="407">
                  <c:v>9.5374999999999996</c:v>
                </c:pt>
                <c:pt idx="408">
                  <c:v>9.5631000000000004</c:v>
                </c:pt>
                <c:pt idx="409">
                  <c:v>9.5845000000000002</c:v>
                </c:pt>
                <c:pt idx="410">
                  <c:v>9.6107999999999993</c:v>
                </c:pt>
                <c:pt idx="411">
                  <c:v>9.6328999999999994</c:v>
                </c:pt>
                <c:pt idx="412">
                  <c:v>9.6578999999999997</c:v>
                </c:pt>
                <c:pt idx="413">
                  <c:v>9.6793999999999993</c:v>
                </c:pt>
                <c:pt idx="414">
                  <c:v>9.7002000000000006</c:v>
                </c:pt>
                <c:pt idx="415">
                  <c:v>9.7287999999999997</c:v>
                </c:pt>
                <c:pt idx="416">
                  <c:v>9.7573000000000008</c:v>
                </c:pt>
                <c:pt idx="417">
                  <c:v>9.7797000000000001</c:v>
                </c:pt>
                <c:pt idx="418">
                  <c:v>9.8026999999999997</c:v>
                </c:pt>
                <c:pt idx="419">
                  <c:v>9.8231999999999999</c:v>
                </c:pt>
                <c:pt idx="420">
                  <c:v>9.8482000000000003</c:v>
                </c:pt>
                <c:pt idx="421">
                  <c:v>9.8719000000000001</c:v>
                </c:pt>
                <c:pt idx="422">
                  <c:v>9.8940999999999999</c:v>
                </c:pt>
                <c:pt idx="423">
                  <c:v>9.9146000000000001</c:v>
                </c:pt>
                <c:pt idx="424">
                  <c:v>9.9397000000000002</c:v>
                </c:pt>
                <c:pt idx="425">
                  <c:v>9.9621999999999993</c:v>
                </c:pt>
                <c:pt idx="426">
                  <c:v>9.9830000000000005</c:v>
                </c:pt>
                <c:pt idx="427">
                  <c:v>10.0093</c:v>
                </c:pt>
                <c:pt idx="428">
                  <c:v>10.0336</c:v>
                </c:pt>
                <c:pt idx="429">
                  <c:v>10.0542</c:v>
                </c:pt>
                <c:pt idx="430">
                  <c:v>10.081799999999999</c:v>
                </c:pt>
                <c:pt idx="431">
                  <c:v>10.1036</c:v>
                </c:pt>
                <c:pt idx="432">
                  <c:v>10.125500000000001</c:v>
                </c:pt>
                <c:pt idx="433">
                  <c:v>10.153499999999999</c:v>
                </c:pt>
                <c:pt idx="434">
                  <c:v>10.175000000000001</c:v>
                </c:pt>
                <c:pt idx="435">
                  <c:v>10.1981</c:v>
                </c:pt>
                <c:pt idx="436">
                  <c:v>10.222200000000001</c:v>
                </c:pt>
                <c:pt idx="437">
                  <c:v>10.2437</c:v>
                </c:pt>
                <c:pt idx="438">
                  <c:v>10.2646</c:v>
                </c:pt>
                <c:pt idx="439">
                  <c:v>10.2857</c:v>
                </c:pt>
                <c:pt idx="440">
                  <c:v>10.306100000000001</c:v>
                </c:pt>
                <c:pt idx="441">
                  <c:v>10.332100000000001</c:v>
                </c:pt>
                <c:pt idx="442">
                  <c:v>10.3575</c:v>
                </c:pt>
                <c:pt idx="443">
                  <c:v>10.3781</c:v>
                </c:pt>
                <c:pt idx="444">
                  <c:v>10.399800000000001</c:v>
                </c:pt>
                <c:pt idx="445">
                  <c:v>10.4214</c:v>
                </c:pt>
                <c:pt idx="446">
                  <c:v>10.442399999999999</c:v>
                </c:pt>
                <c:pt idx="447">
                  <c:v>10.4694</c:v>
                </c:pt>
                <c:pt idx="448">
                  <c:v>10.4955</c:v>
                </c:pt>
                <c:pt idx="449">
                  <c:v>10.517200000000001</c:v>
                </c:pt>
                <c:pt idx="450">
                  <c:v>10.5451</c:v>
                </c:pt>
                <c:pt idx="451">
                  <c:v>10.5654</c:v>
                </c:pt>
                <c:pt idx="452">
                  <c:v>10.5914</c:v>
                </c:pt>
                <c:pt idx="453">
                  <c:v>10.618600000000001</c:v>
                </c:pt>
                <c:pt idx="454">
                  <c:v>10.642200000000001</c:v>
                </c:pt>
                <c:pt idx="455">
                  <c:v>10.6678</c:v>
                </c:pt>
                <c:pt idx="456">
                  <c:v>10.687799999999999</c:v>
                </c:pt>
                <c:pt idx="457">
                  <c:v>10.714700000000001</c:v>
                </c:pt>
                <c:pt idx="458">
                  <c:v>10.7371</c:v>
                </c:pt>
                <c:pt idx="459">
                  <c:v>10.760899999999999</c:v>
                </c:pt>
                <c:pt idx="460">
                  <c:v>10.782400000000001</c:v>
                </c:pt>
                <c:pt idx="461">
                  <c:v>10.804399999999999</c:v>
                </c:pt>
                <c:pt idx="462">
                  <c:v>10.8279</c:v>
                </c:pt>
                <c:pt idx="463">
                  <c:v>10.8512</c:v>
                </c:pt>
                <c:pt idx="464">
                  <c:v>10.879200000000001</c:v>
                </c:pt>
                <c:pt idx="465">
                  <c:v>10.900499999999999</c:v>
                </c:pt>
                <c:pt idx="466">
                  <c:v>10.921200000000001</c:v>
                </c:pt>
                <c:pt idx="467">
                  <c:v>10.943199999999999</c:v>
                </c:pt>
                <c:pt idx="468">
                  <c:v>10.9651</c:v>
                </c:pt>
                <c:pt idx="469">
                  <c:v>10.9917</c:v>
                </c:pt>
                <c:pt idx="470">
                  <c:v>11.0121</c:v>
                </c:pt>
                <c:pt idx="471">
                  <c:v>11.033300000000001</c:v>
                </c:pt>
                <c:pt idx="472">
                  <c:v>11.0548</c:v>
                </c:pt>
                <c:pt idx="473">
                  <c:v>11.0824</c:v>
                </c:pt>
                <c:pt idx="474">
                  <c:v>11.1027</c:v>
                </c:pt>
                <c:pt idx="475">
                  <c:v>11.125</c:v>
                </c:pt>
                <c:pt idx="476">
                  <c:v>11.1495</c:v>
                </c:pt>
                <c:pt idx="477">
                  <c:v>11.1747</c:v>
                </c:pt>
                <c:pt idx="478">
                  <c:v>11.201599999999999</c:v>
                </c:pt>
                <c:pt idx="479">
                  <c:v>11.2265</c:v>
                </c:pt>
                <c:pt idx="480">
                  <c:v>11.250400000000001</c:v>
                </c:pt>
                <c:pt idx="481">
                  <c:v>11.2738</c:v>
                </c:pt>
                <c:pt idx="482">
                  <c:v>11.301600000000001</c:v>
                </c:pt>
                <c:pt idx="483">
                  <c:v>11.324299999999999</c:v>
                </c:pt>
                <c:pt idx="484">
                  <c:v>11.346500000000001</c:v>
                </c:pt>
                <c:pt idx="485">
                  <c:v>11.373200000000001</c:v>
                </c:pt>
                <c:pt idx="486">
                  <c:v>11.393700000000001</c:v>
                </c:pt>
                <c:pt idx="487">
                  <c:v>11.418799999999999</c:v>
                </c:pt>
                <c:pt idx="488">
                  <c:v>11.4422</c:v>
                </c:pt>
                <c:pt idx="489">
                  <c:v>11.463900000000001</c:v>
                </c:pt>
                <c:pt idx="490">
                  <c:v>11.489000000000001</c:v>
                </c:pt>
                <c:pt idx="491">
                  <c:v>11.509600000000001</c:v>
                </c:pt>
                <c:pt idx="492">
                  <c:v>11.5329</c:v>
                </c:pt>
                <c:pt idx="493">
                  <c:v>11.555099999999999</c:v>
                </c:pt>
                <c:pt idx="494">
                  <c:v>11.577500000000001</c:v>
                </c:pt>
                <c:pt idx="495">
                  <c:v>11.601100000000001</c:v>
                </c:pt>
                <c:pt idx="496">
                  <c:v>11.621600000000001</c:v>
                </c:pt>
                <c:pt idx="497">
                  <c:v>11.643000000000001</c:v>
                </c:pt>
                <c:pt idx="498">
                  <c:v>11.6692</c:v>
                </c:pt>
                <c:pt idx="499">
                  <c:v>11.691000000000001</c:v>
                </c:pt>
                <c:pt idx="500">
                  <c:v>11.713800000000001</c:v>
                </c:pt>
                <c:pt idx="501">
                  <c:v>11.734500000000001</c:v>
                </c:pt>
                <c:pt idx="502">
                  <c:v>11.758699999999999</c:v>
                </c:pt>
                <c:pt idx="503">
                  <c:v>11.7812</c:v>
                </c:pt>
                <c:pt idx="504">
                  <c:v>11.8012</c:v>
                </c:pt>
                <c:pt idx="505">
                  <c:v>11.824999999999999</c:v>
                </c:pt>
                <c:pt idx="506">
                  <c:v>11.8537</c:v>
                </c:pt>
                <c:pt idx="507">
                  <c:v>11.8817</c:v>
                </c:pt>
                <c:pt idx="508">
                  <c:v>11.901999999999999</c:v>
                </c:pt>
                <c:pt idx="509">
                  <c:v>11.922800000000001</c:v>
                </c:pt>
                <c:pt idx="510">
                  <c:v>11.943</c:v>
                </c:pt>
                <c:pt idx="511">
                  <c:v>11.9697</c:v>
                </c:pt>
                <c:pt idx="512">
                  <c:v>12.021800000000001</c:v>
                </c:pt>
                <c:pt idx="513">
                  <c:v>12.0419</c:v>
                </c:pt>
                <c:pt idx="514">
                  <c:v>12.066800000000001</c:v>
                </c:pt>
                <c:pt idx="515">
                  <c:v>12.089700000000001</c:v>
                </c:pt>
                <c:pt idx="516">
                  <c:v>12.113799999999999</c:v>
                </c:pt>
                <c:pt idx="517">
                  <c:v>12.1424</c:v>
                </c:pt>
                <c:pt idx="518">
                  <c:v>12.162800000000001</c:v>
                </c:pt>
                <c:pt idx="519">
                  <c:v>12.1892</c:v>
                </c:pt>
                <c:pt idx="520">
                  <c:v>12.2096</c:v>
                </c:pt>
                <c:pt idx="521">
                  <c:v>12.2371</c:v>
                </c:pt>
                <c:pt idx="522">
                  <c:v>12.2636</c:v>
                </c:pt>
                <c:pt idx="523">
                  <c:v>12.291499999999999</c:v>
                </c:pt>
                <c:pt idx="524">
                  <c:v>12.3178</c:v>
                </c:pt>
                <c:pt idx="525">
                  <c:v>12.341799999999999</c:v>
                </c:pt>
                <c:pt idx="526">
                  <c:v>12.3634</c:v>
                </c:pt>
                <c:pt idx="527">
                  <c:v>12.383900000000001</c:v>
                </c:pt>
                <c:pt idx="528">
                  <c:v>12.4062</c:v>
                </c:pt>
                <c:pt idx="529">
                  <c:v>12.427199999999999</c:v>
                </c:pt>
                <c:pt idx="530">
                  <c:v>12.4565</c:v>
                </c:pt>
                <c:pt idx="531">
                  <c:v>12.4846</c:v>
                </c:pt>
                <c:pt idx="532">
                  <c:v>12.5082</c:v>
                </c:pt>
                <c:pt idx="533">
                  <c:v>12.531700000000001</c:v>
                </c:pt>
                <c:pt idx="534">
                  <c:v>12.558400000000001</c:v>
                </c:pt>
                <c:pt idx="535">
                  <c:v>12.579599999999999</c:v>
                </c:pt>
                <c:pt idx="536">
                  <c:v>12.6046</c:v>
                </c:pt>
                <c:pt idx="537">
                  <c:v>12.625</c:v>
                </c:pt>
                <c:pt idx="538">
                  <c:v>12.6496</c:v>
                </c:pt>
                <c:pt idx="539">
                  <c:v>12.700900000000001</c:v>
                </c:pt>
                <c:pt idx="540">
                  <c:v>12.724399999999999</c:v>
                </c:pt>
                <c:pt idx="541">
                  <c:v>12.7479</c:v>
                </c:pt>
                <c:pt idx="542">
                  <c:v>12.773400000000001</c:v>
                </c:pt>
                <c:pt idx="543">
                  <c:v>12.7957</c:v>
                </c:pt>
                <c:pt idx="544">
                  <c:v>12.816000000000001</c:v>
                </c:pt>
                <c:pt idx="545">
                  <c:v>12.837899999999999</c:v>
                </c:pt>
                <c:pt idx="546">
                  <c:v>12.858499999999999</c:v>
                </c:pt>
                <c:pt idx="547">
                  <c:v>12.8805</c:v>
                </c:pt>
                <c:pt idx="548">
                  <c:v>12.900700000000001</c:v>
                </c:pt>
                <c:pt idx="549">
                  <c:v>12.9283</c:v>
                </c:pt>
                <c:pt idx="550">
                  <c:v>12.949199999999999</c:v>
                </c:pt>
                <c:pt idx="551">
                  <c:v>12.969900000000001</c:v>
                </c:pt>
                <c:pt idx="552">
                  <c:v>12.994999999999999</c:v>
                </c:pt>
                <c:pt idx="553">
                  <c:v>13.017300000000001</c:v>
                </c:pt>
                <c:pt idx="554">
                  <c:v>13.0375</c:v>
                </c:pt>
                <c:pt idx="555">
                  <c:v>13.058</c:v>
                </c:pt>
                <c:pt idx="556">
                  <c:v>13.078099999999999</c:v>
                </c:pt>
                <c:pt idx="557">
                  <c:v>13.106400000000001</c:v>
                </c:pt>
                <c:pt idx="558">
                  <c:v>13.132199999999999</c:v>
                </c:pt>
                <c:pt idx="559">
                  <c:v>13.1525</c:v>
                </c:pt>
                <c:pt idx="560">
                  <c:v>13.1798</c:v>
                </c:pt>
                <c:pt idx="561">
                  <c:v>13.2042</c:v>
                </c:pt>
                <c:pt idx="562">
                  <c:v>13.2323</c:v>
                </c:pt>
                <c:pt idx="563">
                  <c:v>13.2585</c:v>
                </c:pt>
                <c:pt idx="564">
                  <c:v>13.286</c:v>
                </c:pt>
                <c:pt idx="565">
                  <c:v>13.3149</c:v>
                </c:pt>
                <c:pt idx="566">
                  <c:v>13.342499999999999</c:v>
                </c:pt>
                <c:pt idx="567">
                  <c:v>13.3628</c:v>
                </c:pt>
                <c:pt idx="568">
                  <c:v>13.388199999999999</c:v>
                </c:pt>
                <c:pt idx="569">
                  <c:v>13.408799999999999</c:v>
                </c:pt>
                <c:pt idx="570">
                  <c:v>13.430899999999999</c:v>
                </c:pt>
                <c:pt idx="571">
                  <c:v>13.451700000000001</c:v>
                </c:pt>
                <c:pt idx="572">
                  <c:v>13.472799999999999</c:v>
                </c:pt>
                <c:pt idx="573">
                  <c:v>13.493</c:v>
                </c:pt>
                <c:pt idx="574">
                  <c:v>13.520200000000001</c:v>
                </c:pt>
                <c:pt idx="575">
                  <c:v>13.5473</c:v>
                </c:pt>
                <c:pt idx="576">
                  <c:v>13.5718</c:v>
                </c:pt>
                <c:pt idx="577">
                  <c:v>13.5931</c:v>
                </c:pt>
                <c:pt idx="578">
                  <c:v>13.613300000000001</c:v>
                </c:pt>
                <c:pt idx="579">
                  <c:v>13.6412</c:v>
                </c:pt>
                <c:pt idx="580">
                  <c:v>13.6614</c:v>
                </c:pt>
                <c:pt idx="581">
                  <c:v>13.683199999999999</c:v>
                </c:pt>
                <c:pt idx="582">
                  <c:v>13.7036</c:v>
                </c:pt>
                <c:pt idx="583">
                  <c:v>13.73</c:v>
                </c:pt>
                <c:pt idx="584">
                  <c:v>13.7506</c:v>
                </c:pt>
                <c:pt idx="585">
                  <c:v>13.7706</c:v>
                </c:pt>
                <c:pt idx="586">
                  <c:v>13.7957</c:v>
                </c:pt>
                <c:pt idx="587">
                  <c:v>13.816599999999999</c:v>
                </c:pt>
                <c:pt idx="588">
                  <c:v>13.8368</c:v>
                </c:pt>
                <c:pt idx="589">
                  <c:v>13.859500000000001</c:v>
                </c:pt>
                <c:pt idx="590">
                  <c:v>13.8865</c:v>
                </c:pt>
                <c:pt idx="591">
                  <c:v>13.9122</c:v>
                </c:pt>
                <c:pt idx="592">
                  <c:v>13.9352</c:v>
                </c:pt>
                <c:pt idx="593">
                  <c:v>13.9567</c:v>
                </c:pt>
                <c:pt idx="594">
                  <c:v>13.976800000000001</c:v>
                </c:pt>
                <c:pt idx="595">
                  <c:v>13.9971</c:v>
                </c:pt>
                <c:pt idx="596">
                  <c:v>14.0243</c:v>
                </c:pt>
                <c:pt idx="597">
                  <c:v>14.0464</c:v>
                </c:pt>
                <c:pt idx="598">
                  <c:v>14.071999999999999</c:v>
                </c:pt>
                <c:pt idx="599">
                  <c:v>14.0952</c:v>
                </c:pt>
                <c:pt idx="600">
                  <c:v>14.122400000000001</c:v>
                </c:pt>
                <c:pt idx="601">
                  <c:v>14.1478</c:v>
                </c:pt>
                <c:pt idx="602">
                  <c:v>14.172700000000001</c:v>
                </c:pt>
                <c:pt idx="603">
                  <c:v>14.195600000000001</c:v>
                </c:pt>
                <c:pt idx="604">
                  <c:v>14.2165</c:v>
                </c:pt>
                <c:pt idx="605">
                  <c:v>14.236700000000001</c:v>
                </c:pt>
                <c:pt idx="606">
                  <c:v>14.261799999999999</c:v>
                </c:pt>
                <c:pt idx="607">
                  <c:v>14.282299999999999</c:v>
                </c:pt>
                <c:pt idx="608">
                  <c:v>14.3027</c:v>
                </c:pt>
                <c:pt idx="609">
                  <c:v>14.3238</c:v>
                </c:pt>
                <c:pt idx="610">
                  <c:v>14.348699999999999</c:v>
                </c:pt>
                <c:pt idx="611">
                  <c:v>14.3696</c:v>
                </c:pt>
                <c:pt idx="612">
                  <c:v>14.395</c:v>
                </c:pt>
                <c:pt idx="613">
                  <c:v>14.418100000000001</c:v>
                </c:pt>
                <c:pt idx="614">
                  <c:v>14.438700000000001</c:v>
                </c:pt>
                <c:pt idx="615">
                  <c:v>14.4657</c:v>
                </c:pt>
                <c:pt idx="616">
                  <c:v>14.487399999999999</c:v>
                </c:pt>
                <c:pt idx="617">
                  <c:v>14.5083</c:v>
                </c:pt>
                <c:pt idx="618">
                  <c:v>14.5345</c:v>
                </c:pt>
                <c:pt idx="619">
                  <c:v>14.561199999999999</c:v>
                </c:pt>
                <c:pt idx="620">
                  <c:v>14.585699999999999</c:v>
                </c:pt>
                <c:pt idx="621">
                  <c:v>14.611800000000001</c:v>
                </c:pt>
                <c:pt idx="622">
                  <c:v>14.635999999999999</c:v>
                </c:pt>
                <c:pt idx="623">
                  <c:v>14.6584</c:v>
                </c:pt>
                <c:pt idx="624">
                  <c:v>14.679399999999999</c:v>
                </c:pt>
                <c:pt idx="625">
                  <c:v>14.701499999999999</c:v>
                </c:pt>
                <c:pt idx="626">
                  <c:v>14.722200000000001</c:v>
                </c:pt>
                <c:pt idx="627">
                  <c:v>14.7485</c:v>
                </c:pt>
                <c:pt idx="628">
                  <c:v>14.7712</c:v>
                </c:pt>
                <c:pt idx="629">
                  <c:v>14.7967</c:v>
                </c:pt>
                <c:pt idx="630">
                  <c:v>14.817299999999999</c:v>
                </c:pt>
                <c:pt idx="631">
                  <c:v>14.837899999999999</c:v>
                </c:pt>
                <c:pt idx="632">
                  <c:v>14.8651</c:v>
                </c:pt>
                <c:pt idx="633">
                  <c:v>14.8857</c:v>
                </c:pt>
                <c:pt idx="634">
                  <c:v>14.908200000000001</c:v>
                </c:pt>
                <c:pt idx="635">
                  <c:v>14.9313</c:v>
                </c:pt>
                <c:pt idx="636">
                  <c:v>14.9544</c:v>
                </c:pt>
                <c:pt idx="637">
                  <c:v>14.9839</c:v>
                </c:pt>
                <c:pt idx="638">
                  <c:v>15.004300000000001</c:v>
                </c:pt>
                <c:pt idx="639">
                  <c:v>15.0258</c:v>
                </c:pt>
                <c:pt idx="640">
                  <c:v>15.0459</c:v>
                </c:pt>
                <c:pt idx="641">
                  <c:v>15.073600000000001</c:v>
                </c:pt>
                <c:pt idx="642">
                  <c:v>15.0976</c:v>
                </c:pt>
                <c:pt idx="643">
                  <c:v>15.117800000000001</c:v>
                </c:pt>
                <c:pt idx="644">
                  <c:v>15.1381</c:v>
                </c:pt>
                <c:pt idx="645">
                  <c:v>15.1609</c:v>
                </c:pt>
                <c:pt idx="646">
                  <c:v>15.183400000000001</c:v>
                </c:pt>
                <c:pt idx="647">
                  <c:v>15.209899999999999</c:v>
                </c:pt>
                <c:pt idx="648">
                  <c:v>15.2331</c:v>
                </c:pt>
                <c:pt idx="649">
                  <c:v>15.254200000000001</c:v>
                </c:pt>
                <c:pt idx="650">
                  <c:v>15.2753</c:v>
                </c:pt>
                <c:pt idx="651">
                  <c:v>15.297700000000001</c:v>
                </c:pt>
                <c:pt idx="652">
                  <c:v>15.318</c:v>
                </c:pt>
                <c:pt idx="653">
                  <c:v>15.344900000000001</c:v>
                </c:pt>
                <c:pt idx="654">
                  <c:v>15.3651</c:v>
                </c:pt>
                <c:pt idx="655">
                  <c:v>15.3919</c:v>
                </c:pt>
                <c:pt idx="656">
                  <c:v>15.4122</c:v>
                </c:pt>
                <c:pt idx="657">
                  <c:v>15.4345</c:v>
                </c:pt>
                <c:pt idx="658">
                  <c:v>15.457599999999999</c:v>
                </c:pt>
                <c:pt idx="659">
                  <c:v>15.485900000000001</c:v>
                </c:pt>
                <c:pt idx="660">
                  <c:v>15.5098</c:v>
                </c:pt>
                <c:pt idx="661">
                  <c:v>15.5349</c:v>
                </c:pt>
                <c:pt idx="662">
                  <c:v>15.5573</c:v>
                </c:pt>
                <c:pt idx="663">
                  <c:v>15.5848</c:v>
                </c:pt>
                <c:pt idx="664">
                  <c:v>15.6099</c:v>
                </c:pt>
                <c:pt idx="665">
                  <c:v>15.633100000000001</c:v>
                </c:pt>
                <c:pt idx="666">
                  <c:v>15.6541</c:v>
                </c:pt>
                <c:pt idx="667">
                  <c:v>15.685</c:v>
                </c:pt>
                <c:pt idx="668">
                  <c:v>15.7075</c:v>
                </c:pt>
                <c:pt idx="669">
                  <c:v>15.7317</c:v>
                </c:pt>
                <c:pt idx="670">
                  <c:v>15.7522</c:v>
                </c:pt>
                <c:pt idx="671">
                  <c:v>15.7722</c:v>
                </c:pt>
                <c:pt idx="672">
                  <c:v>15.7951</c:v>
                </c:pt>
                <c:pt idx="673">
                  <c:v>15.817399999999999</c:v>
                </c:pt>
                <c:pt idx="674">
                  <c:v>15.8413</c:v>
                </c:pt>
                <c:pt idx="675">
                  <c:v>15.8621</c:v>
                </c:pt>
                <c:pt idx="676">
                  <c:v>15.884</c:v>
                </c:pt>
                <c:pt idx="677">
                  <c:v>16.217300000000002</c:v>
                </c:pt>
                <c:pt idx="678">
                  <c:v>16.2408</c:v>
                </c:pt>
                <c:pt idx="679">
                  <c:v>16.272400000000001</c:v>
                </c:pt>
                <c:pt idx="680">
                  <c:v>16.2974</c:v>
                </c:pt>
                <c:pt idx="681">
                  <c:v>16.327500000000001</c:v>
                </c:pt>
                <c:pt idx="682">
                  <c:v>16.3506</c:v>
                </c:pt>
                <c:pt idx="683">
                  <c:v>16.373100000000001</c:v>
                </c:pt>
                <c:pt idx="684">
                  <c:v>16.427299999999999</c:v>
                </c:pt>
                <c:pt idx="685">
                  <c:v>16.448899999999998</c:v>
                </c:pt>
                <c:pt idx="686">
                  <c:v>16.474699999999999</c:v>
                </c:pt>
                <c:pt idx="687">
                  <c:v>16.496700000000001</c:v>
                </c:pt>
                <c:pt idx="688">
                  <c:v>16.518799999999999</c:v>
                </c:pt>
                <c:pt idx="689">
                  <c:v>16.541399999999999</c:v>
                </c:pt>
                <c:pt idx="690">
                  <c:v>16.566800000000001</c:v>
                </c:pt>
                <c:pt idx="691">
                  <c:v>16.5913</c:v>
                </c:pt>
                <c:pt idx="692">
                  <c:v>16.613299999999999</c:v>
                </c:pt>
                <c:pt idx="693">
                  <c:v>16.64</c:v>
                </c:pt>
                <c:pt idx="694">
                  <c:v>16.666899999999998</c:v>
                </c:pt>
                <c:pt idx="695">
                  <c:v>16.687100000000001</c:v>
                </c:pt>
                <c:pt idx="696">
                  <c:v>16.713699999999999</c:v>
                </c:pt>
                <c:pt idx="697">
                  <c:v>16.735399999999998</c:v>
                </c:pt>
                <c:pt idx="698">
                  <c:v>16.7559</c:v>
                </c:pt>
                <c:pt idx="699">
                  <c:v>16.777200000000001</c:v>
                </c:pt>
                <c:pt idx="700">
                  <c:v>16.798200000000001</c:v>
                </c:pt>
                <c:pt idx="701">
                  <c:v>16.8216</c:v>
                </c:pt>
                <c:pt idx="702">
                  <c:v>16.8461</c:v>
                </c:pt>
                <c:pt idx="703">
                  <c:v>16.871400000000001</c:v>
                </c:pt>
                <c:pt idx="704">
                  <c:v>16.896100000000001</c:v>
                </c:pt>
                <c:pt idx="705">
                  <c:v>16.921900000000001</c:v>
                </c:pt>
                <c:pt idx="706">
                  <c:v>16.9421</c:v>
                </c:pt>
                <c:pt idx="707">
                  <c:v>16.9648</c:v>
                </c:pt>
                <c:pt idx="708">
                  <c:v>16.985700000000001</c:v>
                </c:pt>
                <c:pt idx="709">
                  <c:v>17.0108</c:v>
                </c:pt>
                <c:pt idx="710">
                  <c:v>17.031700000000001</c:v>
                </c:pt>
                <c:pt idx="711">
                  <c:v>17.052600000000002</c:v>
                </c:pt>
                <c:pt idx="712">
                  <c:v>17.074200000000001</c:v>
                </c:pt>
                <c:pt idx="713">
                  <c:v>17.096399999999999</c:v>
                </c:pt>
                <c:pt idx="714">
                  <c:v>17.117699999999999</c:v>
                </c:pt>
                <c:pt idx="715">
                  <c:v>17.144500000000001</c:v>
                </c:pt>
                <c:pt idx="716">
                  <c:v>17.169899999999998</c:v>
                </c:pt>
                <c:pt idx="717">
                  <c:v>17.191500000000001</c:v>
                </c:pt>
                <c:pt idx="718">
                  <c:v>17.2163</c:v>
                </c:pt>
                <c:pt idx="719">
                  <c:v>17.242699999999999</c:v>
                </c:pt>
                <c:pt idx="720">
                  <c:v>17.2684</c:v>
                </c:pt>
                <c:pt idx="721">
                  <c:v>17.293900000000001</c:v>
                </c:pt>
                <c:pt idx="722">
                  <c:v>17.317900000000002</c:v>
                </c:pt>
                <c:pt idx="723">
                  <c:v>17.342300000000002</c:v>
                </c:pt>
                <c:pt idx="724">
                  <c:v>17.3626</c:v>
                </c:pt>
                <c:pt idx="725">
                  <c:v>17.386399999999998</c:v>
                </c:pt>
                <c:pt idx="726">
                  <c:v>17.410299999999999</c:v>
                </c:pt>
                <c:pt idx="727">
                  <c:v>17.434999999999999</c:v>
                </c:pt>
                <c:pt idx="728">
                  <c:v>17.456</c:v>
                </c:pt>
                <c:pt idx="729">
                  <c:v>17.479800000000001</c:v>
                </c:pt>
                <c:pt idx="730">
                  <c:v>17.502600000000001</c:v>
                </c:pt>
                <c:pt idx="731">
                  <c:v>17.523099999999999</c:v>
                </c:pt>
                <c:pt idx="732">
                  <c:v>17.5471</c:v>
                </c:pt>
                <c:pt idx="733">
                  <c:v>17.5717</c:v>
                </c:pt>
                <c:pt idx="734">
                  <c:v>17.595800000000001</c:v>
                </c:pt>
                <c:pt idx="735">
                  <c:v>17.6173</c:v>
                </c:pt>
                <c:pt idx="736">
                  <c:v>17.638300000000001</c:v>
                </c:pt>
                <c:pt idx="737">
                  <c:v>17.6662</c:v>
                </c:pt>
                <c:pt idx="738">
                  <c:v>17.686399999999999</c:v>
                </c:pt>
                <c:pt idx="739">
                  <c:v>17.708500000000001</c:v>
                </c:pt>
                <c:pt idx="740">
                  <c:v>17.7349</c:v>
                </c:pt>
                <c:pt idx="741">
                  <c:v>17.755500000000001</c:v>
                </c:pt>
                <c:pt idx="742">
                  <c:v>17.784300000000002</c:v>
                </c:pt>
                <c:pt idx="743">
                  <c:v>17.811900000000001</c:v>
                </c:pt>
                <c:pt idx="744">
                  <c:v>17.862400000000001</c:v>
                </c:pt>
                <c:pt idx="745">
                  <c:v>17.891100000000002</c:v>
                </c:pt>
                <c:pt idx="746">
                  <c:v>17.914300000000001</c:v>
                </c:pt>
                <c:pt idx="747">
                  <c:v>17.936699999999998</c:v>
                </c:pt>
                <c:pt idx="748">
                  <c:v>17.964200000000002</c:v>
                </c:pt>
                <c:pt idx="749">
                  <c:v>17.989999999999998</c:v>
                </c:pt>
                <c:pt idx="750">
                  <c:v>18.017399999999999</c:v>
                </c:pt>
                <c:pt idx="751">
                  <c:v>18.042999999999999</c:v>
                </c:pt>
                <c:pt idx="752">
                  <c:v>18.065100000000001</c:v>
                </c:pt>
                <c:pt idx="753">
                  <c:v>18.090299999999999</c:v>
                </c:pt>
                <c:pt idx="754">
                  <c:v>18.1114</c:v>
                </c:pt>
                <c:pt idx="755">
                  <c:v>18.1386</c:v>
                </c:pt>
                <c:pt idx="756">
                  <c:v>18.160599999999999</c:v>
                </c:pt>
                <c:pt idx="757">
                  <c:v>18.182500000000001</c:v>
                </c:pt>
                <c:pt idx="758">
                  <c:v>18.2072</c:v>
                </c:pt>
                <c:pt idx="759">
                  <c:v>18.234200000000001</c:v>
                </c:pt>
                <c:pt idx="760">
                  <c:v>18.2608</c:v>
                </c:pt>
                <c:pt idx="761">
                  <c:v>18.2836</c:v>
                </c:pt>
                <c:pt idx="762">
                  <c:v>18.305</c:v>
                </c:pt>
                <c:pt idx="763">
                  <c:v>18.329499999999999</c:v>
                </c:pt>
                <c:pt idx="764">
                  <c:v>18.350300000000001</c:v>
                </c:pt>
                <c:pt idx="765">
                  <c:v>18.374600000000001</c:v>
                </c:pt>
                <c:pt idx="766">
                  <c:v>18.3962</c:v>
                </c:pt>
                <c:pt idx="767">
                  <c:v>18.416699999999999</c:v>
                </c:pt>
                <c:pt idx="768">
                  <c:v>18.446999999999999</c:v>
                </c:pt>
                <c:pt idx="769">
                  <c:v>18.467099999999999</c:v>
                </c:pt>
                <c:pt idx="770">
                  <c:v>18.493099999999998</c:v>
                </c:pt>
                <c:pt idx="771">
                  <c:v>18.5169</c:v>
                </c:pt>
                <c:pt idx="772">
                  <c:v>18.5379</c:v>
                </c:pt>
                <c:pt idx="773">
                  <c:v>18.561699999999998</c:v>
                </c:pt>
                <c:pt idx="774">
                  <c:v>18.582999999999998</c:v>
                </c:pt>
                <c:pt idx="775">
                  <c:v>18.606000000000002</c:v>
                </c:pt>
                <c:pt idx="776">
                  <c:v>18.6265</c:v>
                </c:pt>
                <c:pt idx="777">
                  <c:v>18.6494</c:v>
                </c:pt>
                <c:pt idx="778">
                  <c:v>18.675899999999999</c:v>
                </c:pt>
                <c:pt idx="779">
                  <c:v>18.7027</c:v>
                </c:pt>
                <c:pt idx="780">
                  <c:v>18.725200000000001</c:v>
                </c:pt>
                <c:pt idx="781">
                  <c:v>18.749099999999999</c:v>
                </c:pt>
                <c:pt idx="782">
                  <c:v>18.7758</c:v>
                </c:pt>
                <c:pt idx="783">
                  <c:v>18.796900000000001</c:v>
                </c:pt>
                <c:pt idx="784">
                  <c:v>18.8184</c:v>
                </c:pt>
                <c:pt idx="785">
                  <c:v>18.845500000000001</c:v>
                </c:pt>
                <c:pt idx="786">
                  <c:v>18.8657</c:v>
                </c:pt>
                <c:pt idx="787">
                  <c:v>18.894500000000001</c:v>
                </c:pt>
                <c:pt idx="788">
                  <c:v>18.917100000000001</c:v>
                </c:pt>
                <c:pt idx="789">
                  <c:v>18.940300000000001</c:v>
                </c:pt>
                <c:pt idx="790">
                  <c:v>18.964500000000001</c:v>
                </c:pt>
                <c:pt idx="791">
                  <c:v>18.990600000000001</c:v>
                </c:pt>
                <c:pt idx="792">
                  <c:v>19.017099999999999</c:v>
                </c:pt>
                <c:pt idx="793">
                  <c:v>19.037299999999998</c:v>
                </c:pt>
                <c:pt idx="794">
                  <c:v>19.0626</c:v>
                </c:pt>
                <c:pt idx="795">
                  <c:v>19.093</c:v>
                </c:pt>
                <c:pt idx="796">
                  <c:v>19.117000000000001</c:v>
                </c:pt>
                <c:pt idx="797">
                  <c:v>19.1373</c:v>
                </c:pt>
                <c:pt idx="798">
                  <c:v>19.1586</c:v>
                </c:pt>
                <c:pt idx="799">
                  <c:v>19.178899999999999</c:v>
                </c:pt>
                <c:pt idx="800">
                  <c:v>19.206600000000002</c:v>
                </c:pt>
                <c:pt idx="801">
                  <c:v>19.229299999999999</c:v>
                </c:pt>
                <c:pt idx="802">
                  <c:v>19.253900000000002</c:v>
                </c:pt>
                <c:pt idx="803">
                  <c:v>19.279900000000001</c:v>
                </c:pt>
                <c:pt idx="804">
                  <c:v>19.301100000000002</c:v>
                </c:pt>
                <c:pt idx="805">
                  <c:v>19.327100000000002</c:v>
                </c:pt>
                <c:pt idx="806">
                  <c:v>19.353899999999999</c:v>
                </c:pt>
                <c:pt idx="807">
                  <c:v>19.380600000000001</c:v>
                </c:pt>
                <c:pt idx="808">
                  <c:v>19.4069</c:v>
                </c:pt>
                <c:pt idx="809">
                  <c:v>19.430700000000002</c:v>
                </c:pt>
                <c:pt idx="810">
                  <c:v>19.456800000000001</c:v>
                </c:pt>
                <c:pt idx="811">
                  <c:v>19.477499999999999</c:v>
                </c:pt>
                <c:pt idx="812">
                  <c:v>19.499300000000002</c:v>
                </c:pt>
                <c:pt idx="813">
                  <c:v>19.522200000000002</c:v>
                </c:pt>
                <c:pt idx="814">
                  <c:v>19.5458</c:v>
                </c:pt>
                <c:pt idx="815">
                  <c:v>19.566600000000001</c:v>
                </c:pt>
                <c:pt idx="816">
                  <c:v>19.590699999999998</c:v>
                </c:pt>
                <c:pt idx="817">
                  <c:v>19.6114</c:v>
                </c:pt>
                <c:pt idx="818">
                  <c:v>19.636700000000001</c:v>
                </c:pt>
                <c:pt idx="819">
                  <c:v>19.657800000000002</c:v>
                </c:pt>
                <c:pt idx="820">
                  <c:v>19.6797</c:v>
                </c:pt>
                <c:pt idx="821">
                  <c:v>19.7044</c:v>
                </c:pt>
                <c:pt idx="822">
                  <c:v>19.724699999999999</c:v>
                </c:pt>
                <c:pt idx="823">
                  <c:v>19.745999999999999</c:v>
                </c:pt>
                <c:pt idx="824">
                  <c:v>19.768599999999999</c:v>
                </c:pt>
                <c:pt idx="825">
                  <c:v>19.7912</c:v>
                </c:pt>
                <c:pt idx="826">
                  <c:v>19.814800000000002</c:v>
                </c:pt>
                <c:pt idx="827">
                  <c:v>19.841999999999999</c:v>
                </c:pt>
                <c:pt idx="828">
                  <c:v>19.868400000000001</c:v>
                </c:pt>
                <c:pt idx="829">
                  <c:v>19.892499999999998</c:v>
                </c:pt>
                <c:pt idx="830">
                  <c:v>19.914400000000001</c:v>
                </c:pt>
                <c:pt idx="831">
                  <c:v>19.936900000000001</c:v>
                </c:pt>
                <c:pt idx="832">
                  <c:v>19.9605</c:v>
                </c:pt>
                <c:pt idx="833">
                  <c:v>19.980799999999999</c:v>
                </c:pt>
                <c:pt idx="834">
                  <c:v>20.002199999999998</c:v>
                </c:pt>
                <c:pt idx="835">
                  <c:v>20.024999999999999</c:v>
                </c:pt>
                <c:pt idx="836">
                  <c:v>20.0472</c:v>
                </c:pt>
                <c:pt idx="837">
                  <c:v>20.073499999999999</c:v>
                </c:pt>
                <c:pt idx="838">
                  <c:v>20.094200000000001</c:v>
                </c:pt>
                <c:pt idx="839">
                  <c:v>20.118200000000002</c:v>
                </c:pt>
                <c:pt idx="840">
                  <c:v>20.138300000000001</c:v>
                </c:pt>
                <c:pt idx="841">
                  <c:v>20.159199999999998</c:v>
                </c:pt>
                <c:pt idx="842">
                  <c:v>20.180499999999999</c:v>
                </c:pt>
                <c:pt idx="843">
                  <c:v>20.200600000000001</c:v>
                </c:pt>
                <c:pt idx="844">
                  <c:v>20.2209</c:v>
                </c:pt>
                <c:pt idx="845">
                  <c:v>20.245200000000001</c:v>
                </c:pt>
                <c:pt idx="846">
                  <c:v>20.266100000000002</c:v>
                </c:pt>
                <c:pt idx="847">
                  <c:v>20.2926</c:v>
                </c:pt>
                <c:pt idx="848">
                  <c:v>20.313800000000001</c:v>
                </c:pt>
                <c:pt idx="849">
                  <c:v>20.335799999999999</c:v>
                </c:pt>
                <c:pt idx="850">
                  <c:v>20.3583</c:v>
                </c:pt>
                <c:pt idx="851">
                  <c:v>20.378399999999999</c:v>
                </c:pt>
                <c:pt idx="852">
                  <c:v>20.398499999999999</c:v>
                </c:pt>
                <c:pt idx="853">
                  <c:v>20.420000000000002</c:v>
                </c:pt>
                <c:pt idx="854">
                  <c:v>20.440899999999999</c:v>
                </c:pt>
                <c:pt idx="855">
                  <c:v>20.462700000000002</c:v>
                </c:pt>
                <c:pt idx="856">
                  <c:v>20.483000000000001</c:v>
                </c:pt>
                <c:pt idx="857">
                  <c:v>20.503499999999999</c:v>
                </c:pt>
                <c:pt idx="858">
                  <c:v>20.525300000000001</c:v>
                </c:pt>
                <c:pt idx="859">
                  <c:v>20.551500000000001</c:v>
                </c:pt>
                <c:pt idx="860">
                  <c:v>20.577100000000002</c:v>
                </c:pt>
                <c:pt idx="861">
                  <c:v>20.603899999999999</c:v>
                </c:pt>
                <c:pt idx="862">
                  <c:v>20.624199999999998</c:v>
                </c:pt>
                <c:pt idx="863">
                  <c:v>20.647500000000001</c:v>
                </c:pt>
                <c:pt idx="864">
                  <c:v>20.671099999999999</c:v>
                </c:pt>
                <c:pt idx="865">
                  <c:v>20.697600000000001</c:v>
                </c:pt>
                <c:pt idx="866">
                  <c:v>20.729099999999999</c:v>
                </c:pt>
                <c:pt idx="867">
                  <c:v>20.75</c:v>
                </c:pt>
                <c:pt idx="868">
                  <c:v>20.7729</c:v>
                </c:pt>
                <c:pt idx="869">
                  <c:v>20.794799999999999</c:v>
                </c:pt>
                <c:pt idx="870">
                  <c:v>20.817499999999999</c:v>
                </c:pt>
                <c:pt idx="871">
                  <c:v>20.8444</c:v>
                </c:pt>
                <c:pt idx="872">
                  <c:v>20.867999999999999</c:v>
                </c:pt>
                <c:pt idx="873">
                  <c:v>20.894400000000001</c:v>
                </c:pt>
                <c:pt idx="874">
                  <c:v>20.917200000000001</c:v>
                </c:pt>
                <c:pt idx="875">
                  <c:v>20.937999999999999</c:v>
                </c:pt>
                <c:pt idx="876">
                  <c:v>20.958600000000001</c:v>
                </c:pt>
                <c:pt idx="877">
                  <c:v>20.978899999999999</c:v>
                </c:pt>
                <c:pt idx="878">
                  <c:v>21.0002</c:v>
                </c:pt>
                <c:pt idx="879">
                  <c:v>21.0212</c:v>
                </c:pt>
                <c:pt idx="880">
                  <c:v>21.047899999999998</c:v>
                </c:pt>
                <c:pt idx="881">
                  <c:v>21.074200000000001</c:v>
                </c:pt>
                <c:pt idx="882">
                  <c:v>21.097300000000001</c:v>
                </c:pt>
                <c:pt idx="883">
                  <c:v>21.118200000000002</c:v>
                </c:pt>
                <c:pt idx="884">
                  <c:v>21.142499999999998</c:v>
                </c:pt>
                <c:pt idx="885">
                  <c:v>21.163</c:v>
                </c:pt>
                <c:pt idx="886">
                  <c:v>21.184799999999999</c:v>
                </c:pt>
                <c:pt idx="887">
                  <c:v>21.2072</c:v>
                </c:pt>
                <c:pt idx="888">
                  <c:v>21.229199999999999</c:v>
                </c:pt>
                <c:pt idx="889">
                  <c:v>21.249400000000001</c:v>
                </c:pt>
                <c:pt idx="890">
                  <c:v>21.274999999999999</c:v>
                </c:pt>
                <c:pt idx="891">
                  <c:v>21.298500000000001</c:v>
                </c:pt>
                <c:pt idx="892">
                  <c:v>21.319299999999998</c:v>
                </c:pt>
                <c:pt idx="893">
                  <c:v>21.3416</c:v>
                </c:pt>
                <c:pt idx="894">
                  <c:v>21.365600000000001</c:v>
                </c:pt>
                <c:pt idx="895">
                  <c:v>21.388300000000001</c:v>
                </c:pt>
                <c:pt idx="896">
                  <c:v>21.414400000000001</c:v>
                </c:pt>
                <c:pt idx="897">
                  <c:v>21.436399999999999</c:v>
                </c:pt>
                <c:pt idx="898">
                  <c:v>21.457799999999999</c:v>
                </c:pt>
                <c:pt idx="899">
                  <c:v>21.480399999999999</c:v>
                </c:pt>
                <c:pt idx="900">
                  <c:v>21.504000000000001</c:v>
                </c:pt>
                <c:pt idx="901">
                  <c:v>21.524000000000001</c:v>
                </c:pt>
                <c:pt idx="902">
                  <c:v>21.547000000000001</c:v>
                </c:pt>
                <c:pt idx="903">
                  <c:v>21.5687</c:v>
                </c:pt>
                <c:pt idx="904">
                  <c:v>21.590900000000001</c:v>
                </c:pt>
                <c:pt idx="905">
                  <c:v>21.6127</c:v>
                </c:pt>
                <c:pt idx="906">
                  <c:v>21.6343</c:v>
                </c:pt>
                <c:pt idx="907">
                  <c:v>21.656500000000001</c:v>
                </c:pt>
                <c:pt idx="908">
                  <c:v>21.6782</c:v>
                </c:pt>
                <c:pt idx="909">
                  <c:v>21.700600000000001</c:v>
                </c:pt>
                <c:pt idx="910">
                  <c:v>21.721399999999999</c:v>
                </c:pt>
                <c:pt idx="911">
                  <c:v>21.741700000000002</c:v>
                </c:pt>
                <c:pt idx="912">
                  <c:v>21.763200000000001</c:v>
                </c:pt>
                <c:pt idx="913">
                  <c:v>21.785699999999999</c:v>
                </c:pt>
                <c:pt idx="914">
                  <c:v>21.806899999999999</c:v>
                </c:pt>
                <c:pt idx="915">
                  <c:v>21.8278</c:v>
                </c:pt>
                <c:pt idx="916">
                  <c:v>21.854199999999999</c:v>
                </c:pt>
                <c:pt idx="917">
                  <c:v>21.875</c:v>
                </c:pt>
                <c:pt idx="918">
                  <c:v>21.895700000000001</c:v>
                </c:pt>
                <c:pt idx="919">
                  <c:v>21.9209</c:v>
                </c:pt>
                <c:pt idx="920">
                  <c:v>21.943200000000001</c:v>
                </c:pt>
                <c:pt idx="921">
                  <c:v>21.9679</c:v>
                </c:pt>
                <c:pt idx="922">
                  <c:v>21.988099999999999</c:v>
                </c:pt>
                <c:pt idx="923">
                  <c:v>22.008099999999999</c:v>
                </c:pt>
                <c:pt idx="924">
                  <c:v>22.0288</c:v>
                </c:pt>
                <c:pt idx="925">
                  <c:v>22.0505</c:v>
                </c:pt>
                <c:pt idx="926">
                  <c:v>22.073</c:v>
                </c:pt>
                <c:pt idx="927">
                  <c:v>22.093599999999999</c:v>
                </c:pt>
                <c:pt idx="928">
                  <c:v>22.114599999999999</c:v>
                </c:pt>
                <c:pt idx="929">
                  <c:v>22.1401</c:v>
                </c:pt>
                <c:pt idx="930">
                  <c:v>22.162199999999999</c:v>
                </c:pt>
                <c:pt idx="931">
                  <c:v>22.187799999999999</c:v>
                </c:pt>
                <c:pt idx="932">
                  <c:v>22.209299999999999</c:v>
                </c:pt>
                <c:pt idx="933">
                  <c:v>22.234200000000001</c:v>
                </c:pt>
                <c:pt idx="934">
                  <c:v>22.255400000000002</c:v>
                </c:pt>
                <c:pt idx="935">
                  <c:v>22.276499999999999</c:v>
                </c:pt>
                <c:pt idx="936">
                  <c:v>22.302600000000002</c:v>
                </c:pt>
                <c:pt idx="937">
                  <c:v>22.322600000000001</c:v>
                </c:pt>
                <c:pt idx="938">
                  <c:v>22.342700000000001</c:v>
                </c:pt>
                <c:pt idx="939">
                  <c:v>22.366800000000001</c:v>
                </c:pt>
                <c:pt idx="940">
                  <c:v>22.387699999999999</c:v>
                </c:pt>
                <c:pt idx="941">
                  <c:v>22.409099999999999</c:v>
                </c:pt>
                <c:pt idx="942">
                  <c:v>22.434799999999999</c:v>
                </c:pt>
                <c:pt idx="943">
                  <c:v>22.455100000000002</c:v>
                </c:pt>
                <c:pt idx="944">
                  <c:v>22.4785</c:v>
                </c:pt>
                <c:pt idx="945">
                  <c:v>22.4986</c:v>
                </c:pt>
                <c:pt idx="946">
                  <c:v>22.521100000000001</c:v>
                </c:pt>
                <c:pt idx="947">
                  <c:v>22.543600000000001</c:v>
                </c:pt>
                <c:pt idx="948">
                  <c:v>22.563800000000001</c:v>
                </c:pt>
                <c:pt idx="949">
                  <c:v>22.585000000000001</c:v>
                </c:pt>
                <c:pt idx="950">
                  <c:v>22.6051</c:v>
                </c:pt>
                <c:pt idx="951">
                  <c:v>22.6252</c:v>
                </c:pt>
                <c:pt idx="952">
                  <c:v>22.649000000000001</c:v>
                </c:pt>
                <c:pt idx="953">
                  <c:v>22.671800000000001</c:v>
                </c:pt>
                <c:pt idx="954">
                  <c:v>22.694199999999999</c:v>
                </c:pt>
                <c:pt idx="955">
                  <c:v>22.714700000000001</c:v>
                </c:pt>
                <c:pt idx="956">
                  <c:v>22.7361</c:v>
                </c:pt>
                <c:pt idx="957">
                  <c:v>22.7577</c:v>
                </c:pt>
                <c:pt idx="958">
                  <c:v>22.7789</c:v>
                </c:pt>
                <c:pt idx="959">
                  <c:v>22.800799999999999</c:v>
                </c:pt>
                <c:pt idx="960">
                  <c:v>22.821100000000001</c:v>
                </c:pt>
                <c:pt idx="961">
                  <c:v>22.8429</c:v>
                </c:pt>
                <c:pt idx="962">
                  <c:v>22.865100000000002</c:v>
                </c:pt>
                <c:pt idx="963">
                  <c:v>22.8872</c:v>
                </c:pt>
                <c:pt idx="964">
                  <c:v>22.909300000000002</c:v>
                </c:pt>
                <c:pt idx="965">
                  <c:v>22.931999999999999</c:v>
                </c:pt>
                <c:pt idx="966">
                  <c:v>22.952300000000001</c:v>
                </c:pt>
                <c:pt idx="967">
                  <c:v>22.9773</c:v>
                </c:pt>
                <c:pt idx="968">
                  <c:v>22.998200000000001</c:v>
                </c:pt>
                <c:pt idx="969">
                  <c:v>23.021000000000001</c:v>
                </c:pt>
                <c:pt idx="970">
                  <c:v>23.042400000000001</c:v>
                </c:pt>
                <c:pt idx="971">
                  <c:v>23.0625</c:v>
                </c:pt>
                <c:pt idx="972">
                  <c:v>23.082799999999999</c:v>
                </c:pt>
                <c:pt idx="973">
                  <c:v>23.103100000000001</c:v>
                </c:pt>
                <c:pt idx="974">
                  <c:v>23.1282</c:v>
                </c:pt>
                <c:pt idx="975">
                  <c:v>23.1492</c:v>
                </c:pt>
                <c:pt idx="976">
                  <c:v>23.170300000000001</c:v>
                </c:pt>
                <c:pt idx="977">
                  <c:v>23.193200000000001</c:v>
                </c:pt>
                <c:pt idx="978">
                  <c:v>23.215800000000002</c:v>
                </c:pt>
                <c:pt idx="979">
                  <c:v>23.238099999999999</c:v>
                </c:pt>
                <c:pt idx="980">
                  <c:v>23.2605</c:v>
                </c:pt>
                <c:pt idx="981">
                  <c:v>23.281199999999998</c:v>
                </c:pt>
                <c:pt idx="982">
                  <c:v>23.3035</c:v>
                </c:pt>
                <c:pt idx="983">
                  <c:v>23.3264</c:v>
                </c:pt>
                <c:pt idx="984">
                  <c:v>23.351199999999999</c:v>
                </c:pt>
                <c:pt idx="985">
                  <c:v>23.373000000000001</c:v>
                </c:pt>
                <c:pt idx="986">
                  <c:v>23.3947</c:v>
                </c:pt>
                <c:pt idx="987">
                  <c:v>23.417999999999999</c:v>
                </c:pt>
                <c:pt idx="988">
                  <c:v>23.4405</c:v>
                </c:pt>
                <c:pt idx="989">
                  <c:v>23.462499999999999</c:v>
                </c:pt>
                <c:pt idx="990">
                  <c:v>23.4895</c:v>
                </c:pt>
                <c:pt idx="991">
                  <c:v>23.5108</c:v>
                </c:pt>
                <c:pt idx="992">
                  <c:v>23.5319</c:v>
                </c:pt>
                <c:pt idx="993">
                  <c:v>23.555399999999999</c:v>
                </c:pt>
                <c:pt idx="994">
                  <c:v>23.577200000000001</c:v>
                </c:pt>
                <c:pt idx="995">
                  <c:v>23.597899999999999</c:v>
                </c:pt>
                <c:pt idx="996">
                  <c:v>23.620100000000001</c:v>
                </c:pt>
                <c:pt idx="997">
                  <c:v>23.6419</c:v>
                </c:pt>
                <c:pt idx="998">
                  <c:v>23.662600000000001</c:v>
                </c:pt>
                <c:pt idx="999">
                  <c:v>23.687000000000001</c:v>
                </c:pt>
                <c:pt idx="1000">
                  <c:v>23.708300000000001</c:v>
                </c:pt>
                <c:pt idx="1001">
                  <c:v>23.728999999999999</c:v>
                </c:pt>
                <c:pt idx="1002">
                  <c:v>23.756699999999999</c:v>
                </c:pt>
                <c:pt idx="1003">
                  <c:v>23.778099999999998</c:v>
                </c:pt>
                <c:pt idx="1004">
                  <c:v>23.8033</c:v>
                </c:pt>
                <c:pt idx="1005">
                  <c:v>23.8262</c:v>
                </c:pt>
                <c:pt idx="1006">
                  <c:v>23.848299999999998</c:v>
                </c:pt>
                <c:pt idx="1007">
                  <c:v>23.870100000000001</c:v>
                </c:pt>
                <c:pt idx="1008">
                  <c:v>23.891300000000001</c:v>
                </c:pt>
                <c:pt idx="1009">
                  <c:v>23.9193</c:v>
                </c:pt>
                <c:pt idx="1010">
                  <c:v>23.939499999999999</c:v>
                </c:pt>
                <c:pt idx="1011">
                  <c:v>23.9802</c:v>
                </c:pt>
                <c:pt idx="1012">
                  <c:v>24.002400000000002</c:v>
                </c:pt>
                <c:pt idx="1013">
                  <c:v>24.0365</c:v>
                </c:pt>
                <c:pt idx="1014">
                  <c:v>24.062100000000001</c:v>
                </c:pt>
                <c:pt idx="1015">
                  <c:v>24.093800000000002</c:v>
                </c:pt>
                <c:pt idx="1016">
                  <c:v>24.1173</c:v>
                </c:pt>
                <c:pt idx="1017">
                  <c:v>24.145299999999999</c:v>
                </c:pt>
                <c:pt idx="1018">
                  <c:v>24.170999999999999</c:v>
                </c:pt>
                <c:pt idx="1019">
                  <c:v>24.202999999999999</c:v>
                </c:pt>
                <c:pt idx="1020">
                  <c:v>24.223099999999999</c:v>
                </c:pt>
                <c:pt idx="1021">
                  <c:v>24.254300000000001</c:v>
                </c:pt>
                <c:pt idx="1022">
                  <c:v>24.275200000000002</c:v>
                </c:pt>
                <c:pt idx="1023">
                  <c:v>24.301100000000002</c:v>
                </c:pt>
                <c:pt idx="1024">
                  <c:v>24.322600000000001</c:v>
                </c:pt>
                <c:pt idx="1025">
                  <c:v>24.353300000000001</c:v>
                </c:pt>
                <c:pt idx="1026">
                  <c:v>24.375699999999998</c:v>
                </c:pt>
                <c:pt idx="1027">
                  <c:v>24.402699999999999</c:v>
                </c:pt>
                <c:pt idx="1028">
                  <c:v>24.429300000000001</c:v>
                </c:pt>
                <c:pt idx="1029">
                  <c:v>24.458300000000001</c:v>
                </c:pt>
                <c:pt idx="1030">
                  <c:v>24.487100000000002</c:v>
                </c:pt>
                <c:pt idx="1031">
                  <c:v>24.5167</c:v>
                </c:pt>
                <c:pt idx="1032">
                  <c:v>24.5442</c:v>
                </c:pt>
                <c:pt idx="1033">
                  <c:v>24.5733</c:v>
                </c:pt>
                <c:pt idx="1034">
                  <c:v>24.595300000000002</c:v>
                </c:pt>
                <c:pt idx="1035">
                  <c:v>24.618200000000002</c:v>
                </c:pt>
                <c:pt idx="1036">
                  <c:v>24.646799999999999</c:v>
                </c:pt>
                <c:pt idx="1037">
                  <c:v>24.676100000000002</c:v>
                </c:pt>
                <c:pt idx="1038">
                  <c:v>24.702999999999999</c:v>
                </c:pt>
                <c:pt idx="1039">
                  <c:v>24.7273</c:v>
                </c:pt>
                <c:pt idx="1040">
                  <c:v>24.759399999999999</c:v>
                </c:pt>
                <c:pt idx="1041">
                  <c:v>24.785900000000002</c:v>
                </c:pt>
                <c:pt idx="1042">
                  <c:v>24.8108</c:v>
                </c:pt>
                <c:pt idx="1043">
                  <c:v>24.8309</c:v>
                </c:pt>
                <c:pt idx="1044">
                  <c:v>24.853100000000001</c:v>
                </c:pt>
                <c:pt idx="1045">
                  <c:v>24.877099999999999</c:v>
                </c:pt>
                <c:pt idx="1046">
                  <c:v>24.904399999999999</c:v>
                </c:pt>
                <c:pt idx="1047">
                  <c:v>24.927099999999999</c:v>
                </c:pt>
                <c:pt idx="1048">
                  <c:v>24.954599999999999</c:v>
                </c:pt>
                <c:pt idx="1049">
                  <c:v>24.978000000000002</c:v>
                </c:pt>
                <c:pt idx="1050">
                  <c:v>24.998100000000001</c:v>
                </c:pt>
                <c:pt idx="1051">
                  <c:v>25.020600000000002</c:v>
                </c:pt>
                <c:pt idx="1052">
                  <c:v>25.044899999999998</c:v>
                </c:pt>
                <c:pt idx="1053">
                  <c:v>25.0703</c:v>
                </c:pt>
                <c:pt idx="1054">
                  <c:v>25.093299999999999</c:v>
                </c:pt>
                <c:pt idx="1055">
                  <c:v>25.1221</c:v>
                </c:pt>
                <c:pt idx="1056">
                  <c:v>25.150700000000001</c:v>
                </c:pt>
                <c:pt idx="1057">
                  <c:v>25.177499999999998</c:v>
                </c:pt>
                <c:pt idx="1058">
                  <c:v>25.206199999999999</c:v>
                </c:pt>
                <c:pt idx="1059">
                  <c:v>25.2331</c:v>
                </c:pt>
                <c:pt idx="1060">
                  <c:v>25.257100000000001</c:v>
                </c:pt>
                <c:pt idx="1061">
                  <c:v>25.285799999999998</c:v>
                </c:pt>
                <c:pt idx="1062">
                  <c:v>25.314699999999998</c:v>
                </c:pt>
                <c:pt idx="1063">
                  <c:v>25.339200000000002</c:v>
                </c:pt>
                <c:pt idx="1064">
                  <c:v>25.3614</c:v>
                </c:pt>
                <c:pt idx="1065">
                  <c:v>25.381399999999999</c:v>
                </c:pt>
                <c:pt idx="1066">
                  <c:v>25.407599999999999</c:v>
                </c:pt>
                <c:pt idx="1067">
                  <c:v>25.434000000000001</c:v>
                </c:pt>
                <c:pt idx="1068">
                  <c:v>25.4587</c:v>
                </c:pt>
                <c:pt idx="1069">
                  <c:v>25.480499999999999</c:v>
                </c:pt>
                <c:pt idx="1070">
                  <c:v>25.51</c:v>
                </c:pt>
                <c:pt idx="1071">
                  <c:v>25.530799999999999</c:v>
                </c:pt>
                <c:pt idx="1072">
                  <c:v>25.552399999999999</c:v>
                </c:pt>
                <c:pt idx="1073">
                  <c:v>25.5763</c:v>
                </c:pt>
                <c:pt idx="1074">
                  <c:v>25.602799999999998</c:v>
                </c:pt>
                <c:pt idx="1075">
                  <c:v>25.626000000000001</c:v>
                </c:pt>
                <c:pt idx="1076">
                  <c:v>25.649100000000001</c:v>
                </c:pt>
                <c:pt idx="1077">
                  <c:v>25.6751</c:v>
                </c:pt>
                <c:pt idx="1078">
                  <c:v>25.6966</c:v>
                </c:pt>
                <c:pt idx="1079">
                  <c:v>25.717600000000001</c:v>
                </c:pt>
                <c:pt idx="1080">
                  <c:v>25.740300000000001</c:v>
                </c:pt>
                <c:pt idx="1081">
                  <c:v>25.770299999999999</c:v>
                </c:pt>
                <c:pt idx="1082">
                  <c:v>25.792899999999999</c:v>
                </c:pt>
                <c:pt idx="1083">
                  <c:v>25.816600000000001</c:v>
                </c:pt>
                <c:pt idx="1084">
                  <c:v>25.841000000000001</c:v>
                </c:pt>
                <c:pt idx="1085">
                  <c:v>25.863700000000001</c:v>
                </c:pt>
                <c:pt idx="1086">
                  <c:v>25.888100000000001</c:v>
                </c:pt>
                <c:pt idx="1087">
                  <c:v>25.912099999999999</c:v>
                </c:pt>
                <c:pt idx="1088">
                  <c:v>25.936</c:v>
                </c:pt>
                <c:pt idx="1089">
                  <c:v>25.961200000000002</c:v>
                </c:pt>
                <c:pt idx="1090">
                  <c:v>25.985800000000001</c:v>
                </c:pt>
                <c:pt idx="1091">
                  <c:v>26.007300000000001</c:v>
                </c:pt>
                <c:pt idx="1092">
                  <c:v>26.0352</c:v>
                </c:pt>
                <c:pt idx="1093">
                  <c:v>26.056899999999999</c:v>
                </c:pt>
                <c:pt idx="1094">
                  <c:v>26.077300000000001</c:v>
                </c:pt>
                <c:pt idx="1095">
                  <c:v>26.098299999999998</c:v>
                </c:pt>
                <c:pt idx="1096">
                  <c:v>26.124500000000001</c:v>
                </c:pt>
                <c:pt idx="1097">
                  <c:v>26.148700000000002</c:v>
                </c:pt>
                <c:pt idx="1098">
                  <c:v>26.170400000000001</c:v>
                </c:pt>
                <c:pt idx="1099">
                  <c:v>26.192399999999999</c:v>
                </c:pt>
                <c:pt idx="1100">
                  <c:v>26.216100000000001</c:v>
                </c:pt>
                <c:pt idx="1101">
                  <c:v>26.237100000000002</c:v>
                </c:pt>
                <c:pt idx="1102">
                  <c:v>26.2578</c:v>
                </c:pt>
                <c:pt idx="1103">
                  <c:v>26.279599999999999</c:v>
                </c:pt>
                <c:pt idx="1104">
                  <c:v>26.3049</c:v>
                </c:pt>
                <c:pt idx="1105">
                  <c:v>26.330300000000001</c:v>
                </c:pt>
                <c:pt idx="1106">
                  <c:v>26.354299999999999</c:v>
                </c:pt>
                <c:pt idx="1107">
                  <c:v>26.374500000000001</c:v>
                </c:pt>
                <c:pt idx="1108">
                  <c:v>26.398599999999998</c:v>
                </c:pt>
                <c:pt idx="1109">
                  <c:v>26.421299999999999</c:v>
                </c:pt>
                <c:pt idx="1110">
                  <c:v>26.4468</c:v>
                </c:pt>
                <c:pt idx="1111">
                  <c:v>26.468800000000002</c:v>
                </c:pt>
                <c:pt idx="1112">
                  <c:v>26.4938</c:v>
                </c:pt>
                <c:pt idx="1113">
                  <c:v>26.5199</c:v>
                </c:pt>
                <c:pt idx="1114">
                  <c:v>26.541</c:v>
                </c:pt>
                <c:pt idx="1115">
                  <c:v>26.561299999999999</c:v>
                </c:pt>
                <c:pt idx="1116">
                  <c:v>26.582699999999999</c:v>
                </c:pt>
                <c:pt idx="1117">
                  <c:v>26.604199999999999</c:v>
                </c:pt>
                <c:pt idx="1118">
                  <c:v>26.6267</c:v>
                </c:pt>
                <c:pt idx="1119">
                  <c:v>26.648900000000001</c:v>
                </c:pt>
                <c:pt idx="1120">
                  <c:v>26.676200000000001</c:v>
                </c:pt>
                <c:pt idx="1121">
                  <c:v>26.697600000000001</c:v>
                </c:pt>
                <c:pt idx="1122">
                  <c:v>26.720199999999998</c:v>
                </c:pt>
                <c:pt idx="1123">
                  <c:v>26.741800000000001</c:v>
                </c:pt>
                <c:pt idx="1124">
                  <c:v>26.761900000000001</c:v>
                </c:pt>
                <c:pt idx="1125">
                  <c:v>26.785</c:v>
                </c:pt>
                <c:pt idx="1126">
                  <c:v>26.8065</c:v>
                </c:pt>
                <c:pt idx="1127">
                  <c:v>26.826799999999999</c:v>
                </c:pt>
                <c:pt idx="1128">
                  <c:v>26.847000000000001</c:v>
                </c:pt>
                <c:pt idx="1129">
                  <c:v>26.869299999999999</c:v>
                </c:pt>
                <c:pt idx="1130">
                  <c:v>26.897400000000001</c:v>
                </c:pt>
                <c:pt idx="1131">
                  <c:v>26.919599999999999</c:v>
                </c:pt>
                <c:pt idx="1132">
                  <c:v>26.940100000000001</c:v>
                </c:pt>
                <c:pt idx="1133">
                  <c:v>26.9649</c:v>
                </c:pt>
                <c:pt idx="1134">
                  <c:v>26.984999999999999</c:v>
                </c:pt>
                <c:pt idx="1135">
                  <c:v>27.007200000000001</c:v>
                </c:pt>
                <c:pt idx="1136">
                  <c:v>27.029299999999999</c:v>
                </c:pt>
                <c:pt idx="1137">
                  <c:v>27.0549</c:v>
                </c:pt>
                <c:pt idx="1138">
                  <c:v>27.074999999999999</c:v>
                </c:pt>
                <c:pt idx="1139">
                  <c:v>27.098400000000002</c:v>
                </c:pt>
                <c:pt idx="1140">
                  <c:v>27.120899999999999</c:v>
                </c:pt>
                <c:pt idx="1141">
                  <c:v>27.141500000000001</c:v>
                </c:pt>
                <c:pt idx="1142">
                  <c:v>27.167400000000001</c:v>
                </c:pt>
                <c:pt idx="1143">
                  <c:v>27.188800000000001</c:v>
                </c:pt>
                <c:pt idx="1144">
                  <c:v>27.2105</c:v>
                </c:pt>
                <c:pt idx="1145">
                  <c:v>27.231000000000002</c:v>
                </c:pt>
                <c:pt idx="1146">
                  <c:v>27.252700000000001</c:v>
                </c:pt>
                <c:pt idx="1147">
                  <c:v>27.275300000000001</c:v>
                </c:pt>
                <c:pt idx="1148">
                  <c:v>27.2974</c:v>
                </c:pt>
                <c:pt idx="1149">
                  <c:v>27.317900000000002</c:v>
                </c:pt>
                <c:pt idx="1150">
                  <c:v>27.339700000000001</c:v>
                </c:pt>
                <c:pt idx="1151">
                  <c:v>27.360499999999998</c:v>
                </c:pt>
                <c:pt idx="1152">
                  <c:v>27.380600000000001</c:v>
                </c:pt>
                <c:pt idx="1153">
                  <c:v>27.4069</c:v>
                </c:pt>
                <c:pt idx="1154">
                  <c:v>27.428699999999999</c:v>
                </c:pt>
                <c:pt idx="1155">
                  <c:v>27.453399999999998</c:v>
                </c:pt>
                <c:pt idx="1156">
                  <c:v>27.475300000000001</c:v>
                </c:pt>
                <c:pt idx="1157">
                  <c:v>27.4968</c:v>
                </c:pt>
                <c:pt idx="1158">
                  <c:v>27.519400000000001</c:v>
                </c:pt>
                <c:pt idx="1159">
                  <c:v>27.546199999999999</c:v>
                </c:pt>
                <c:pt idx="1160">
                  <c:v>27.5717</c:v>
                </c:pt>
                <c:pt idx="1161">
                  <c:v>27.592199999999998</c:v>
                </c:pt>
                <c:pt idx="1162">
                  <c:v>27.613</c:v>
                </c:pt>
                <c:pt idx="1163">
                  <c:v>27.6341</c:v>
                </c:pt>
                <c:pt idx="1164">
                  <c:v>27.660399999999999</c:v>
                </c:pt>
                <c:pt idx="1165">
                  <c:v>27.682500000000001</c:v>
                </c:pt>
                <c:pt idx="1166">
                  <c:v>27.702999999999999</c:v>
                </c:pt>
                <c:pt idx="1167">
                  <c:v>27.726199999999999</c:v>
                </c:pt>
                <c:pt idx="1168">
                  <c:v>27.746700000000001</c:v>
                </c:pt>
                <c:pt idx="1169">
                  <c:v>27.772500000000001</c:v>
                </c:pt>
                <c:pt idx="1170">
                  <c:v>27.7941</c:v>
                </c:pt>
                <c:pt idx="1171">
                  <c:v>27.82</c:v>
                </c:pt>
                <c:pt idx="1172">
                  <c:v>27.841899999999999</c:v>
                </c:pt>
                <c:pt idx="1173">
                  <c:v>27.863900000000001</c:v>
                </c:pt>
                <c:pt idx="1174">
                  <c:v>27.884</c:v>
                </c:pt>
                <c:pt idx="1175">
                  <c:v>27.9057</c:v>
                </c:pt>
                <c:pt idx="1176">
                  <c:v>27.930900000000001</c:v>
                </c:pt>
                <c:pt idx="1177">
                  <c:v>27.953600000000002</c:v>
                </c:pt>
                <c:pt idx="1178">
                  <c:v>27.977399999999999</c:v>
                </c:pt>
                <c:pt idx="1179">
                  <c:v>27.997399999999999</c:v>
                </c:pt>
                <c:pt idx="1180">
                  <c:v>28.019300000000001</c:v>
                </c:pt>
                <c:pt idx="1181">
                  <c:v>28.0395</c:v>
                </c:pt>
                <c:pt idx="1182">
                  <c:v>28.061499999999999</c:v>
                </c:pt>
                <c:pt idx="1183">
                  <c:v>28.082100000000001</c:v>
                </c:pt>
                <c:pt idx="1184">
                  <c:v>28.103000000000002</c:v>
                </c:pt>
                <c:pt idx="1185">
                  <c:v>28.124300000000002</c:v>
                </c:pt>
                <c:pt idx="1186">
                  <c:v>28.145299999999999</c:v>
                </c:pt>
                <c:pt idx="1187">
                  <c:v>28.167400000000001</c:v>
                </c:pt>
                <c:pt idx="1188">
                  <c:v>28.188500000000001</c:v>
                </c:pt>
                <c:pt idx="1189">
                  <c:v>28.2117</c:v>
                </c:pt>
                <c:pt idx="1190">
                  <c:v>28.244299999999999</c:v>
                </c:pt>
                <c:pt idx="1191">
                  <c:v>28.270900000000001</c:v>
                </c:pt>
                <c:pt idx="1192">
                  <c:v>28.292400000000001</c:v>
                </c:pt>
                <c:pt idx="1193">
                  <c:v>28.314499999999999</c:v>
                </c:pt>
                <c:pt idx="1194">
                  <c:v>28.335599999999999</c:v>
                </c:pt>
                <c:pt idx="1195">
                  <c:v>28.355899999999998</c:v>
                </c:pt>
                <c:pt idx="1196">
                  <c:v>28.383400000000002</c:v>
                </c:pt>
                <c:pt idx="1197">
                  <c:v>28.405799999999999</c:v>
                </c:pt>
                <c:pt idx="1198">
                  <c:v>28.434699999999999</c:v>
                </c:pt>
                <c:pt idx="1199">
                  <c:v>28.454799999999999</c:v>
                </c:pt>
                <c:pt idx="1200">
                  <c:v>28.477900000000002</c:v>
                </c:pt>
                <c:pt idx="1201">
                  <c:v>28.505700000000001</c:v>
                </c:pt>
                <c:pt idx="1202">
                  <c:v>28.5274</c:v>
                </c:pt>
                <c:pt idx="1203">
                  <c:v>28.550599999999999</c:v>
                </c:pt>
                <c:pt idx="1204">
                  <c:v>28.571400000000001</c:v>
                </c:pt>
                <c:pt idx="1205">
                  <c:v>28.593599999999999</c:v>
                </c:pt>
                <c:pt idx="1206">
                  <c:v>28.616800000000001</c:v>
                </c:pt>
                <c:pt idx="1207">
                  <c:v>28.637499999999999</c:v>
                </c:pt>
                <c:pt idx="1208">
                  <c:v>28.664999999999999</c:v>
                </c:pt>
                <c:pt idx="1209">
                  <c:v>28.6858</c:v>
                </c:pt>
                <c:pt idx="1210">
                  <c:v>28.708200000000001</c:v>
                </c:pt>
                <c:pt idx="1211">
                  <c:v>28.7315</c:v>
                </c:pt>
                <c:pt idx="1212">
                  <c:v>28.7547</c:v>
                </c:pt>
                <c:pt idx="1213">
                  <c:v>28.777000000000001</c:v>
                </c:pt>
                <c:pt idx="1214">
                  <c:v>28.797499999999999</c:v>
                </c:pt>
                <c:pt idx="1215">
                  <c:v>28.825199999999999</c:v>
                </c:pt>
                <c:pt idx="1216">
                  <c:v>28.8477</c:v>
                </c:pt>
                <c:pt idx="1217">
                  <c:v>28.869299999999999</c:v>
                </c:pt>
                <c:pt idx="1218">
                  <c:v>28.8901</c:v>
                </c:pt>
                <c:pt idx="1219">
                  <c:v>28.912299999999998</c:v>
                </c:pt>
                <c:pt idx="1220">
                  <c:v>28.9392</c:v>
                </c:pt>
                <c:pt idx="1221">
                  <c:v>28.962199999999999</c:v>
                </c:pt>
                <c:pt idx="1222">
                  <c:v>28.9832</c:v>
                </c:pt>
                <c:pt idx="1223">
                  <c:v>29.0045</c:v>
                </c:pt>
                <c:pt idx="1224">
                  <c:v>29.024899999999999</c:v>
                </c:pt>
                <c:pt idx="1225">
                  <c:v>29.047699999999999</c:v>
                </c:pt>
                <c:pt idx="1226">
                  <c:v>29.0701</c:v>
                </c:pt>
                <c:pt idx="1227">
                  <c:v>29.090900000000001</c:v>
                </c:pt>
                <c:pt idx="1228">
                  <c:v>29.111899999999999</c:v>
                </c:pt>
                <c:pt idx="1229">
                  <c:v>29.132200000000001</c:v>
                </c:pt>
                <c:pt idx="1230">
                  <c:v>29.154699999999998</c:v>
                </c:pt>
                <c:pt idx="1231">
                  <c:v>29.1815</c:v>
                </c:pt>
                <c:pt idx="1232">
                  <c:v>29.203399999999998</c:v>
                </c:pt>
                <c:pt idx="1233">
                  <c:v>29.229700000000001</c:v>
                </c:pt>
                <c:pt idx="1234">
                  <c:v>29.2514</c:v>
                </c:pt>
                <c:pt idx="1235">
                  <c:v>29.2761</c:v>
                </c:pt>
                <c:pt idx="1236">
                  <c:v>29.298999999999999</c:v>
                </c:pt>
                <c:pt idx="1237">
                  <c:v>29.3261</c:v>
                </c:pt>
                <c:pt idx="1238">
                  <c:v>29.347799999999999</c:v>
                </c:pt>
                <c:pt idx="1239">
                  <c:v>29.369299999999999</c:v>
                </c:pt>
                <c:pt idx="1240">
                  <c:v>29.3947</c:v>
                </c:pt>
                <c:pt idx="1241">
                  <c:v>29.415400000000002</c:v>
                </c:pt>
                <c:pt idx="1242">
                  <c:v>29.441099999999999</c:v>
                </c:pt>
                <c:pt idx="1243">
                  <c:v>29.4634</c:v>
                </c:pt>
                <c:pt idx="1244">
                  <c:v>29.483899999999998</c:v>
                </c:pt>
                <c:pt idx="1245">
                  <c:v>29.506499999999999</c:v>
                </c:pt>
                <c:pt idx="1246">
                  <c:v>29.526700000000002</c:v>
                </c:pt>
                <c:pt idx="1247">
                  <c:v>29.547999999999998</c:v>
                </c:pt>
                <c:pt idx="1248">
                  <c:v>29.568999999999999</c:v>
                </c:pt>
                <c:pt idx="1249">
                  <c:v>29.594100000000001</c:v>
                </c:pt>
                <c:pt idx="1250">
                  <c:v>29.614999999999998</c:v>
                </c:pt>
                <c:pt idx="1251">
                  <c:v>29.6358</c:v>
                </c:pt>
                <c:pt idx="1252">
                  <c:v>29.6584</c:v>
                </c:pt>
                <c:pt idx="1253">
                  <c:v>29.680199999999999</c:v>
                </c:pt>
                <c:pt idx="1254">
                  <c:v>29.703600000000002</c:v>
                </c:pt>
                <c:pt idx="1255">
                  <c:v>29.724399999999999</c:v>
                </c:pt>
                <c:pt idx="1256">
                  <c:v>29.747900000000001</c:v>
                </c:pt>
                <c:pt idx="1257">
                  <c:v>29.7698</c:v>
                </c:pt>
                <c:pt idx="1258">
                  <c:v>29.796700000000001</c:v>
                </c:pt>
                <c:pt idx="1259">
                  <c:v>29.822600000000001</c:v>
                </c:pt>
                <c:pt idx="1260">
                  <c:v>29.848099999999999</c:v>
                </c:pt>
                <c:pt idx="1261">
                  <c:v>29.868500000000001</c:v>
                </c:pt>
                <c:pt idx="1262">
                  <c:v>29.889500000000002</c:v>
                </c:pt>
                <c:pt idx="1263">
                  <c:v>29.911799999999999</c:v>
                </c:pt>
                <c:pt idx="1264">
                  <c:v>29.932200000000002</c:v>
                </c:pt>
                <c:pt idx="1265">
                  <c:v>29.953600000000002</c:v>
                </c:pt>
                <c:pt idx="1266">
                  <c:v>29.973700000000001</c:v>
                </c:pt>
                <c:pt idx="1267">
                  <c:v>29.995999999999999</c:v>
                </c:pt>
                <c:pt idx="1268">
                  <c:v>30.018699999999999</c:v>
                </c:pt>
                <c:pt idx="1269">
                  <c:v>30.0396</c:v>
                </c:pt>
                <c:pt idx="1270">
                  <c:v>30.06</c:v>
                </c:pt>
                <c:pt idx="1271">
                  <c:v>30.0823</c:v>
                </c:pt>
                <c:pt idx="1272">
                  <c:v>30.104700000000001</c:v>
                </c:pt>
                <c:pt idx="1273">
                  <c:v>30.126000000000001</c:v>
                </c:pt>
                <c:pt idx="1274">
                  <c:v>30.1525</c:v>
                </c:pt>
                <c:pt idx="1275">
                  <c:v>30.174299999999999</c:v>
                </c:pt>
                <c:pt idx="1276">
                  <c:v>30.195399999999999</c:v>
                </c:pt>
                <c:pt idx="1277">
                  <c:v>30.216799999999999</c:v>
                </c:pt>
                <c:pt idx="1278">
                  <c:v>30.238900000000001</c:v>
                </c:pt>
                <c:pt idx="1279">
                  <c:v>30.260899999999999</c:v>
                </c:pt>
                <c:pt idx="1280">
                  <c:v>30.281199999999998</c:v>
                </c:pt>
                <c:pt idx="1281">
                  <c:v>30.301600000000001</c:v>
                </c:pt>
                <c:pt idx="1282">
                  <c:v>30.3216</c:v>
                </c:pt>
                <c:pt idx="1283">
                  <c:v>30.3432</c:v>
                </c:pt>
                <c:pt idx="1284">
                  <c:v>30.366900000000001</c:v>
                </c:pt>
                <c:pt idx="1285">
                  <c:v>30.389099999999999</c:v>
                </c:pt>
                <c:pt idx="1286">
                  <c:v>30.409400000000002</c:v>
                </c:pt>
                <c:pt idx="1287">
                  <c:v>30.4344</c:v>
                </c:pt>
                <c:pt idx="1288">
                  <c:v>30.454999999999998</c:v>
                </c:pt>
                <c:pt idx="1289">
                  <c:v>30.4817</c:v>
                </c:pt>
                <c:pt idx="1290">
                  <c:v>30.503499999999999</c:v>
                </c:pt>
                <c:pt idx="1291">
                  <c:v>30.525300000000001</c:v>
                </c:pt>
                <c:pt idx="1292">
                  <c:v>30.546700000000001</c:v>
                </c:pt>
                <c:pt idx="1293">
                  <c:v>30.573699999999999</c:v>
                </c:pt>
                <c:pt idx="1294">
                  <c:v>30.595199999999998</c:v>
                </c:pt>
                <c:pt idx="1295">
                  <c:v>30.6157</c:v>
                </c:pt>
                <c:pt idx="1296">
                  <c:v>30.6374</c:v>
                </c:pt>
                <c:pt idx="1297">
                  <c:v>30.663799999999998</c:v>
                </c:pt>
                <c:pt idx="1298">
                  <c:v>30.686</c:v>
                </c:pt>
                <c:pt idx="1299">
                  <c:v>30.707699999999999</c:v>
                </c:pt>
                <c:pt idx="1300">
                  <c:v>30.729299999999999</c:v>
                </c:pt>
                <c:pt idx="1301">
                  <c:v>30.752800000000001</c:v>
                </c:pt>
                <c:pt idx="1302">
                  <c:v>30.775300000000001</c:v>
                </c:pt>
                <c:pt idx="1303">
                  <c:v>30.797799999999999</c:v>
                </c:pt>
                <c:pt idx="1304">
                  <c:v>30.8188</c:v>
                </c:pt>
                <c:pt idx="1305">
                  <c:v>30.84</c:v>
                </c:pt>
                <c:pt idx="1306">
                  <c:v>30.865100000000002</c:v>
                </c:pt>
                <c:pt idx="1307">
                  <c:v>30.885999999999999</c:v>
                </c:pt>
                <c:pt idx="1308">
                  <c:v>30.9084</c:v>
                </c:pt>
                <c:pt idx="1309">
                  <c:v>30.934200000000001</c:v>
                </c:pt>
                <c:pt idx="1310">
                  <c:v>30.9558</c:v>
                </c:pt>
                <c:pt idx="1311">
                  <c:v>30.982500000000002</c:v>
                </c:pt>
                <c:pt idx="1312">
                  <c:v>31.0062</c:v>
                </c:pt>
                <c:pt idx="1313">
                  <c:v>31.028400000000001</c:v>
                </c:pt>
                <c:pt idx="1314">
                  <c:v>31.050999999999998</c:v>
                </c:pt>
                <c:pt idx="1315">
                  <c:v>31.072199999999999</c:v>
                </c:pt>
                <c:pt idx="1316">
                  <c:v>31.0946</c:v>
                </c:pt>
                <c:pt idx="1317">
                  <c:v>31.115300000000001</c:v>
                </c:pt>
                <c:pt idx="1318">
                  <c:v>31.142600000000002</c:v>
                </c:pt>
                <c:pt idx="1319">
                  <c:v>31.1629</c:v>
                </c:pt>
                <c:pt idx="1320">
                  <c:v>31.189</c:v>
                </c:pt>
                <c:pt idx="1321">
                  <c:v>31.209700000000002</c:v>
                </c:pt>
                <c:pt idx="1322">
                  <c:v>31.231100000000001</c:v>
                </c:pt>
                <c:pt idx="1323">
                  <c:v>31.258700000000001</c:v>
                </c:pt>
                <c:pt idx="1324">
                  <c:v>31.2791</c:v>
                </c:pt>
                <c:pt idx="1325">
                  <c:v>31.302</c:v>
                </c:pt>
                <c:pt idx="1326">
                  <c:v>31.322700000000001</c:v>
                </c:pt>
                <c:pt idx="1327">
                  <c:v>31.346299999999999</c:v>
                </c:pt>
                <c:pt idx="1328">
                  <c:v>31.3718</c:v>
                </c:pt>
                <c:pt idx="1329">
                  <c:v>31.398399999999999</c:v>
                </c:pt>
                <c:pt idx="1330">
                  <c:v>31.4194</c:v>
                </c:pt>
                <c:pt idx="1331">
                  <c:v>31.441600000000001</c:v>
                </c:pt>
                <c:pt idx="1332">
                  <c:v>31.465599999999998</c:v>
                </c:pt>
                <c:pt idx="1333">
                  <c:v>31.494199999999999</c:v>
                </c:pt>
                <c:pt idx="1334">
                  <c:v>31.516999999999999</c:v>
                </c:pt>
                <c:pt idx="1335">
                  <c:v>31.558499999999999</c:v>
                </c:pt>
                <c:pt idx="1336">
                  <c:v>31.578900000000001</c:v>
                </c:pt>
                <c:pt idx="1337">
                  <c:v>31.599299999999999</c:v>
                </c:pt>
                <c:pt idx="1338">
                  <c:v>31.6219</c:v>
                </c:pt>
                <c:pt idx="1339">
                  <c:v>31.641999999999999</c:v>
                </c:pt>
                <c:pt idx="1340">
                  <c:v>31.662600000000001</c:v>
                </c:pt>
                <c:pt idx="1341">
                  <c:v>31.683599999999998</c:v>
                </c:pt>
                <c:pt idx="1342">
                  <c:v>31.704699999999999</c:v>
                </c:pt>
                <c:pt idx="1343">
                  <c:v>31.7287</c:v>
                </c:pt>
                <c:pt idx="1344">
                  <c:v>31.750699999999998</c:v>
                </c:pt>
                <c:pt idx="1345">
                  <c:v>31.7758</c:v>
                </c:pt>
                <c:pt idx="1346">
                  <c:v>31.795999999999999</c:v>
                </c:pt>
                <c:pt idx="1347">
                  <c:v>31.816800000000001</c:v>
                </c:pt>
                <c:pt idx="1348">
                  <c:v>31.842300000000002</c:v>
                </c:pt>
                <c:pt idx="1349">
                  <c:v>31.868400000000001</c:v>
                </c:pt>
                <c:pt idx="1350">
                  <c:v>31.889199999999999</c:v>
                </c:pt>
                <c:pt idx="1351">
                  <c:v>31.9117</c:v>
                </c:pt>
                <c:pt idx="1352">
                  <c:v>31.936599999999999</c:v>
                </c:pt>
                <c:pt idx="1353">
                  <c:v>31.957699999999999</c:v>
                </c:pt>
                <c:pt idx="1354">
                  <c:v>31.982700000000001</c:v>
                </c:pt>
                <c:pt idx="1355">
                  <c:v>32.005299999999998</c:v>
                </c:pt>
                <c:pt idx="1356">
                  <c:v>32.0334</c:v>
                </c:pt>
                <c:pt idx="1357">
                  <c:v>32.053800000000003</c:v>
                </c:pt>
                <c:pt idx="1358">
                  <c:v>32.0792</c:v>
                </c:pt>
                <c:pt idx="1359">
                  <c:v>32.101399999999998</c:v>
                </c:pt>
                <c:pt idx="1360">
                  <c:v>32.122999999999998</c:v>
                </c:pt>
                <c:pt idx="1361">
                  <c:v>32.147799999999997</c:v>
                </c:pt>
                <c:pt idx="1362">
                  <c:v>32.17</c:v>
                </c:pt>
                <c:pt idx="1363">
                  <c:v>32.192599999999999</c:v>
                </c:pt>
                <c:pt idx="1364">
                  <c:v>32.213099999999997</c:v>
                </c:pt>
                <c:pt idx="1365">
                  <c:v>32.234499999999997</c:v>
                </c:pt>
                <c:pt idx="1366">
                  <c:v>32.258200000000002</c:v>
                </c:pt>
                <c:pt idx="1367">
                  <c:v>32.2819</c:v>
                </c:pt>
                <c:pt idx="1368">
                  <c:v>32.307600000000001</c:v>
                </c:pt>
                <c:pt idx="1369">
                  <c:v>32.329599999999999</c:v>
                </c:pt>
                <c:pt idx="1370">
                  <c:v>32.351700000000001</c:v>
                </c:pt>
                <c:pt idx="1371">
                  <c:v>32.375700000000002</c:v>
                </c:pt>
                <c:pt idx="1372">
                  <c:v>32.397599999999997</c:v>
                </c:pt>
                <c:pt idx="1373">
                  <c:v>32.424300000000002</c:v>
                </c:pt>
                <c:pt idx="1374">
                  <c:v>32.448599999999999</c:v>
                </c:pt>
                <c:pt idx="1375">
                  <c:v>32.468600000000002</c:v>
                </c:pt>
                <c:pt idx="1376">
                  <c:v>32.489800000000002</c:v>
                </c:pt>
                <c:pt idx="1377">
                  <c:v>32.512300000000003</c:v>
                </c:pt>
                <c:pt idx="1378">
                  <c:v>32.538600000000002</c:v>
                </c:pt>
                <c:pt idx="1379">
                  <c:v>32.560600000000001</c:v>
                </c:pt>
                <c:pt idx="1380">
                  <c:v>32.583399999999997</c:v>
                </c:pt>
                <c:pt idx="1381">
                  <c:v>32.6066</c:v>
                </c:pt>
                <c:pt idx="1382">
                  <c:v>32.628599999999999</c:v>
                </c:pt>
                <c:pt idx="1383">
                  <c:v>32.649799999999999</c:v>
                </c:pt>
                <c:pt idx="1384">
                  <c:v>32.670999999999999</c:v>
                </c:pt>
                <c:pt idx="1385">
                  <c:v>32.695700000000002</c:v>
                </c:pt>
                <c:pt idx="1386">
                  <c:v>32.718499999999999</c:v>
                </c:pt>
                <c:pt idx="1387">
                  <c:v>32.745699999999999</c:v>
                </c:pt>
                <c:pt idx="1388">
                  <c:v>32.765900000000002</c:v>
                </c:pt>
                <c:pt idx="1389">
                  <c:v>32.792299999999997</c:v>
                </c:pt>
                <c:pt idx="1390">
                  <c:v>32.819099999999999</c:v>
                </c:pt>
                <c:pt idx="1391">
                  <c:v>32.840200000000003</c:v>
                </c:pt>
                <c:pt idx="1392">
                  <c:v>32.864899999999999</c:v>
                </c:pt>
                <c:pt idx="1393">
                  <c:v>32.888399999999997</c:v>
                </c:pt>
                <c:pt idx="1394">
                  <c:v>32.912999999999997</c:v>
                </c:pt>
                <c:pt idx="1395">
                  <c:v>32.935499999999998</c:v>
                </c:pt>
                <c:pt idx="1396">
                  <c:v>32.962299999999999</c:v>
                </c:pt>
                <c:pt idx="1397">
                  <c:v>32.9833</c:v>
                </c:pt>
                <c:pt idx="1398">
                  <c:v>33.007899999999999</c:v>
                </c:pt>
                <c:pt idx="1399">
                  <c:v>33.027999999999999</c:v>
                </c:pt>
                <c:pt idx="1400">
                  <c:v>33.051499999999997</c:v>
                </c:pt>
                <c:pt idx="1401">
                  <c:v>33.0717</c:v>
                </c:pt>
                <c:pt idx="1402">
                  <c:v>33.096800000000002</c:v>
                </c:pt>
                <c:pt idx="1403">
                  <c:v>33.117699999999999</c:v>
                </c:pt>
                <c:pt idx="1404">
                  <c:v>33.141599999999997</c:v>
                </c:pt>
                <c:pt idx="1405">
                  <c:v>33.1616</c:v>
                </c:pt>
                <c:pt idx="1406">
                  <c:v>33.181800000000003</c:v>
                </c:pt>
                <c:pt idx="1407">
                  <c:v>33.206499999999998</c:v>
                </c:pt>
                <c:pt idx="1408">
                  <c:v>33.232700000000001</c:v>
                </c:pt>
                <c:pt idx="1409">
                  <c:v>33.253700000000002</c:v>
                </c:pt>
                <c:pt idx="1410">
                  <c:v>33.274099999999997</c:v>
                </c:pt>
                <c:pt idx="1411">
                  <c:v>33.305300000000003</c:v>
                </c:pt>
                <c:pt idx="1412">
                  <c:v>33.325400000000002</c:v>
                </c:pt>
                <c:pt idx="1413">
                  <c:v>33.352899999999998</c:v>
                </c:pt>
                <c:pt idx="1414">
                  <c:v>33.373399999999997</c:v>
                </c:pt>
                <c:pt idx="1415">
                  <c:v>33.401899999999998</c:v>
                </c:pt>
                <c:pt idx="1416">
                  <c:v>33.425199999999997</c:v>
                </c:pt>
                <c:pt idx="1417">
                  <c:v>33.451599999999999</c:v>
                </c:pt>
                <c:pt idx="1418">
                  <c:v>33.476999999999997</c:v>
                </c:pt>
                <c:pt idx="1419">
                  <c:v>33.502000000000002</c:v>
                </c:pt>
                <c:pt idx="1420">
                  <c:v>33.524700000000003</c:v>
                </c:pt>
                <c:pt idx="1421">
                  <c:v>33.545699999999997</c:v>
                </c:pt>
                <c:pt idx="1422">
                  <c:v>33.569699999999997</c:v>
                </c:pt>
                <c:pt idx="1423">
                  <c:v>33.594999999999999</c:v>
                </c:pt>
                <c:pt idx="1424">
                  <c:v>33.615099999999998</c:v>
                </c:pt>
                <c:pt idx="1425">
                  <c:v>33.638300000000001</c:v>
                </c:pt>
                <c:pt idx="1426">
                  <c:v>33.659799999999997</c:v>
                </c:pt>
                <c:pt idx="1427">
                  <c:v>33.680900000000001</c:v>
                </c:pt>
                <c:pt idx="1428">
                  <c:v>33.708799999999997</c:v>
                </c:pt>
                <c:pt idx="1429">
                  <c:v>33.730699999999999</c:v>
                </c:pt>
                <c:pt idx="1430">
                  <c:v>33.7562</c:v>
                </c:pt>
                <c:pt idx="1431">
                  <c:v>33.7774</c:v>
                </c:pt>
                <c:pt idx="1432">
                  <c:v>33.800400000000003</c:v>
                </c:pt>
                <c:pt idx="1433">
                  <c:v>33.828099999999999</c:v>
                </c:pt>
                <c:pt idx="1434">
                  <c:v>33.8489</c:v>
                </c:pt>
                <c:pt idx="1435">
                  <c:v>33.869</c:v>
                </c:pt>
                <c:pt idx="1436">
                  <c:v>33.891199999999998</c:v>
                </c:pt>
                <c:pt idx="1437">
                  <c:v>33.911900000000003</c:v>
                </c:pt>
                <c:pt idx="1438">
                  <c:v>33.957000000000001</c:v>
                </c:pt>
                <c:pt idx="1439">
                  <c:v>33.984699999999997</c:v>
                </c:pt>
                <c:pt idx="1440">
                  <c:v>34.008499999999998</c:v>
                </c:pt>
                <c:pt idx="1441">
                  <c:v>34.029899999999998</c:v>
                </c:pt>
                <c:pt idx="1442">
                  <c:v>34.051200000000001</c:v>
                </c:pt>
                <c:pt idx="1443">
                  <c:v>34.079900000000002</c:v>
                </c:pt>
                <c:pt idx="1444">
                  <c:v>34.101100000000002</c:v>
                </c:pt>
                <c:pt idx="1445">
                  <c:v>34.133600000000001</c:v>
                </c:pt>
                <c:pt idx="1446">
                  <c:v>34.154600000000002</c:v>
                </c:pt>
                <c:pt idx="1447">
                  <c:v>34.176400000000001</c:v>
                </c:pt>
                <c:pt idx="1448">
                  <c:v>34.199100000000001</c:v>
                </c:pt>
                <c:pt idx="1449">
                  <c:v>34.226399999999998</c:v>
                </c:pt>
                <c:pt idx="1450">
                  <c:v>34.25</c:v>
                </c:pt>
                <c:pt idx="1451">
                  <c:v>34.273000000000003</c:v>
                </c:pt>
                <c:pt idx="1452">
                  <c:v>34.293500000000002</c:v>
                </c:pt>
                <c:pt idx="1453">
                  <c:v>34.316400000000002</c:v>
                </c:pt>
                <c:pt idx="1454">
                  <c:v>34.338799999999999</c:v>
                </c:pt>
                <c:pt idx="1455">
                  <c:v>34.361800000000002</c:v>
                </c:pt>
                <c:pt idx="1456">
                  <c:v>34.392600000000002</c:v>
                </c:pt>
                <c:pt idx="1457">
                  <c:v>34.414700000000003</c:v>
                </c:pt>
                <c:pt idx="1458">
                  <c:v>34.4437</c:v>
                </c:pt>
                <c:pt idx="1459">
                  <c:v>34.464700000000001</c:v>
                </c:pt>
                <c:pt idx="1460">
                  <c:v>34.495100000000001</c:v>
                </c:pt>
                <c:pt idx="1461">
                  <c:v>34.517099999999999</c:v>
                </c:pt>
                <c:pt idx="1462">
                  <c:v>34.5413</c:v>
                </c:pt>
                <c:pt idx="1463">
                  <c:v>34.563200000000002</c:v>
                </c:pt>
                <c:pt idx="1464">
                  <c:v>34.585000000000001</c:v>
                </c:pt>
                <c:pt idx="1465">
                  <c:v>34.612000000000002</c:v>
                </c:pt>
                <c:pt idx="1466">
                  <c:v>34.640300000000003</c:v>
                </c:pt>
                <c:pt idx="1467">
                  <c:v>34.664900000000003</c:v>
                </c:pt>
                <c:pt idx="1468">
                  <c:v>34.685600000000001</c:v>
                </c:pt>
                <c:pt idx="1469">
                  <c:v>34.714300000000001</c:v>
                </c:pt>
                <c:pt idx="1470">
                  <c:v>34.737299999999998</c:v>
                </c:pt>
                <c:pt idx="1471">
                  <c:v>34.765300000000003</c:v>
                </c:pt>
                <c:pt idx="1472">
                  <c:v>34.785499999999999</c:v>
                </c:pt>
                <c:pt idx="1473">
                  <c:v>34.8142</c:v>
                </c:pt>
                <c:pt idx="1474">
                  <c:v>34.8367</c:v>
                </c:pt>
                <c:pt idx="1475">
                  <c:v>34.857900000000001</c:v>
                </c:pt>
                <c:pt idx="1476">
                  <c:v>34.883299999999998</c:v>
                </c:pt>
                <c:pt idx="1477">
                  <c:v>34.911999999999999</c:v>
                </c:pt>
                <c:pt idx="1478">
                  <c:v>34.941800000000001</c:v>
                </c:pt>
                <c:pt idx="1479">
                  <c:v>34.962000000000003</c:v>
                </c:pt>
                <c:pt idx="1480">
                  <c:v>34.982999999999997</c:v>
                </c:pt>
                <c:pt idx="1481">
                  <c:v>35.011899999999997</c:v>
                </c:pt>
                <c:pt idx="1482">
                  <c:v>35.0351</c:v>
                </c:pt>
                <c:pt idx="1483">
                  <c:v>35.055199999999999</c:v>
                </c:pt>
                <c:pt idx="1484">
                  <c:v>35.0837</c:v>
                </c:pt>
                <c:pt idx="1485">
                  <c:v>35.107399999999998</c:v>
                </c:pt>
                <c:pt idx="1486">
                  <c:v>35.137300000000003</c:v>
                </c:pt>
                <c:pt idx="1487">
                  <c:v>35.160499999999999</c:v>
                </c:pt>
                <c:pt idx="1488">
                  <c:v>35.190399999999997</c:v>
                </c:pt>
                <c:pt idx="1489">
                  <c:v>35.234400000000001</c:v>
                </c:pt>
                <c:pt idx="1490">
                  <c:v>35.2562</c:v>
                </c:pt>
                <c:pt idx="1491">
                  <c:v>35.276600000000002</c:v>
                </c:pt>
                <c:pt idx="1492">
                  <c:v>35.305</c:v>
                </c:pt>
                <c:pt idx="1493">
                  <c:v>35.327599999999997</c:v>
                </c:pt>
                <c:pt idx="1494">
                  <c:v>35.354300000000002</c:v>
                </c:pt>
                <c:pt idx="1495">
                  <c:v>35.3797</c:v>
                </c:pt>
                <c:pt idx="1496">
                  <c:v>35.401299999999999</c:v>
                </c:pt>
                <c:pt idx="1497">
                  <c:v>35.423400000000001</c:v>
                </c:pt>
                <c:pt idx="1498">
                  <c:v>35.4435</c:v>
                </c:pt>
                <c:pt idx="1499">
                  <c:v>35.465000000000003</c:v>
                </c:pt>
                <c:pt idx="1500">
                  <c:v>35.485500000000002</c:v>
                </c:pt>
                <c:pt idx="1501">
                  <c:v>35.5077</c:v>
                </c:pt>
                <c:pt idx="1502">
                  <c:v>35.530999999999999</c:v>
                </c:pt>
                <c:pt idx="1503">
                  <c:v>35.553699999999999</c:v>
                </c:pt>
                <c:pt idx="1504">
                  <c:v>35.579799999999999</c:v>
                </c:pt>
                <c:pt idx="1505">
                  <c:v>35.599899999999998</c:v>
                </c:pt>
                <c:pt idx="1506">
                  <c:v>35.627299999999998</c:v>
                </c:pt>
                <c:pt idx="1507">
                  <c:v>35.647799999999997</c:v>
                </c:pt>
                <c:pt idx="1508">
                  <c:v>35.6768</c:v>
                </c:pt>
                <c:pt idx="1509">
                  <c:v>35.696800000000003</c:v>
                </c:pt>
                <c:pt idx="1510">
                  <c:v>35.721200000000003</c:v>
                </c:pt>
                <c:pt idx="1511">
                  <c:v>35.747</c:v>
                </c:pt>
                <c:pt idx="1512">
                  <c:v>35.770899999999997</c:v>
                </c:pt>
                <c:pt idx="1513">
                  <c:v>35.792099999999998</c:v>
                </c:pt>
                <c:pt idx="1514">
                  <c:v>35.815100000000001</c:v>
                </c:pt>
                <c:pt idx="1515">
                  <c:v>35.838900000000002</c:v>
                </c:pt>
                <c:pt idx="1516">
                  <c:v>35.862200000000001</c:v>
                </c:pt>
                <c:pt idx="1517">
                  <c:v>35.883800000000001</c:v>
                </c:pt>
                <c:pt idx="1518">
                  <c:v>35.911900000000003</c:v>
                </c:pt>
                <c:pt idx="1519">
                  <c:v>35.935299999999998</c:v>
                </c:pt>
                <c:pt idx="1520">
                  <c:v>35.9587</c:v>
                </c:pt>
                <c:pt idx="1521">
                  <c:v>35.985999999999997</c:v>
                </c:pt>
                <c:pt idx="1522">
                  <c:v>36.006599999999999</c:v>
                </c:pt>
                <c:pt idx="1523">
                  <c:v>36.034799999999997</c:v>
                </c:pt>
                <c:pt idx="1524">
                  <c:v>36.056699999999999</c:v>
                </c:pt>
                <c:pt idx="1525">
                  <c:v>36.0792</c:v>
                </c:pt>
                <c:pt idx="1526">
                  <c:v>36.099600000000002</c:v>
                </c:pt>
                <c:pt idx="1527">
                  <c:v>36.125999999999998</c:v>
                </c:pt>
                <c:pt idx="1528">
                  <c:v>36.153300000000002</c:v>
                </c:pt>
                <c:pt idx="1529">
                  <c:v>36.175600000000003</c:v>
                </c:pt>
                <c:pt idx="1530">
                  <c:v>36.197499999999998</c:v>
                </c:pt>
                <c:pt idx="1531">
                  <c:v>36.219099999999997</c:v>
                </c:pt>
                <c:pt idx="1532">
                  <c:v>36.241700000000002</c:v>
                </c:pt>
                <c:pt idx="1533">
                  <c:v>36.263199999999998</c:v>
                </c:pt>
                <c:pt idx="1534">
                  <c:v>36.290599999999998</c:v>
                </c:pt>
                <c:pt idx="1535">
                  <c:v>36.316099999999999</c:v>
                </c:pt>
                <c:pt idx="1536">
                  <c:v>36.3461</c:v>
                </c:pt>
                <c:pt idx="1537">
                  <c:v>36.366900000000001</c:v>
                </c:pt>
                <c:pt idx="1538">
                  <c:v>36.389400000000002</c:v>
                </c:pt>
                <c:pt idx="1539">
                  <c:v>36.412100000000002</c:v>
                </c:pt>
                <c:pt idx="1540">
                  <c:v>36.433999999999997</c:v>
                </c:pt>
                <c:pt idx="1541">
                  <c:v>36.4589</c:v>
                </c:pt>
                <c:pt idx="1542">
                  <c:v>36.484200000000001</c:v>
                </c:pt>
                <c:pt idx="1543">
                  <c:v>36.506799999999998</c:v>
                </c:pt>
                <c:pt idx="1544">
                  <c:v>36.5274</c:v>
                </c:pt>
                <c:pt idx="1545">
                  <c:v>36.555700000000002</c:v>
                </c:pt>
                <c:pt idx="1546">
                  <c:v>36.576000000000001</c:v>
                </c:pt>
                <c:pt idx="1547">
                  <c:v>36.597799999999999</c:v>
                </c:pt>
                <c:pt idx="1548">
                  <c:v>36.626399999999997</c:v>
                </c:pt>
                <c:pt idx="1549">
                  <c:v>36.6492</c:v>
                </c:pt>
                <c:pt idx="1550">
                  <c:v>36.669600000000003</c:v>
                </c:pt>
                <c:pt idx="1551">
                  <c:v>36.689900000000002</c:v>
                </c:pt>
                <c:pt idx="1552">
                  <c:v>36.712299999999999</c:v>
                </c:pt>
                <c:pt idx="1553">
                  <c:v>36.733800000000002</c:v>
                </c:pt>
                <c:pt idx="1554">
                  <c:v>36.754600000000003</c:v>
                </c:pt>
                <c:pt idx="1555">
                  <c:v>36.780700000000003</c:v>
                </c:pt>
                <c:pt idx="1556">
                  <c:v>36.808599999999998</c:v>
                </c:pt>
                <c:pt idx="1557">
                  <c:v>36.831600000000002</c:v>
                </c:pt>
                <c:pt idx="1558">
                  <c:v>36.853999999999999</c:v>
                </c:pt>
                <c:pt idx="1559">
                  <c:v>36.887300000000003</c:v>
                </c:pt>
                <c:pt idx="1560">
                  <c:v>36.9114</c:v>
                </c:pt>
                <c:pt idx="1561">
                  <c:v>36.931899999999999</c:v>
                </c:pt>
                <c:pt idx="1562">
                  <c:v>36.957099999999997</c:v>
                </c:pt>
                <c:pt idx="1563">
                  <c:v>36.978099999999998</c:v>
                </c:pt>
                <c:pt idx="1564">
                  <c:v>37.004300000000001</c:v>
                </c:pt>
                <c:pt idx="1565">
                  <c:v>37.027900000000002</c:v>
                </c:pt>
                <c:pt idx="1566">
                  <c:v>37.049599999999998</c:v>
                </c:pt>
                <c:pt idx="1567">
                  <c:v>37.077599999999997</c:v>
                </c:pt>
                <c:pt idx="1568">
                  <c:v>37.104199999999999</c:v>
                </c:pt>
                <c:pt idx="1569">
                  <c:v>37.126300000000001</c:v>
                </c:pt>
                <c:pt idx="1570">
                  <c:v>37.148200000000003</c:v>
                </c:pt>
                <c:pt idx="1571">
                  <c:v>37.175699999999999</c:v>
                </c:pt>
                <c:pt idx="1572">
                  <c:v>37.198</c:v>
                </c:pt>
                <c:pt idx="1573">
                  <c:v>37.221200000000003</c:v>
                </c:pt>
                <c:pt idx="1574">
                  <c:v>37.243400000000001</c:v>
                </c:pt>
                <c:pt idx="1575">
                  <c:v>37.264000000000003</c:v>
                </c:pt>
                <c:pt idx="1576">
                  <c:v>37.2866</c:v>
                </c:pt>
                <c:pt idx="1577">
                  <c:v>37.309800000000003</c:v>
                </c:pt>
                <c:pt idx="1578">
                  <c:v>37.3309</c:v>
                </c:pt>
                <c:pt idx="1579">
                  <c:v>37.351900000000001</c:v>
                </c:pt>
                <c:pt idx="1580">
                  <c:v>37.380299999999998</c:v>
                </c:pt>
                <c:pt idx="1581">
                  <c:v>37.400300000000001</c:v>
                </c:pt>
                <c:pt idx="1582">
                  <c:v>37.421300000000002</c:v>
                </c:pt>
                <c:pt idx="1583">
                  <c:v>37.442700000000002</c:v>
                </c:pt>
                <c:pt idx="1584">
                  <c:v>37.4636</c:v>
                </c:pt>
                <c:pt idx="1585">
                  <c:v>37.484699999999997</c:v>
                </c:pt>
                <c:pt idx="1586">
                  <c:v>37.506399999999999</c:v>
                </c:pt>
                <c:pt idx="1587">
                  <c:v>37.533000000000001</c:v>
                </c:pt>
                <c:pt idx="1588">
                  <c:v>37.5535</c:v>
                </c:pt>
                <c:pt idx="1589">
                  <c:v>37.5745</c:v>
                </c:pt>
                <c:pt idx="1590">
                  <c:v>37.597299999999997</c:v>
                </c:pt>
                <c:pt idx="1591">
                  <c:v>37.627899999999997</c:v>
                </c:pt>
                <c:pt idx="1592">
                  <c:v>37.652700000000003</c:v>
                </c:pt>
                <c:pt idx="1593">
                  <c:v>37.675600000000003</c:v>
                </c:pt>
                <c:pt idx="1594">
                  <c:v>37.697800000000001</c:v>
                </c:pt>
                <c:pt idx="1595">
                  <c:v>37.721400000000003</c:v>
                </c:pt>
                <c:pt idx="1596">
                  <c:v>37.742899999999999</c:v>
                </c:pt>
                <c:pt idx="1597">
                  <c:v>37.766199999999998</c:v>
                </c:pt>
                <c:pt idx="1598">
                  <c:v>37.7941</c:v>
                </c:pt>
                <c:pt idx="1599">
                  <c:v>37.816299999999998</c:v>
                </c:pt>
                <c:pt idx="1600">
                  <c:v>37.837899999999998</c:v>
                </c:pt>
                <c:pt idx="1601">
                  <c:v>37.860900000000001</c:v>
                </c:pt>
                <c:pt idx="1602">
                  <c:v>37.884300000000003</c:v>
                </c:pt>
                <c:pt idx="1603">
                  <c:v>37.9099</c:v>
                </c:pt>
                <c:pt idx="1604">
                  <c:v>37.930700000000002</c:v>
                </c:pt>
                <c:pt idx="1605">
                  <c:v>37.955399999999997</c:v>
                </c:pt>
                <c:pt idx="1606">
                  <c:v>37.976300000000002</c:v>
                </c:pt>
                <c:pt idx="1607">
                  <c:v>37.997300000000003</c:v>
                </c:pt>
                <c:pt idx="1608">
                  <c:v>38.0182</c:v>
                </c:pt>
                <c:pt idx="1609">
                  <c:v>38.038400000000003</c:v>
                </c:pt>
                <c:pt idx="1610">
                  <c:v>38.059199999999997</c:v>
                </c:pt>
                <c:pt idx="1611">
                  <c:v>38.081899999999997</c:v>
                </c:pt>
                <c:pt idx="1612">
                  <c:v>38.107199999999999</c:v>
                </c:pt>
                <c:pt idx="1613">
                  <c:v>38.134900000000002</c:v>
                </c:pt>
                <c:pt idx="1614">
                  <c:v>38.157600000000002</c:v>
                </c:pt>
                <c:pt idx="1615">
                  <c:v>38.179600000000001</c:v>
                </c:pt>
                <c:pt idx="1616">
                  <c:v>38.2057</c:v>
                </c:pt>
                <c:pt idx="1617">
                  <c:v>38.233199999999997</c:v>
                </c:pt>
                <c:pt idx="1618">
                  <c:v>38.256300000000003</c:v>
                </c:pt>
                <c:pt idx="1619">
                  <c:v>38.283999999999999</c:v>
                </c:pt>
                <c:pt idx="1620">
                  <c:v>38.305500000000002</c:v>
                </c:pt>
                <c:pt idx="1621">
                  <c:v>38.326000000000001</c:v>
                </c:pt>
                <c:pt idx="1622">
                  <c:v>38.35</c:v>
                </c:pt>
                <c:pt idx="1623">
                  <c:v>38.373800000000003</c:v>
                </c:pt>
                <c:pt idx="1624">
                  <c:v>38.393999999999998</c:v>
                </c:pt>
                <c:pt idx="1625">
                  <c:v>38.414400000000001</c:v>
                </c:pt>
                <c:pt idx="1626">
                  <c:v>38.441899999999997</c:v>
                </c:pt>
                <c:pt idx="1627">
                  <c:v>38.4679</c:v>
                </c:pt>
                <c:pt idx="1628">
                  <c:v>38.492100000000001</c:v>
                </c:pt>
                <c:pt idx="1629">
                  <c:v>38.513100000000001</c:v>
                </c:pt>
                <c:pt idx="1630">
                  <c:v>38.533999999999999</c:v>
                </c:pt>
                <c:pt idx="1631">
                  <c:v>38.5548</c:v>
                </c:pt>
                <c:pt idx="1632">
                  <c:v>38.5749</c:v>
                </c:pt>
                <c:pt idx="1633">
                  <c:v>38.596800000000002</c:v>
                </c:pt>
                <c:pt idx="1634">
                  <c:v>38.617199999999997</c:v>
                </c:pt>
                <c:pt idx="1635">
                  <c:v>38.638399999999997</c:v>
                </c:pt>
                <c:pt idx="1636">
                  <c:v>38.659500000000001</c:v>
                </c:pt>
                <c:pt idx="1637">
                  <c:v>38.680300000000003</c:v>
                </c:pt>
                <c:pt idx="1638">
                  <c:v>38.702100000000002</c:v>
                </c:pt>
                <c:pt idx="1639">
                  <c:v>38.728099999999998</c:v>
                </c:pt>
                <c:pt idx="1640">
                  <c:v>38.7532</c:v>
                </c:pt>
                <c:pt idx="1641">
                  <c:v>38.776299999999999</c:v>
                </c:pt>
                <c:pt idx="1642">
                  <c:v>38.800199999999997</c:v>
                </c:pt>
                <c:pt idx="1643">
                  <c:v>38.822600000000001</c:v>
                </c:pt>
                <c:pt idx="1644">
                  <c:v>38.845199999999998</c:v>
                </c:pt>
                <c:pt idx="1645">
                  <c:v>38.866300000000003</c:v>
                </c:pt>
                <c:pt idx="1646">
                  <c:v>38.891199999999998</c:v>
                </c:pt>
                <c:pt idx="1647">
                  <c:v>38.911799999999999</c:v>
                </c:pt>
                <c:pt idx="1648">
                  <c:v>38.931800000000003</c:v>
                </c:pt>
                <c:pt idx="1649">
                  <c:v>38.957999999999998</c:v>
                </c:pt>
                <c:pt idx="1650">
                  <c:v>38.979199999999999</c:v>
                </c:pt>
                <c:pt idx="1651">
                  <c:v>38.999200000000002</c:v>
                </c:pt>
                <c:pt idx="1652">
                  <c:v>39.021299999999997</c:v>
                </c:pt>
                <c:pt idx="1653">
                  <c:v>39.042700000000004</c:v>
                </c:pt>
                <c:pt idx="1654">
                  <c:v>39.065300000000001</c:v>
                </c:pt>
                <c:pt idx="1655">
                  <c:v>39.086199999999998</c:v>
                </c:pt>
                <c:pt idx="1656">
                  <c:v>39.112499999999997</c:v>
                </c:pt>
                <c:pt idx="1657">
                  <c:v>39.133600000000001</c:v>
                </c:pt>
                <c:pt idx="1658">
                  <c:v>39.154899999999998</c:v>
                </c:pt>
                <c:pt idx="1659">
                  <c:v>39.177599999999998</c:v>
                </c:pt>
                <c:pt idx="1660">
                  <c:v>39.199399999999997</c:v>
                </c:pt>
                <c:pt idx="1661">
                  <c:v>39.224600000000002</c:v>
                </c:pt>
                <c:pt idx="1662">
                  <c:v>39.246200000000002</c:v>
                </c:pt>
                <c:pt idx="1663">
                  <c:v>39.2682</c:v>
                </c:pt>
                <c:pt idx="1664">
                  <c:v>39.290300000000002</c:v>
                </c:pt>
                <c:pt idx="1665">
                  <c:v>39.311700000000002</c:v>
                </c:pt>
                <c:pt idx="1666">
                  <c:v>39.334800000000001</c:v>
                </c:pt>
                <c:pt idx="1667">
                  <c:v>39.356699999999996</c:v>
                </c:pt>
                <c:pt idx="1668">
                  <c:v>39.383400000000002</c:v>
                </c:pt>
                <c:pt idx="1669">
                  <c:v>39.404000000000003</c:v>
                </c:pt>
                <c:pt idx="1670">
                  <c:v>39.4255</c:v>
                </c:pt>
                <c:pt idx="1671">
                  <c:v>39.4514</c:v>
                </c:pt>
                <c:pt idx="1672">
                  <c:v>39.471600000000002</c:v>
                </c:pt>
                <c:pt idx="1673">
                  <c:v>39.494399999999999</c:v>
                </c:pt>
                <c:pt idx="1674">
                  <c:v>39.5152</c:v>
                </c:pt>
                <c:pt idx="1675">
                  <c:v>39.537100000000002</c:v>
                </c:pt>
                <c:pt idx="1676">
                  <c:v>39.562100000000001</c:v>
                </c:pt>
                <c:pt idx="1677">
                  <c:v>39.582599999999999</c:v>
                </c:pt>
                <c:pt idx="1678">
                  <c:v>39.6053</c:v>
                </c:pt>
                <c:pt idx="1679">
                  <c:v>39.625799999999998</c:v>
                </c:pt>
                <c:pt idx="1680">
                  <c:v>39.648400000000002</c:v>
                </c:pt>
                <c:pt idx="1681">
                  <c:v>39.673000000000002</c:v>
                </c:pt>
                <c:pt idx="1682">
                  <c:v>39.697099999999999</c:v>
                </c:pt>
                <c:pt idx="1683">
                  <c:v>39.722700000000003</c:v>
                </c:pt>
                <c:pt idx="1684">
                  <c:v>39.751100000000001</c:v>
                </c:pt>
                <c:pt idx="1685">
                  <c:v>39.771900000000002</c:v>
                </c:pt>
                <c:pt idx="1686">
                  <c:v>39.793599999999998</c:v>
                </c:pt>
                <c:pt idx="1687">
                  <c:v>39.813699999999997</c:v>
                </c:pt>
                <c:pt idx="1688">
                  <c:v>39.841099999999997</c:v>
                </c:pt>
                <c:pt idx="1689">
                  <c:v>39.862699999999997</c:v>
                </c:pt>
                <c:pt idx="1690">
                  <c:v>39.885100000000001</c:v>
                </c:pt>
                <c:pt idx="1691">
                  <c:v>39.9071</c:v>
                </c:pt>
                <c:pt idx="1692">
                  <c:v>39.927700000000002</c:v>
                </c:pt>
                <c:pt idx="1693">
                  <c:v>39.950899999999997</c:v>
                </c:pt>
                <c:pt idx="1694">
                  <c:v>39.973399999999998</c:v>
                </c:pt>
                <c:pt idx="1695">
                  <c:v>40.003</c:v>
                </c:pt>
                <c:pt idx="1696">
                  <c:v>40.026699999999998</c:v>
                </c:pt>
                <c:pt idx="1697">
                  <c:v>40.055</c:v>
                </c:pt>
                <c:pt idx="1698">
                  <c:v>40.077599999999997</c:v>
                </c:pt>
                <c:pt idx="1699">
                  <c:v>40.104900000000001</c:v>
                </c:pt>
                <c:pt idx="1700">
                  <c:v>40.1265</c:v>
                </c:pt>
                <c:pt idx="1701">
                  <c:v>40.1511</c:v>
                </c:pt>
                <c:pt idx="1702">
                  <c:v>40.172800000000002</c:v>
                </c:pt>
                <c:pt idx="1703">
                  <c:v>40.192900000000002</c:v>
                </c:pt>
                <c:pt idx="1704">
                  <c:v>40.214300000000001</c:v>
                </c:pt>
                <c:pt idx="1705">
                  <c:v>40.2346</c:v>
                </c:pt>
                <c:pt idx="1706">
                  <c:v>40.2575</c:v>
                </c:pt>
                <c:pt idx="1707">
                  <c:v>40.280900000000003</c:v>
                </c:pt>
                <c:pt idx="1708">
                  <c:v>40.302999999999997</c:v>
                </c:pt>
                <c:pt idx="1709">
                  <c:v>40.326500000000003</c:v>
                </c:pt>
                <c:pt idx="1710">
                  <c:v>40.349899999999998</c:v>
                </c:pt>
                <c:pt idx="1711">
                  <c:v>40.372399999999999</c:v>
                </c:pt>
                <c:pt idx="1712">
                  <c:v>40.392499999999998</c:v>
                </c:pt>
                <c:pt idx="1713">
                  <c:v>40.413800000000002</c:v>
                </c:pt>
                <c:pt idx="1714">
                  <c:v>40.4345</c:v>
                </c:pt>
                <c:pt idx="1715">
                  <c:v>40.459099999999999</c:v>
                </c:pt>
                <c:pt idx="1716">
                  <c:v>40.479399999999998</c:v>
                </c:pt>
                <c:pt idx="1717">
                  <c:v>40.503300000000003</c:v>
                </c:pt>
                <c:pt idx="1718">
                  <c:v>40.524099999999997</c:v>
                </c:pt>
                <c:pt idx="1719">
                  <c:v>40.548000000000002</c:v>
                </c:pt>
                <c:pt idx="1720">
                  <c:v>40.567999999999998</c:v>
                </c:pt>
                <c:pt idx="1721">
                  <c:v>40.5899</c:v>
                </c:pt>
                <c:pt idx="1722">
                  <c:v>40.610300000000002</c:v>
                </c:pt>
                <c:pt idx="1723">
                  <c:v>40.630400000000002</c:v>
                </c:pt>
                <c:pt idx="1724">
                  <c:v>40.651699999999998</c:v>
                </c:pt>
                <c:pt idx="1725">
                  <c:v>40.6753</c:v>
                </c:pt>
                <c:pt idx="1726">
                  <c:v>40.695399999999999</c:v>
                </c:pt>
                <c:pt idx="1727">
                  <c:v>40.716299999999997</c:v>
                </c:pt>
                <c:pt idx="1728">
                  <c:v>40.738300000000002</c:v>
                </c:pt>
                <c:pt idx="1729">
                  <c:v>40.7605</c:v>
                </c:pt>
                <c:pt idx="1730">
                  <c:v>40.780700000000003</c:v>
                </c:pt>
                <c:pt idx="1731">
                  <c:v>40.801299999999998</c:v>
                </c:pt>
                <c:pt idx="1732">
                  <c:v>40.821599999999997</c:v>
                </c:pt>
                <c:pt idx="1733">
                  <c:v>40.843699999999998</c:v>
                </c:pt>
                <c:pt idx="1734">
                  <c:v>40.865600000000001</c:v>
                </c:pt>
                <c:pt idx="1735">
                  <c:v>40.891300000000001</c:v>
                </c:pt>
                <c:pt idx="1736">
                  <c:v>40.9129</c:v>
                </c:pt>
                <c:pt idx="1737">
                  <c:v>40.935099999999998</c:v>
                </c:pt>
                <c:pt idx="1738">
                  <c:v>40.956000000000003</c:v>
                </c:pt>
                <c:pt idx="1739">
                  <c:v>40.977200000000003</c:v>
                </c:pt>
                <c:pt idx="1740">
                  <c:v>41</c:v>
                </c:pt>
                <c:pt idx="1741">
                  <c:v>41.020699999999998</c:v>
                </c:pt>
                <c:pt idx="1742">
                  <c:v>41.0428</c:v>
                </c:pt>
                <c:pt idx="1743">
                  <c:v>41.070399999999999</c:v>
                </c:pt>
                <c:pt idx="1744">
                  <c:v>41.093400000000003</c:v>
                </c:pt>
                <c:pt idx="1745">
                  <c:v>41.115200000000002</c:v>
                </c:pt>
                <c:pt idx="1746">
                  <c:v>41.1372</c:v>
                </c:pt>
                <c:pt idx="1747">
                  <c:v>41.163499999999999</c:v>
                </c:pt>
                <c:pt idx="1748">
                  <c:v>41.184100000000001</c:v>
                </c:pt>
                <c:pt idx="1749">
                  <c:v>41.206499999999998</c:v>
                </c:pt>
                <c:pt idx="1750">
                  <c:v>41.229199999999999</c:v>
                </c:pt>
                <c:pt idx="1751">
                  <c:v>41.2515</c:v>
                </c:pt>
                <c:pt idx="1752">
                  <c:v>41.276899999999998</c:v>
                </c:pt>
                <c:pt idx="1753">
                  <c:v>41.297499999999999</c:v>
                </c:pt>
                <c:pt idx="1754">
                  <c:v>41.319400000000002</c:v>
                </c:pt>
                <c:pt idx="1755">
                  <c:v>41.34</c:v>
                </c:pt>
                <c:pt idx="1756">
                  <c:v>41.360900000000001</c:v>
                </c:pt>
                <c:pt idx="1757">
                  <c:v>41.382199999999997</c:v>
                </c:pt>
                <c:pt idx="1758">
                  <c:v>41.404600000000002</c:v>
                </c:pt>
                <c:pt idx="1759">
                  <c:v>41.426499999999997</c:v>
                </c:pt>
                <c:pt idx="1760">
                  <c:v>41.447499999999998</c:v>
                </c:pt>
                <c:pt idx="1761">
                  <c:v>41.470199999999998</c:v>
                </c:pt>
                <c:pt idx="1762">
                  <c:v>41.497399999999999</c:v>
                </c:pt>
                <c:pt idx="1763">
                  <c:v>41.518000000000001</c:v>
                </c:pt>
                <c:pt idx="1764">
                  <c:v>41.540100000000002</c:v>
                </c:pt>
                <c:pt idx="1765">
                  <c:v>41.5625</c:v>
                </c:pt>
                <c:pt idx="1766">
                  <c:v>41.584299999999999</c:v>
                </c:pt>
                <c:pt idx="1767">
                  <c:v>41.6051</c:v>
                </c:pt>
                <c:pt idx="1768">
                  <c:v>41.625500000000002</c:v>
                </c:pt>
                <c:pt idx="1769">
                  <c:v>41.652500000000003</c:v>
                </c:pt>
                <c:pt idx="1770">
                  <c:v>41.6785</c:v>
                </c:pt>
                <c:pt idx="1771">
                  <c:v>41.700600000000001</c:v>
                </c:pt>
                <c:pt idx="1772">
                  <c:v>41.7209</c:v>
                </c:pt>
                <c:pt idx="1773">
                  <c:v>41.747500000000002</c:v>
                </c:pt>
                <c:pt idx="1774">
                  <c:v>41.7699</c:v>
                </c:pt>
                <c:pt idx="1775">
                  <c:v>41.791499999999999</c:v>
                </c:pt>
                <c:pt idx="1776">
                  <c:v>41.812600000000003</c:v>
                </c:pt>
                <c:pt idx="1777">
                  <c:v>41.8337</c:v>
                </c:pt>
                <c:pt idx="1778">
                  <c:v>41.855899999999998</c:v>
                </c:pt>
                <c:pt idx="1779">
                  <c:v>41.878300000000003</c:v>
                </c:pt>
                <c:pt idx="1780">
                  <c:v>41.900500000000001</c:v>
                </c:pt>
                <c:pt idx="1781">
                  <c:v>41.922600000000003</c:v>
                </c:pt>
                <c:pt idx="1782">
                  <c:v>41.946899999999999</c:v>
                </c:pt>
                <c:pt idx="1783">
                  <c:v>41.968400000000003</c:v>
                </c:pt>
                <c:pt idx="1784">
                  <c:v>41.989600000000003</c:v>
                </c:pt>
                <c:pt idx="1785">
                  <c:v>42.011600000000001</c:v>
                </c:pt>
                <c:pt idx="1786">
                  <c:v>42.0334</c:v>
                </c:pt>
                <c:pt idx="1787">
                  <c:v>42.054299999999998</c:v>
                </c:pt>
                <c:pt idx="1788">
                  <c:v>42.075600000000001</c:v>
                </c:pt>
                <c:pt idx="1789">
                  <c:v>42.097700000000003</c:v>
                </c:pt>
                <c:pt idx="1790">
                  <c:v>42.118200000000002</c:v>
                </c:pt>
                <c:pt idx="1791">
                  <c:v>42.139499999999998</c:v>
                </c:pt>
                <c:pt idx="1792">
                  <c:v>42.160600000000002</c:v>
                </c:pt>
                <c:pt idx="1793">
                  <c:v>42.1815</c:v>
                </c:pt>
                <c:pt idx="1794">
                  <c:v>42.203600000000002</c:v>
                </c:pt>
                <c:pt idx="1795">
                  <c:v>42.224600000000002</c:v>
                </c:pt>
                <c:pt idx="1796">
                  <c:v>42.251800000000003</c:v>
                </c:pt>
                <c:pt idx="1797">
                  <c:v>42.279299999999999</c:v>
                </c:pt>
                <c:pt idx="1798">
                  <c:v>42.300600000000003</c:v>
                </c:pt>
                <c:pt idx="1799">
                  <c:v>42.324800000000003</c:v>
                </c:pt>
                <c:pt idx="1800">
                  <c:v>42.350200000000001</c:v>
                </c:pt>
                <c:pt idx="1801">
                  <c:v>42.377800000000001</c:v>
                </c:pt>
                <c:pt idx="1802">
                  <c:v>42.3992</c:v>
                </c:pt>
                <c:pt idx="1803">
                  <c:v>42.420699999999997</c:v>
                </c:pt>
                <c:pt idx="1804">
                  <c:v>42.443600000000004</c:v>
                </c:pt>
                <c:pt idx="1805">
                  <c:v>42.463700000000003</c:v>
                </c:pt>
                <c:pt idx="1806">
                  <c:v>42.490900000000003</c:v>
                </c:pt>
                <c:pt idx="1807">
                  <c:v>42.518300000000004</c:v>
                </c:pt>
                <c:pt idx="1808">
                  <c:v>42.544600000000003</c:v>
                </c:pt>
                <c:pt idx="1809">
                  <c:v>42.564900000000002</c:v>
                </c:pt>
                <c:pt idx="1810">
                  <c:v>42.5852</c:v>
                </c:pt>
                <c:pt idx="1811">
                  <c:v>42.6081</c:v>
                </c:pt>
                <c:pt idx="1812">
                  <c:v>42.632100000000001</c:v>
                </c:pt>
                <c:pt idx="1813">
                  <c:v>42.655099999999997</c:v>
                </c:pt>
                <c:pt idx="1814">
                  <c:v>42.686</c:v>
                </c:pt>
                <c:pt idx="1815">
                  <c:v>42.709400000000002</c:v>
                </c:pt>
                <c:pt idx="1816">
                  <c:v>42.7378</c:v>
                </c:pt>
                <c:pt idx="1817">
                  <c:v>42.758899999999997</c:v>
                </c:pt>
                <c:pt idx="1818">
                  <c:v>42.7804</c:v>
                </c:pt>
                <c:pt idx="1819">
                  <c:v>42.801499999999997</c:v>
                </c:pt>
                <c:pt idx="1820">
                  <c:v>42.823</c:v>
                </c:pt>
                <c:pt idx="1821">
                  <c:v>42.843400000000003</c:v>
                </c:pt>
                <c:pt idx="1822">
                  <c:v>42.864600000000003</c:v>
                </c:pt>
                <c:pt idx="1823">
                  <c:v>42.889099999999999</c:v>
                </c:pt>
                <c:pt idx="1824">
                  <c:v>42.915900000000001</c:v>
                </c:pt>
                <c:pt idx="1825">
                  <c:v>42.939399999999999</c:v>
                </c:pt>
                <c:pt idx="1826">
                  <c:v>42.964100000000002</c:v>
                </c:pt>
                <c:pt idx="1827">
                  <c:v>42.990099999999998</c:v>
                </c:pt>
                <c:pt idx="1828">
                  <c:v>43.017099999999999</c:v>
                </c:pt>
                <c:pt idx="1829">
                  <c:v>43.042900000000003</c:v>
                </c:pt>
                <c:pt idx="1830">
                  <c:v>43.069099999999999</c:v>
                </c:pt>
                <c:pt idx="1831">
                  <c:v>43.095599999999997</c:v>
                </c:pt>
                <c:pt idx="1832">
                  <c:v>43.123899999999999</c:v>
                </c:pt>
                <c:pt idx="1833">
                  <c:v>43.1492</c:v>
                </c:pt>
                <c:pt idx="1834">
                  <c:v>43.175699999999999</c:v>
                </c:pt>
                <c:pt idx="1835">
                  <c:v>43.205300000000001</c:v>
                </c:pt>
                <c:pt idx="1836">
                  <c:v>43.2301</c:v>
                </c:pt>
                <c:pt idx="1837">
                  <c:v>43.252499999999998</c:v>
                </c:pt>
                <c:pt idx="1838">
                  <c:v>43.272799999999997</c:v>
                </c:pt>
                <c:pt idx="1839">
                  <c:v>43.2958</c:v>
                </c:pt>
                <c:pt idx="1840">
                  <c:v>43.316800000000001</c:v>
                </c:pt>
                <c:pt idx="1841">
                  <c:v>43.341799999999999</c:v>
                </c:pt>
                <c:pt idx="1842">
                  <c:v>43.369199999999999</c:v>
                </c:pt>
                <c:pt idx="1843">
                  <c:v>43.3964</c:v>
                </c:pt>
                <c:pt idx="1844">
                  <c:v>43.424300000000002</c:v>
                </c:pt>
                <c:pt idx="1845">
                  <c:v>43.452399999999997</c:v>
                </c:pt>
                <c:pt idx="1846">
                  <c:v>43.472499999999997</c:v>
                </c:pt>
                <c:pt idx="1847">
                  <c:v>43.495100000000001</c:v>
                </c:pt>
                <c:pt idx="1848">
                  <c:v>43.516399999999997</c:v>
                </c:pt>
                <c:pt idx="1849">
                  <c:v>43.5366</c:v>
                </c:pt>
                <c:pt idx="1850">
                  <c:v>43.557400000000001</c:v>
                </c:pt>
                <c:pt idx="1851">
                  <c:v>43.584800000000001</c:v>
                </c:pt>
                <c:pt idx="1852">
                  <c:v>43.608699999999999</c:v>
                </c:pt>
                <c:pt idx="1853">
                  <c:v>43.634500000000003</c:v>
                </c:pt>
                <c:pt idx="1854">
                  <c:v>43.658499999999997</c:v>
                </c:pt>
                <c:pt idx="1855">
                  <c:v>43.679600000000001</c:v>
                </c:pt>
                <c:pt idx="1856">
                  <c:v>43.7057</c:v>
                </c:pt>
                <c:pt idx="1857">
                  <c:v>43.728400000000001</c:v>
                </c:pt>
                <c:pt idx="1858">
                  <c:v>43.751199999999997</c:v>
                </c:pt>
                <c:pt idx="1859">
                  <c:v>43.778599999999997</c:v>
                </c:pt>
                <c:pt idx="1860">
                  <c:v>43.8003</c:v>
                </c:pt>
                <c:pt idx="1861">
                  <c:v>43.825099999999999</c:v>
                </c:pt>
                <c:pt idx="1862">
                  <c:v>43.845399999999998</c:v>
                </c:pt>
                <c:pt idx="1863">
                  <c:v>43.865699999999997</c:v>
                </c:pt>
                <c:pt idx="1864">
                  <c:v>43.891100000000002</c:v>
                </c:pt>
                <c:pt idx="1865">
                  <c:v>43.913400000000003</c:v>
                </c:pt>
                <c:pt idx="1866">
                  <c:v>43.933799999999998</c:v>
                </c:pt>
                <c:pt idx="1867">
                  <c:v>43.953899999999997</c:v>
                </c:pt>
                <c:pt idx="1868">
                  <c:v>43.975900000000003</c:v>
                </c:pt>
                <c:pt idx="1869">
                  <c:v>43.999299999999998</c:v>
                </c:pt>
                <c:pt idx="1870">
                  <c:v>44.019399999999997</c:v>
                </c:pt>
                <c:pt idx="1871">
                  <c:v>44.043199999999999</c:v>
                </c:pt>
                <c:pt idx="1872">
                  <c:v>44.065199999999997</c:v>
                </c:pt>
                <c:pt idx="1873">
                  <c:v>44.0867</c:v>
                </c:pt>
                <c:pt idx="1874">
                  <c:v>44.106999999999999</c:v>
                </c:pt>
                <c:pt idx="1875">
                  <c:v>44.127400000000002</c:v>
                </c:pt>
                <c:pt idx="1876">
                  <c:v>44.1492</c:v>
                </c:pt>
                <c:pt idx="1877">
                  <c:v>44.171999999999997</c:v>
                </c:pt>
                <c:pt idx="1878">
                  <c:v>44.194400000000002</c:v>
                </c:pt>
                <c:pt idx="1879">
                  <c:v>44.217199999999998</c:v>
                </c:pt>
                <c:pt idx="1880">
                  <c:v>44.239199999999997</c:v>
                </c:pt>
                <c:pt idx="1881">
                  <c:v>44.265799999999999</c:v>
                </c:pt>
                <c:pt idx="1882">
                  <c:v>44.291699999999999</c:v>
                </c:pt>
                <c:pt idx="1883">
                  <c:v>44.311799999999998</c:v>
                </c:pt>
                <c:pt idx="1884">
                  <c:v>44.336500000000001</c:v>
                </c:pt>
                <c:pt idx="1885">
                  <c:v>44.359299999999998</c:v>
                </c:pt>
                <c:pt idx="1886">
                  <c:v>44.379899999999999</c:v>
                </c:pt>
                <c:pt idx="1887">
                  <c:v>44.402799999999999</c:v>
                </c:pt>
                <c:pt idx="1888">
                  <c:v>44.423999999999999</c:v>
                </c:pt>
                <c:pt idx="1889">
                  <c:v>44.449800000000003</c:v>
                </c:pt>
                <c:pt idx="1890">
                  <c:v>44.476700000000001</c:v>
                </c:pt>
                <c:pt idx="1891">
                  <c:v>44.499299999999998</c:v>
                </c:pt>
                <c:pt idx="1892">
                  <c:v>44.5214</c:v>
                </c:pt>
                <c:pt idx="1893">
                  <c:v>44.543399999999998</c:v>
                </c:pt>
                <c:pt idx="1894">
                  <c:v>44.565800000000003</c:v>
                </c:pt>
                <c:pt idx="1895">
                  <c:v>44.5929</c:v>
                </c:pt>
                <c:pt idx="1896">
                  <c:v>44.616599999999998</c:v>
                </c:pt>
                <c:pt idx="1897">
                  <c:v>44.644500000000001</c:v>
                </c:pt>
                <c:pt idx="1898">
                  <c:v>44.665799999999997</c:v>
                </c:pt>
                <c:pt idx="1899">
                  <c:v>44.692</c:v>
                </c:pt>
                <c:pt idx="1900">
                  <c:v>44.719499999999996</c:v>
                </c:pt>
                <c:pt idx="1901">
                  <c:v>44.7395</c:v>
                </c:pt>
                <c:pt idx="1902">
                  <c:v>44.764299999999999</c:v>
                </c:pt>
                <c:pt idx="1903">
                  <c:v>44.791400000000003</c:v>
                </c:pt>
                <c:pt idx="1904">
                  <c:v>44.817399999999999</c:v>
                </c:pt>
                <c:pt idx="1905">
                  <c:v>44.8446</c:v>
                </c:pt>
                <c:pt idx="1906">
                  <c:v>44.865000000000002</c:v>
                </c:pt>
                <c:pt idx="1907">
                  <c:v>44.884999999999998</c:v>
                </c:pt>
                <c:pt idx="1908">
                  <c:v>44.905299999999997</c:v>
                </c:pt>
                <c:pt idx="1909">
                  <c:v>44.927399999999999</c:v>
                </c:pt>
                <c:pt idx="1910">
                  <c:v>44.949800000000003</c:v>
                </c:pt>
                <c:pt idx="1911">
                  <c:v>44.970199999999998</c:v>
                </c:pt>
                <c:pt idx="1912">
                  <c:v>44.990299999999998</c:v>
                </c:pt>
                <c:pt idx="1913">
                  <c:v>45.017400000000002</c:v>
                </c:pt>
                <c:pt idx="1914">
                  <c:v>45.045000000000002</c:v>
                </c:pt>
                <c:pt idx="1915">
                  <c:v>45.070300000000003</c:v>
                </c:pt>
                <c:pt idx="1916">
                  <c:v>45.095999999999997</c:v>
                </c:pt>
                <c:pt idx="1917">
                  <c:v>45.116199999999999</c:v>
                </c:pt>
                <c:pt idx="1918">
                  <c:v>45.136400000000002</c:v>
                </c:pt>
                <c:pt idx="1919">
                  <c:v>45.157499999999999</c:v>
                </c:pt>
                <c:pt idx="1920">
                  <c:v>45.177599999999998</c:v>
                </c:pt>
                <c:pt idx="1921">
                  <c:v>45.202399999999997</c:v>
                </c:pt>
                <c:pt idx="1922">
                  <c:v>45.222499999999997</c:v>
                </c:pt>
                <c:pt idx="1923">
                  <c:v>45.249200000000002</c:v>
                </c:pt>
                <c:pt idx="1924">
                  <c:v>45.275700000000001</c:v>
                </c:pt>
                <c:pt idx="1925">
                  <c:v>45.2973</c:v>
                </c:pt>
                <c:pt idx="1926">
                  <c:v>45.329799999999999</c:v>
                </c:pt>
                <c:pt idx="1927">
                  <c:v>45.357599999999998</c:v>
                </c:pt>
                <c:pt idx="1928">
                  <c:v>45.378599999999999</c:v>
                </c:pt>
                <c:pt idx="1929">
                  <c:v>45.400799999999997</c:v>
                </c:pt>
                <c:pt idx="1930">
                  <c:v>45.421399999999998</c:v>
                </c:pt>
                <c:pt idx="1931">
                  <c:v>45.443100000000001</c:v>
                </c:pt>
                <c:pt idx="1932">
                  <c:v>45.464300000000001</c:v>
                </c:pt>
                <c:pt idx="1933">
                  <c:v>45.487900000000003</c:v>
                </c:pt>
                <c:pt idx="1934">
                  <c:v>45.514699999999998</c:v>
                </c:pt>
                <c:pt idx="1935">
                  <c:v>45.535200000000003</c:v>
                </c:pt>
                <c:pt idx="1936">
                  <c:v>45.557699999999997</c:v>
                </c:pt>
                <c:pt idx="1937">
                  <c:v>45.582099999999997</c:v>
                </c:pt>
                <c:pt idx="1938">
                  <c:v>45.603999999999999</c:v>
                </c:pt>
                <c:pt idx="1939">
                  <c:v>45.624200000000002</c:v>
                </c:pt>
                <c:pt idx="1940">
                  <c:v>45.646799999999999</c:v>
                </c:pt>
                <c:pt idx="1941">
                  <c:v>45.667200000000001</c:v>
                </c:pt>
                <c:pt idx="1942">
                  <c:v>45.690899999999999</c:v>
                </c:pt>
                <c:pt idx="1943">
                  <c:v>45.712299999999999</c:v>
                </c:pt>
                <c:pt idx="1944">
                  <c:v>45.735300000000002</c:v>
                </c:pt>
                <c:pt idx="1945">
                  <c:v>45.760399999999997</c:v>
                </c:pt>
                <c:pt idx="1946">
                  <c:v>45.786000000000001</c:v>
                </c:pt>
                <c:pt idx="1947">
                  <c:v>45.8123</c:v>
                </c:pt>
                <c:pt idx="1948">
                  <c:v>45.835999999999999</c:v>
                </c:pt>
                <c:pt idx="1949">
                  <c:v>45.863500000000002</c:v>
                </c:pt>
                <c:pt idx="1950">
                  <c:v>45.884</c:v>
                </c:pt>
                <c:pt idx="1951">
                  <c:v>45.905000000000001</c:v>
                </c:pt>
                <c:pt idx="1952">
                  <c:v>45.928199999999997</c:v>
                </c:pt>
                <c:pt idx="1953">
                  <c:v>45.950099999999999</c:v>
                </c:pt>
                <c:pt idx="1954">
                  <c:v>45.971699999999998</c:v>
                </c:pt>
                <c:pt idx="1955">
                  <c:v>45.994300000000003</c:v>
                </c:pt>
                <c:pt idx="1956">
                  <c:v>46.022599999999997</c:v>
                </c:pt>
                <c:pt idx="1957">
                  <c:v>46.047199999999997</c:v>
                </c:pt>
                <c:pt idx="1958">
                  <c:v>46.073399999999999</c:v>
                </c:pt>
                <c:pt idx="1959">
                  <c:v>46.097299999999997</c:v>
                </c:pt>
                <c:pt idx="1960">
                  <c:v>46.118200000000002</c:v>
                </c:pt>
                <c:pt idx="1961">
                  <c:v>46.146900000000002</c:v>
                </c:pt>
                <c:pt idx="1962">
                  <c:v>46.172499999999999</c:v>
                </c:pt>
                <c:pt idx="1963">
                  <c:v>46.192999999999998</c:v>
                </c:pt>
                <c:pt idx="1964">
                  <c:v>46.213799999999999</c:v>
                </c:pt>
                <c:pt idx="1965">
                  <c:v>46.241500000000002</c:v>
                </c:pt>
                <c:pt idx="1966">
                  <c:v>46.263599999999997</c:v>
                </c:pt>
                <c:pt idx="1967">
                  <c:v>46.286299999999997</c:v>
                </c:pt>
                <c:pt idx="1968">
                  <c:v>46.312600000000003</c:v>
                </c:pt>
                <c:pt idx="1969">
                  <c:v>46.338799999999999</c:v>
                </c:pt>
                <c:pt idx="1970">
                  <c:v>46.366999999999997</c:v>
                </c:pt>
                <c:pt idx="1971">
                  <c:v>46.393000000000001</c:v>
                </c:pt>
                <c:pt idx="1972">
                  <c:v>46.4193</c:v>
                </c:pt>
                <c:pt idx="1973">
                  <c:v>46.440899999999999</c:v>
                </c:pt>
                <c:pt idx="1974">
                  <c:v>46.465000000000003</c:v>
                </c:pt>
                <c:pt idx="1975">
                  <c:v>46.488300000000002</c:v>
                </c:pt>
                <c:pt idx="1976">
                  <c:v>46.509300000000003</c:v>
                </c:pt>
                <c:pt idx="1977">
                  <c:v>46.535699999999999</c:v>
                </c:pt>
                <c:pt idx="1978">
                  <c:v>46.563899999999997</c:v>
                </c:pt>
                <c:pt idx="1979">
                  <c:v>46.590499999999999</c:v>
                </c:pt>
                <c:pt idx="1980">
                  <c:v>46.616700000000002</c:v>
                </c:pt>
                <c:pt idx="1981">
                  <c:v>46.639099999999999</c:v>
                </c:pt>
                <c:pt idx="1982">
                  <c:v>46.659399999999998</c:v>
                </c:pt>
                <c:pt idx="1983">
                  <c:v>46.6815</c:v>
                </c:pt>
                <c:pt idx="1984">
                  <c:v>46.707900000000002</c:v>
                </c:pt>
                <c:pt idx="1985">
                  <c:v>46.730699999999999</c:v>
                </c:pt>
                <c:pt idx="1986">
                  <c:v>46.753300000000003</c:v>
                </c:pt>
                <c:pt idx="1987">
                  <c:v>46.7746</c:v>
                </c:pt>
                <c:pt idx="1988">
                  <c:v>46.796100000000003</c:v>
                </c:pt>
                <c:pt idx="1989">
                  <c:v>46.816400000000002</c:v>
                </c:pt>
                <c:pt idx="1990">
                  <c:v>46.837499999999999</c:v>
                </c:pt>
                <c:pt idx="1991">
                  <c:v>46.866399999999999</c:v>
                </c:pt>
                <c:pt idx="1992">
                  <c:v>46.889600000000002</c:v>
                </c:pt>
                <c:pt idx="1993">
                  <c:v>46.9099</c:v>
                </c:pt>
                <c:pt idx="1994">
                  <c:v>46.932400000000001</c:v>
                </c:pt>
                <c:pt idx="1995">
                  <c:v>46.956099999999999</c:v>
                </c:pt>
                <c:pt idx="1996">
                  <c:v>46.985700000000001</c:v>
                </c:pt>
                <c:pt idx="1997">
                  <c:v>47.009</c:v>
                </c:pt>
                <c:pt idx="1998">
                  <c:v>47.053100000000001</c:v>
                </c:pt>
                <c:pt idx="1999">
                  <c:v>47.073999999999998</c:v>
                </c:pt>
                <c:pt idx="2000">
                  <c:v>47.095199999999998</c:v>
                </c:pt>
                <c:pt idx="2001">
                  <c:v>47.123600000000003</c:v>
                </c:pt>
                <c:pt idx="2002">
                  <c:v>47.145099999999999</c:v>
                </c:pt>
                <c:pt idx="2003">
                  <c:v>47.167200000000001</c:v>
                </c:pt>
                <c:pt idx="2004">
                  <c:v>47.191899999999997</c:v>
                </c:pt>
                <c:pt idx="2005">
                  <c:v>47.218800000000002</c:v>
                </c:pt>
                <c:pt idx="2006">
                  <c:v>47.239800000000002</c:v>
                </c:pt>
                <c:pt idx="2007">
                  <c:v>47.262500000000003</c:v>
                </c:pt>
                <c:pt idx="2008">
                  <c:v>47.285299999999999</c:v>
                </c:pt>
                <c:pt idx="2009">
                  <c:v>47.305500000000002</c:v>
                </c:pt>
                <c:pt idx="2010">
                  <c:v>47.332799999999999</c:v>
                </c:pt>
                <c:pt idx="2011">
                  <c:v>47.354599999999998</c:v>
                </c:pt>
                <c:pt idx="2012">
                  <c:v>47.374699999999997</c:v>
                </c:pt>
                <c:pt idx="2013">
                  <c:v>47.396299999999997</c:v>
                </c:pt>
                <c:pt idx="2014">
                  <c:v>47.418300000000002</c:v>
                </c:pt>
                <c:pt idx="2015">
                  <c:v>47.439300000000003</c:v>
                </c:pt>
                <c:pt idx="2016">
                  <c:v>47.460500000000003</c:v>
                </c:pt>
                <c:pt idx="2017">
                  <c:v>47.482999999999997</c:v>
                </c:pt>
                <c:pt idx="2018">
                  <c:v>47.503100000000003</c:v>
                </c:pt>
                <c:pt idx="2019">
                  <c:v>47.525100000000002</c:v>
                </c:pt>
                <c:pt idx="2020">
                  <c:v>47.5458</c:v>
                </c:pt>
                <c:pt idx="2021">
                  <c:v>47.569899999999997</c:v>
                </c:pt>
                <c:pt idx="2022">
                  <c:v>47.592799999999997</c:v>
                </c:pt>
                <c:pt idx="2023">
                  <c:v>47.614600000000003</c:v>
                </c:pt>
                <c:pt idx="2024">
                  <c:v>47.641500000000001</c:v>
                </c:pt>
                <c:pt idx="2025">
                  <c:v>47.664499999999997</c:v>
                </c:pt>
                <c:pt idx="2026">
                  <c:v>47.687899999999999</c:v>
                </c:pt>
                <c:pt idx="2027">
                  <c:v>47.713500000000003</c:v>
                </c:pt>
                <c:pt idx="2028">
                  <c:v>47.7346</c:v>
                </c:pt>
                <c:pt idx="2029">
                  <c:v>47.755699999999997</c:v>
                </c:pt>
                <c:pt idx="2030">
                  <c:v>47.776699999999998</c:v>
                </c:pt>
                <c:pt idx="2031">
                  <c:v>47.796700000000001</c:v>
                </c:pt>
                <c:pt idx="2032">
                  <c:v>47.817700000000002</c:v>
                </c:pt>
                <c:pt idx="2033">
                  <c:v>47.840600000000002</c:v>
                </c:pt>
                <c:pt idx="2034">
                  <c:v>47.863199999999999</c:v>
                </c:pt>
                <c:pt idx="2035">
                  <c:v>47.883899999999997</c:v>
                </c:pt>
                <c:pt idx="2036">
                  <c:v>47.908999999999999</c:v>
                </c:pt>
                <c:pt idx="2037">
                  <c:v>47.932699999999997</c:v>
                </c:pt>
                <c:pt idx="2038">
                  <c:v>47.9604</c:v>
                </c:pt>
                <c:pt idx="2039">
                  <c:v>47.981000000000002</c:v>
                </c:pt>
                <c:pt idx="2040">
                  <c:v>48.003300000000003</c:v>
                </c:pt>
                <c:pt idx="2041">
                  <c:v>48.025500000000001</c:v>
                </c:pt>
                <c:pt idx="2042">
                  <c:v>48.050899999999999</c:v>
                </c:pt>
                <c:pt idx="2043">
                  <c:v>48.072400000000002</c:v>
                </c:pt>
                <c:pt idx="2044">
                  <c:v>48.093000000000004</c:v>
                </c:pt>
                <c:pt idx="2045">
                  <c:v>48.115499999999997</c:v>
                </c:pt>
                <c:pt idx="2046">
                  <c:v>48.141500000000001</c:v>
                </c:pt>
                <c:pt idx="2047">
                  <c:v>48.161900000000003</c:v>
                </c:pt>
                <c:pt idx="2048">
                  <c:v>48.192599999999999</c:v>
                </c:pt>
                <c:pt idx="2049">
                  <c:v>48.2151</c:v>
                </c:pt>
                <c:pt idx="2050">
                  <c:v>48.242100000000001</c:v>
                </c:pt>
                <c:pt idx="2051">
                  <c:v>48.267299999999999</c:v>
                </c:pt>
                <c:pt idx="2052">
                  <c:v>48.293300000000002</c:v>
                </c:pt>
                <c:pt idx="2053">
                  <c:v>48.321399999999997</c:v>
                </c:pt>
                <c:pt idx="2054">
                  <c:v>48.342300000000002</c:v>
                </c:pt>
                <c:pt idx="2055">
                  <c:v>48.366500000000002</c:v>
                </c:pt>
                <c:pt idx="2056">
                  <c:v>48.394599999999997</c:v>
                </c:pt>
                <c:pt idx="2057">
                  <c:v>48.418999999999997</c:v>
                </c:pt>
                <c:pt idx="2058">
                  <c:v>48.441699999999997</c:v>
                </c:pt>
                <c:pt idx="2059">
                  <c:v>48.463200000000001</c:v>
                </c:pt>
                <c:pt idx="2060">
                  <c:v>48.4846</c:v>
                </c:pt>
                <c:pt idx="2061">
                  <c:v>48.507100000000001</c:v>
                </c:pt>
                <c:pt idx="2062">
                  <c:v>48.531700000000001</c:v>
                </c:pt>
                <c:pt idx="2063">
                  <c:v>48.558599999999998</c:v>
                </c:pt>
                <c:pt idx="2064">
                  <c:v>48.579099999999997</c:v>
                </c:pt>
                <c:pt idx="2065">
                  <c:v>48.600700000000003</c:v>
                </c:pt>
                <c:pt idx="2066">
                  <c:v>48.622199999999999</c:v>
                </c:pt>
                <c:pt idx="2067">
                  <c:v>48.645600000000002</c:v>
                </c:pt>
                <c:pt idx="2068">
                  <c:v>48.669499999999999</c:v>
                </c:pt>
                <c:pt idx="2069">
                  <c:v>48.690300000000001</c:v>
                </c:pt>
                <c:pt idx="2070">
                  <c:v>48.715899999999998</c:v>
                </c:pt>
                <c:pt idx="2071">
                  <c:v>48.742600000000003</c:v>
                </c:pt>
                <c:pt idx="2072">
                  <c:v>48.767600000000002</c:v>
                </c:pt>
                <c:pt idx="2073">
                  <c:v>48.791400000000003</c:v>
                </c:pt>
                <c:pt idx="2074">
                  <c:v>48.816000000000003</c:v>
                </c:pt>
                <c:pt idx="2075">
                  <c:v>48.843299999999999</c:v>
                </c:pt>
                <c:pt idx="2076">
                  <c:v>48.868699999999997</c:v>
                </c:pt>
                <c:pt idx="2077">
                  <c:v>48.889699999999998</c:v>
                </c:pt>
                <c:pt idx="2078">
                  <c:v>48.911799999999999</c:v>
                </c:pt>
                <c:pt idx="2079">
                  <c:v>48.936799999999998</c:v>
                </c:pt>
                <c:pt idx="2080">
                  <c:v>48.963900000000002</c:v>
                </c:pt>
                <c:pt idx="2081">
                  <c:v>48.988799999999998</c:v>
                </c:pt>
                <c:pt idx="2082">
                  <c:v>49.013199999999998</c:v>
                </c:pt>
                <c:pt idx="2083">
                  <c:v>49.034999999999997</c:v>
                </c:pt>
                <c:pt idx="2084">
                  <c:v>49.057099999999998</c:v>
                </c:pt>
                <c:pt idx="2085">
                  <c:v>49.082299999999996</c:v>
                </c:pt>
                <c:pt idx="2086">
                  <c:v>49.103099999999998</c:v>
                </c:pt>
                <c:pt idx="2087">
                  <c:v>49.126399999999997</c:v>
                </c:pt>
                <c:pt idx="2088">
                  <c:v>49.151800000000001</c:v>
                </c:pt>
                <c:pt idx="2089">
                  <c:v>49.177</c:v>
                </c:pt>
                <c:pt idx="2090">
                  <c:v>49.205599999999997</c:v>
                </c:pt>
                <c:pt idx="2091">
                  <c:v>49.228900000000003</c:v>
                </c:pt>
                <c:pt idx="2092">
                  <c:v>49.254199999999997</c:v>
                </c:pt>
                <c:pt idx="2093">
                  <c:v>49.280200000000001</c:v>
                </c:pt>
                <c:pt idx="2094">
                  <c:v>49.304699999999997</c:v>
                </c:pt>
                <c:pt idx="2095">
                  <c:v>49.330100000000002</c:v>
                </c:pt>
                <c:pt idx="2096">
                  <c:v>49.3536</c:v>
                </c:pt>
                <c:pt idx="2097">
                  <c:v>49.380400000000002</c:v>
                </c:pt>
                <c:pt idx="2098">
                  <c:v>49.409399999999998</c:v>
                </c:pt>
                <c:pt idx="2099">
                  <c:v>49.4345</c:v>
                </c:pt>
                <c:pt idx="2100">
                  <c:v>49.461799999999997</c:v>
                </c:pt>
                <c:pt idx="2101">
                  <c:v>49.487200000000001</c:v>
                </c:pt>
                <c:pt idx="2102">
                  <c:v>49.5122</c:v>
                </c:pt>
                <c:pt idx="2103">
                  <c:v>49.539000000000001</c:v>
                </c:pt>
                <c:pt idx="2104">
                  <c:v>49.559199999999997</c:v>
                </c:pt>
                <c:pt idx="2105">
                  <c:v>49.5854</c:v>
                </c:pt>
                <c:pt idx="2106">
                  <c:v>49.608199999999997</c:v>
                </c:pt>
                <c:pt idx="2107">
                  <c:v>49.633499999999998</c:v>
                </c:pt>
                <c:pt idx="2108">
                  <c:v>49.655700000000003</c:v>
                </c:pt>
                <c:pt idx="2109">
                  <c:v>49.676000000000002</c:v>
                </c:pt>
                <c:pt idx="2110">
                  <c:v>49.6965</c:v>
                </c:pt>
                <c:pt idx="2111">
                  <c:v>49.722000000000001</c:v>
                </c:pt>
                <c:pt idx="2112">
                  <c:v>49.742199999999997</c:v>
                </c:pt>
                <c:pt idx="2113">
                  <c:v>49.7622</c:v>
                </c:pt>
                <c:pt idx="2114">
                  <c:v>49.783499999999997</c:v>
                </c:pt>
                <c:pt idx="2115">
                  <c:v>49.806800000000003</c:v>
                </c:pt>
                <c:pt idx="2116">
                  <c:v>49.832099999999997</c:v>
                </c:pt>
                <c:pt idx="2117">
                  <c:v>49.8523</c:v>
                </c:pt>
                <c:pt idx="2118">
                  <c:v>49.875399999999999</c:v>
                </c:pt>
                <c:pt idx="2119">
                  <c:v>49.904800000000002</c:v>
                </c:pt>
                <c:pt idx="2120">
                  <c:v>49.928400000000003</c:v>
                </c:pt>
                <c:pt idx="2121">
                  <c:v>49.950699999999998</c:v>
                </c:pt>
                <c:pt idx="2122">
                  <c:v>49.974699999999999</c:v>
                </c:pt>
                <c:pt idx="2123">
                  <c:v>49.995199999999997</c:v>
                </c:pt>
                <c:pt idx="2124">
                  <c:v>50.019799999999996</c:v>
                </c:pt>
                <c:pt idx="2125">
                  <c:v>50.040399999999998</c:v>
                </c:pt>
                <c:pt idx="2126">
                  <c:v>50.063200000000002</c:v>
                </c:pt>
                <c:pt idx="2127">
                  <c:v>50.0886</c:v>
                </c:pt>
                <c:pt idx="2128">
                  <c:v>50.109000000000002</c:v>
                </c:pt>
                <c:pt idx="2129">
                  <c:v>50.137500000000003</c:v>
                </c:pt>
                <c:pt idx="2130">
                  <c:v>50.164099999999998</c:v>
                </c:pt>
                <c:pt idx="2131">
                  <c:v>50.1907</c:v>
                </c:pt>
                <c:pt idx="2132">
                  <c:v>50.220500000000001</c:v>
                </c:pt>
                <c:pt idx="2133">
                  <c:v>50.246499999999997</c:v>
                </c:pt>
                <c:pt idx="2134">
                  <c:v>50.273299999999999</c:v>
                </c:pt>
                <c:pt idx="2135">
                  <c:v>50.297699999999999</c:v>
                </c:pt>
                <c:pt idx="2136">
                  <c:v>50.318199999999997</c:v>
                </c:pt>
                <c:pt idx="2137">
                  <c:v>50.341500000000003</c:v>
                </c:pt>
                <c:pt idx="2138">
                  <c:v>50.3643</c:v>
                </c:pt>
                <c:pt idx="2139">
                  <c:v>50.386099999999999</c:v>
                </c:pt>
                <c:pt idx="2140">
                  <c:v>50.414900000000003</c:v>
                </c:pt>
                <c:pt idx="2141">
                  <c:v>50.437600000000003</c:v>
                </c:pt>
                <c:pt idx="2142">
                  <c:v>50.458300000000001</c:v>
                </c:pt>
                <c:pt idx="2143">
                  <c:v>50.479900000000001</c:v>
                </c:pt>
                <c:pt idx="2144">
                  <c:v>50.502099999999999</c:v>
                </c:pt>
                <c:pt idx="2145">
                  <c:v>50.524700000000003</c:v>
                </c:pt>
                <c:pt idx="2146">
                  <c:v>50.546100000000003</c:v>
                </c:pt>
                <c:pt idx="2147">
                  <c:v>50.572000000000003</c:v>
                </c:pt>
                <c:pt idx="2148">
                  <c:v>50.597700000000003</c:v>
                </c:pt>
                <c:pt idx="2149">
                  <c:v>50.622599999999998</c:v>
                </c:pt>
                <c:pt idx="2150">
                  <c:v>50.642899999999997</c:v>
                </c:pt>
                <c:pt idx="2151">
                  <c:v>50.665900000000001</c:v>
                </c:pt>
                <c:pt idx="2152">
                  <c:v>50.686</c:v>
                </c:pt>
                <c:pt idx="2153">
                  <c:v>50.713299999999997</c:v>
                </c:pt>
                <c:pt idx="2154">
                  <c:v>50.736699999999999</c:v>
                </c:pt>
                <c:pt idx="2155">
                  <c:v>50.7624</c:v>
                </c:pt>
                <c:pt idx="2156">
                  <c:v>50.7851</c:v>
                </c:pt>
                <c:pt idx="2157">
                  <c:v>50.805500000000002</c:v>
                </c:pt>
                <c:pt idx="2158">
                  <c:v>50.8277</c:v>
                </c:pt>
                <c:pt idx="2159">
                  <c:v>50.849699999999999</c:v>
                </c:pt>
                <c:pt idx="2160">
                  <c:v>50.871499999999997</c:v>
                </c:pt>
                <c:pt idx="2161">
                  <c:v>50.892000000000003</c:v>
                </c:pt>
                <c:pt idx="2162">
                  <c:v>50.916200000000003</c:v>
                </c:pt>
                <c:pt idx="2163">
                  <c:v>50.936500000000002</c:v>
                </c:pt>
                <c:pt idx="2164">
                  <c:v>50.958300000000001</c:v>
                </c:pt>
                <c:pt idx="2165">
                  <c:v>50.978700000000003</c:v>
                </c:pt>
                <c:pt idx="2166">
                  <c:v>51.002299999999998</c:v>
                </c:pt>
                <c:pt idx="2167">
                  <c:v>51.022399999999998</c:v>
                </c:pt>
                <c:pt idx="2168">
                  <c:v>51.043799999999997</c:v>
                </c:pt>
                <c:pt idx="2169">
                  <c:v>51.066299999999998</c:v>
                </c:pt>
                <c:pt idx="2170">
                  <c:v>51.088900000000002</c:v>
                </c:pt>
                <c:pt idx="2171">
                  <c:v>51.110999999999997</c:v>
                </c:pt>
                <c:pt idx="2172">
                  <c:v>51.131999999999998</c:v>
                </c:pt>
                <c:pt idx="2173">
                  <c:v>51.154400000000003</c:v>
                </c:pt>
                <c:pt idx="2174">
                  <c:v>51.180599999999998</c:v>
                </c:pt>
                <c:pt idx="2175">
                  <c:v>51.200899999999997</c:v>
                </c:pt>
                <c:pt idx="2176">
                  <c:v>51.221899999999998</c:v>
                </c:pt>
                <c:pt idx="2177">
                  <c:v>51.245899999999999</c:v>
                </c:pt>
                <c:pt idx="2178">
                  <c:v>51.267400000000002</c:v>
                </c:pt>
                <c:pt idx="2179">
                  <c:v>51.295200000000001</c:v>
                </c:pt>
                <c:pt idx="2180">
                  <c:v>51.318199999999997</c:v>
                </c:pt>
                <c:pt idx="2181">
                  <c:v>51.339799999999997</c:v>
                </c:pt>
                <c:pt idx="2182">
                  <c:v>51.362099999999998</c:v>
                </c:pt>
                <c:pt idx="2183">
                  <c:v>51.387099999999997</c:v>
                </c:pt>
                <c:pt idx="2184">
                  <c:v>51.4131</c:v>
                </c:pt>
                <c:pt idx="2185">
                  <c:v>51.440800000000003</c:v>
                </c:pt>
                <c:pt idx="2186">
                  <c:v>51.467399999999998</c:v>
                </c:pt>
                <c:pt idx="2187">
                  <c:v>51.495100000000001</c:v>
                </c:pt>
                <c:pt idx="2188">
                  <c:v>51.521799999999999</c:v>
                </c:pt>
                <c:pt idx="2189">
                  <c:v>51.5426</c:v>
                </c:pt>
                <c:pt idx="2190">
                  <c:v>51.568399999999997</c:v>
                </c:pt>
                <c:pt idx="2191">
                  <c:v>51.589199999999998</c:v>
                </c:pt>
                <c:pt idx="2192">
                  <c:v>51.611699999999999</c:v>
                </c:pt>
                <c:pt idx="2193">
                  <c:v>51.631700000000002</c:v>
                </c:pt>
                <c:pt idx="2194">
                  <c:v>51.651800000000001</c:v>
                </c:pt>
                <c:pt idx="2195">
                  <c:v>51.677</c:v>
                </c:pt>
                <c:pt idx="2196">
                  <c:v>51.701000000000001</c:v>
                </c:pt>
                <c:pt idx="2197">
                  <c:v>51.721299999999999</c:v>
                </c:pt>
                <c:pt idx="2198">
                  <c:v>51.748699999999999</c:v>
                </c:pt>
                <c:pt idx="2199">
                  <c:v>51.774799999999999</c:v>
                </c:pt>
                <c:pt idx="2200">
                  <c:v>51.799599999999998</c:v>
                </c:pt>
                <c:pt idx="2201">
                  <c:v>51.822299999999998</c:v>
                </c:pt>
                <c:pt idx="2202">
                  <c:v>51.843699999999998</c:v>
                </c:pt>
                <c:pt idx="2203">
                  <c:v>51.866799999999998</c:v>
                </c:pt>
                <c:pt idx="2204">
                  <c:v>51.891199999999998</c:v>
                </c:pt>
                <c:pt idx="2205">
                  <c:v>51.913800000000002</c:v>
                </c:pt>
                <c:pt idx="2206">
                  <c:v>51.940800000000003</c:v>
                </c:pt>
                <c:pt idx="2207">
                  <c:v>51.961599999999997</c:v>
                </c:pt>
                <c:pt idx="2208">
                  <c:v>51.988500000000002</c:v>
                </c:pt>
                <c:pt idx="2209">
                  <c:v>52.008499999999998</c:v>
                </c:pt>
                <c:pt idx="2210">
                  <c:v>52.031799999999997</c:v>
                </c:pt>
                <c:pt idx="2211">
                  <c:v>52.055</c:v>
                </c:pt>
                <c:pt idx="2212">
                  <c:v>52.0824</c:v>
                </c:pt>
                <c:pt idx="2213">
                  <c:v>52.103700000000003</c:v>
                </c:pt>
                <c:pt idx="2214">
                  <c:v>52.128399999999999</c:v>
                </c:pt>
                <c:pt idx="2215">
                  <c:v>52.154699999999998</c:v>
                </c:pt>
                <c:pt idx="2216">
                  <c:v>52.177799999999998</c:v>
                </c:pt>
                <c:pt idx="2217">
                  <c:v>52.1982</c:v>
                </c:pt>
                <c:pt idx="2218">
                  <c:v>52.224699999999999</c:v>
                </c:pt>
                <c:pt idx="2219">
                  <c:v>52.250900000000001</c:v>
                </c:pt>
                <c:pt idx="2220">
                  <c:v>52.279400000000003</c:v>
                </c:pt>
                <c:pt idx="2221">
                  <c:v>52.301099999999998</c:v>
                </c:pt>
                <c:pt idx="2222">
                  <c:v>52.324399999999997</c:v>
                </c:pt>
                <c:pt idx="2223">
                  <c:v>52.347900000000003</c:v>
                </c:pt>
                <c:pt idx="2224">
                  <c:v>52.376600000000003</c:v>
                </c:pt>
                <c:pt idx="2225">
                  <c:v>52.3979</c:v>
                </c:pt>
                <c:pt idx="2226">
                  <c:v>52.42</c:v>
                </c:pt>
                <c:pt idx="2227">
                  <c:v>52.440800000000003</c:v>
                </c:pt>
                <c:pt idx="2228">
                  <c:v>52.461199999999998</c:v>
                </c:pt>
                <c:pt idx="2229">
                  <c:v>52.484099999999998</c:v>
                </c:pt>
                <c:pt idx="2230">
                  <c:v>52.505000000000003</c:v>
                </c:pt>
                <c:pt idx="2231">
                  <c:v>52.527099999999997</c:v>
                </c:pt>
                <c:pt idx="2232">
                  <c:v>52.552799999999998</c:v>
                </c:pt>
                <c:pt idx="2233">
                  <c:v>52.573900000000002</c:v>
                </c:pt>
                <c:pt idx="2234">
                  <c:v>52.593899999999998</c:v>
                </c:pt>
                <c:pt idx="2235">
                  <c:v>52.614699999999999</c:v>
                </c:pt>
                <c:pt idx="2236">
                  <c:v>52.636699999999998</c:v>
                </c:pt>
                <c:pt idx="2237">
                  <c:v>52.656799999999997</c:v>
                </c:pt>
                <c:pt idx="2238">
                  <c:v>52.681699999999999</c:v>
                </c:pt>
                <c:pt idx="2239">
                  <c:v>52.7027</c:v>
                </c:pt>
                <c:pt idx="2240">
                  <c:v>52.729500000000002</c:v>
                </c:pt>
                <c:pt idx="2241">
                  <c:v>52.758899999999997</c:v>
                </c:pt>
                <c:pt idx="2242">
                  <c:v>52.780099999999997</c:v>
                </c:pt>
                <c:pt idx="2243">
                  <c:v>52.802599999999998</c:v>
                </c:pt>
                <c:pt idx="2244">
                  <c:v>52.825400000000002</c:v>
                </c:pt>
                <c:pt idx="2245">
                  <c:v>52.847799999999999</c:v>
                </c:pt>
                <c:pt idx="2246">
                  <c:v>52.871299999999998</c:v>
                </c:pt>
                <c:pt idx="2247">
                  <c:v>52.8934</c:v>
                </c:pt>
                <c:pt idx="2248">
                  <c:v>52.918100000000003</c:v>
                </c:pt>
                <c:pt idx="2249">
                  <c:v>52.939500000000002</c:v>
                </c:pt>
                <c:pt idx="2250">
                  <c:v>52.9679</c:v>
                </c:pt>
                <c:pt idx="2251">
                  <c:v>52.988999999999997</c:v>
                </c:pt>
                <c:pt idx="2252">
                  <c:v>53.009700000000002</c:v>
                </c:pt>
                <c:pt idx="2253">
                  <c:v>53.033700000000003</c:v>
                </c:pt>
                <c:pt idx="2254">
                  <c:v>53.054000000000002</c:v>
                </c:pt>
                <c:pt idx="2255">
                  <c:v>53.077199999999998</c:v>
                </c:pt>
                <c:pt idx="2256">
                  <c:v>53.098999999999997</c:v>
                </c:pt>
                <c:pt idx="2257">
                  <c:v>53.123100000000001</c:v>
                </c:pt>
                <c:pt idx="2258">
                  <c:v>53.144199999999998</c:v>
                </c:pt>
                <c:pt idx="2259">
                  <c:v>53.167999999999999</c:v>
                </c:pt>
                <c:pt idx="2260">
                  <c:v>53.192300000000003</c:v>
                </c:pt>
                <c:pt idx="2261">
                  <c:v>53.213099999999997</c:v>
                </c:pt>
                <c:pt idx="2262">
                  <c:v>53.235500000000002</c:v>
                </c:pt>
                <c:pt idx="2263">
                  <c:v>53.259799999999998</c:v>
                </c:pt>
                <c:pt idx="2264">
                  <c:v>53.280200000000001</c:v>
                </c:pt>
                <c:pt idx="2265">
                  <c:v>53.306899999999999</c:v>
                </c:pt>
                <c:pt idx="2266">
                  <c:v>53.332799999999999</c:v>
                </c:pt>
                <c:pt idx="2267">
                  <c:v>53.352899999999998</c:v>
                </c:pt>
                <c:pt idx="2268">
                  <c:v>53.372999999999998</c:v>
                </c:pt>
                <c:pt idx="2269">
                  <c:v>53.394599999999997</c:v>
                </c:pt>
                <c:pt idx="2270">
                  <c:v>53.417400000000001</c:v>
                </c:pt>
                <c:pt idx="2271">
                  <c:v>53.445799999999998</c:v>
                </c:pt>
                <c:pt idx="2272">
                  <c:v>53.466200000000001</c:v>
                </c:pt>
                <c:pt idx="2273">
                  <c:v>53.492800000000003</c:v>
                </c:pt>
                <c:pt idx="2274">
                  <c:v>53.517899999999997</c:v>
                </c:pt>
                <c:pt idx="2275">
                  <c:v>53.5456</c:v>
                </c:pt>
                <c:pt idx="2276">
                  <c:v>53.571100000000001</c:v>
                </c:pt>
                <c:pt idx="2277">
                  <c:v>53.597200000000001</c:v>
                </c:pt>
                <c:pt idx="2278">
                  <c:v>53.625999999999998</c:v>
                </c:pt>
                <c:pt idx="2279">
                  <c:v>53.647300000000001</c:v>
                </c:pt>
                <c:pt idx="2280">
                  <c:v>53.672199999999997</c:v>
                </c:pt>
                <c:pt idx="2281">
                  <c:v>53.694299999999998</c:v>
                </c:pt>
                <c:pt idx="2282">
                  <c:v>53.723599999999998</c:v>
                </c:pt>
                <c:pt idx="2283">
                  <c:v>53.7453</c:v>
                </c:pt>
                <c:pt idx="2284">
                  <c:v>53.770800000000001</c:v>
                </c:pt>
                <c:pt idx="2285">
                  <c:v>53.7958</c:v>
                </c:pt>
                <c:pt idx="2286">
                  <c:v>53.816000000000003</c:v>
                </c:pt>
                <c:pt idx="2287">
                  <c:v>53.838500000000003</c:v>
                </c:pt>
                <c:pt idx="2288">
                  <c:v>53.860500000000002</c:v>
                </c:pt>
                <c:pt idx="2289">
                  <c:v>53.881</c:v>
                </c:pt>
                <c:pt idx="2290">
                  <c:v>53.901499999999999</c:v>
                </c:pt>
                <c:pt idx="2291">
                  <c:v>53.924300000000002</c:v>
                </c:pt>
                <c:pt idx="2292">
                  <c:v>53.947899999999997</c:v>
                </c:pt>
                <c:pt idx="2293">
                  <c:v>53.969900000000003</c:v>
                </c:pt>
                <c:pt idx="2294">
                  <c:v>53.993099999999998</c:v>
                </c:pt>
                <c:pt idx="2295">
                  <c:v>54.014299999999999</c:v>
                </c:pt>
                <c:pt idx="2296">
                  <c:v>54.0381</c:v>
                </c:pt>
                <c:pt idx="2297">
                  <c:v>54.065100000000001</c:v>
                </c:pt>
                <c:pt idx="2298">
                  <c:v>54.087200000000003</c:v>
                </c:pt>
                <c:pt idx="2299">
                  <c:v>54.110799999999998</c:v>
                </c:pt>
                <c:pt idx="2300">
                  <c:v>54.132300000000001</c:v>
                </c:pt>
                <c:pt idx="2301">
                  <c:v>54.154600000000002</c:v>
                </c:pt>
                <c:pt idx="2302">
                  <c:v>54.176099999999998</c:v>
                </c:pt>
                <c:pt idx="2303">
                  <c:v>54.197200000000002</c:v>
                </c:pt>
                <c:pt idx="2304">
                  <c:v>54.222700000000003</c:v>
                </c:pt>
                <c:pt idx="2305">
                  <c:v>54.248699999999999</c:v>
                </c:pt>
                <c:pt idx="2306">
                  <c:v>54.2789</c:v>
                </c:pt>
                <c:pt idx="2307">
                  <c:v>54.307099999999998</c:v>
                </c:pt>
                <c:pt idx="2308">
                  <c:v>54.327199999999998</c:v>
                </c:pt>
                <c:pt idx="2309">
                  <c:v>54.351900000000001</c:v>
                </c:pt>
                <c:pt idx="2310">
                  <c:v>54.397500000000001</c:v>
                </c:pt>
                <c:pt idx="2311">
                  <c:v>54.419400000000003</c:v>
                </c:pt>
                <c:pt idx="2312">
                  <c:v>54.448</c:v>
                </c:pt>
                <c:pt idx="2313">
                  <c:v>54.470199999999998</c:v>
                </c:pt>
                <c:pt idx="2314">
                  <c:v>54.491399999999999</c:v>
                </c:pt>
                <c:pt idx="2315">
                  <c:v>54.5169</c:v>
                </c:pt>
                <c:pt idx="2316">
                  <c:v>54.537100000000002</c:v>
                </c:pt>
                <c:pt idx="2317">
                  <c:v>54.561999999999998</c:v>
                </c:pt>
                <c:pt idx="2318">
                  <c:v>54.584899999999998</c:v>
                </c:pt>
                <c:pt idx="2319">
                  <c:v>54.613500000000002</c:v>
                </c:pt>
                <c:pt idx="2320">
                  <c:v>54.636099999999999</c:v>
                </c:pt>
                <c:pt idx="2321">
                  <c:v>54.663200000000003</c:v>
                </c:pt>
                <c:pt idx="2322">
                  <c:v>54.686300000000003</c:v>
                </c:pt>
                <c:pt idx="2323">
                  <c:v>54.710599999999999</c:v>
                </c:pt>
                <c:pt idx="2324">
                  <c:v>54.733499999999999</c:v>
                </c:pt>
                <c:pt idx="2325">
                  <c:v>54.753999999999998</c:v>
                </c:pt>
                <c:pt idx="2326">
                  <c:v>54.782299999999999</c:v>
                </c:pt>
                <c:pt idx="2327">
                  <c:v>54.808799999999998</c:v>
                </c:pt>
                <c:pt idx="2328">
                  <c:v>54.836199999999998</c:v>
                </c:pt>
                <c:pt idx="2329">
                  <c:v>54.857399999999998</c:v>
                </c:pt>
                <c:pt idx="2330">
                  <c:v>54.879899999999999</c:v>
                </c:pt>
                <c:pt idx="2331">
                  <c:v>54.903399999999998</c:v>
                </c:pt>
                <c:pt idx="2332">
                  <c:v>54.924599999999998</c:v>
                </c:pt>
                <c:pt idx="2333">
                  <c:v>54.950600000000001</c:v>
                </c:pt>
                <c:pt idx="2334">
                  <c:v>54.972700000000003</c:v>
                </c:pt>
                <c:pt idx="2335">
                  <c:v>54.9968</c:v>
                </c:pt>
                <c:pt idx="2336">
                  <c:v>55.017000000000003</c:v>
                </c:pt>
                <c:pt idx="2337">
                  <c:v>55.039000000000001</c:v>
                </c:pt>
                <c:pt idx="2338">
                  <c:v>55.061500000000002</c:v>
                </c:pt>
                <c:pt idx="2339">
                  <c:v>55.083799999999997</c:v>
                </c:pt>
                <c:pt idx="2340">
                  <c:v>55.112000000000002</c:v>
                </c:pt>
                <c:pt idx="2341">
                  <c:v>55.134500000000003</c:v>
                </c:pt>
                <c:pt idx="2342">
                  <c:v>55.156599999999997</c:v>
                </c:pt>
                <c:pt idx="2343">
                  <c:v>55.179299999999998</c:v>
                </c:pt>
                <c:pt idx="2344">
                  <c:v>55.2027</c:v>
                </c:pt>
                <c:pt idx="2345">
                  <c:v>55.229500000000002</c:v>
                </c:pt>
                <c:pt idx="2346">
                  <c:v>55.252299999999998</c:v>
                </c:pt>
                <c:pt idx="2347">
                  <c:v>55.2776</c:v>
                </c:pt>
                <c:pt idx="2348">
                  <c:v>55.299500000000002</c:v>
                </c:pt>
                <c:pt idx="2349">
                  <c:v>55.321800000000003</c:v>
                </c:pt>
                <c:pt idx="2350">
                  <c:v>55.343499999999999</c:v>
                </c:pt>
                <c:pt idx="2351">
                  <c:v>55.366300000000003</c:v>
                </c:pt>
                <c:pt idx="2352">
                  <c:v>55.391800000000003</c:v>
                </c:pt>
                <c:pt idx="2353">
                  <c:v>55.4163</c:v>
                </c:pt>
                <c:pt idx="2354">
                  <c:v>55.4437</c:v>
                </c:pt>
                <c:pt idx="2355">
                  <c:v>55.472299999999997</c:v>
                </c:pt>
                <c:pt idx="2356">
                  <c:v>55.493400000000001</c:v>
                </c:pt>
                <c:pt idx="2357">
                  <c:v>55.5154</c:v>
                </c:pt>
                <c:pt idx="2358">
                  <c:v>55.539299999999997</c:v>
                </c:pt>
                <c:pt idx="2359">
                  <c:v>55.565100000000001</c:v>
                </c:pt>
                <c:pt idx="2360">
                  <c:v>55.593400000000003</c:v>
                </c:pt>
                <c:pt idx="2361">
                  <c:v>55.616</c:v>
                </c:pt>
                <c:pt idx="2362">
                  <c:v>55.6404</c:v>
                </c:pt>
                <c:pt idx="2363">
                  <c:v>55.660600000000002</c:v>
                </c:pt>
                <c:pt idx="2364">
                  <c:v>55.682699999999997</c:v>
                </c:pt>
                <c:pt idx="2365">
                  <c:v>55.706600000000002</c:v>
                </c:pt>
                <c:pt idx="2366">
                  <c:v>55.732100000000003</c:v>
                </c:pt>
                <c:pt idx="2367">
                  <c:v>55.752899999999997</c:v>
                </c:pt>
                <c:pt idx="2368">
                  <c:v>55.7729</c:v>
                </c:pt>
                <c:pt idx="2369">
                  <c:v>55.795499999999997</c:v>
                </c:pt>
                <c:pt idx="2370">
                  <c:v>55.822299999999998</c:v>
                </c:pt>
                <c:pt idx="2371">
                  <c:v>55.842399999999998</c:v>
                </c:pt>
                <c:pt idx="2372">
                  <c:v>55.863999999999997</c:v>
                </c:pt>
                <c:pt idx="2373">
                  <c:v>55.885300000000001</c:v>
                </c:pt>
                <c:pt idx="2374">
                  <c:v>55.9056</c:v>
                </c:pt>
                <c:pt idx="2375">
                  <c:v>55.932099999999998</c:v>
                </c:pt>
                <c:pt idx="2376">
                  <c:v>55.955100000000002</c:v>
                </c:pt>
                <c:pt idx="2377">
                  <c:v>55.982799999999997</c:v>
                </c:pt>
                <c:pt idx="2378">
                  <c:v>56.0092</c:v>
                </c:pt>
                <c:pt idx="2379">
                  <c:v>56.035499999999999</c:v>
                </c:pt>
                <c:pt idx="2380">
                  <c:v>56.062399999999997</c:v>
                </c:pt>
                <c:pt idx="2381">
                  <c:v>56.083199999999998</c:v>
                </c:pt>
                <c:pt idx="2382">
                  <c:v>56.111199999999997</c:v>
                </c:pt>
                <c:pt idx="2383">
                  <c:v>56.131599999999999</c:v>
                </c:pt>
                <c:pt idx="2384">
                  <c:v>56.155200000000001</c:v>
                </c:pt>
                <c:pt idx="2385">
                  <c:v>56.178400000000003</c:v>
                </c:pt>
                <c:pt idx="2386">
                  <c:v>56.200400000000002</c:v>
                </c:pt>
                <c:pt idx="2387">
                  <c:v>56.222000000000001</c:v>
                </c:pt>
                <c:pt idx="2388">
                  <c:v>56.247700000000002</c:v>
                </c:pt>
                <c:pt idx="2389">
                  <c:v>56.268099999999997</c:v>
                </c:pt>
                <c:pt idx="2390">
                  <c:v>56.291800000000002</c:v>
                </c:pt>
                <c:pt idx="2391">
                  <c:v>56.311799999999998</c:v>
                </c:pt>
                <c:pt idx="2392">
                  <c:v>56.338799999999999</c:v>
                </c:pt>
                <c:pt idx="2393">
                  <c:v>56.359400000000001</c:v>
                </c:pt>
                <c:pt idx="2394">
                  <c:v>56.382100000000001</c:v>
                </c:pt>
                <c:pt idx="2395">
                  <c:v>56.407499999999999</c:v>
                </c:pt>
                <c:pt idx="2396">
                  <c:v>56.433100000000003</c:v>
                </c:pt>
                <c:pt idx="2397">
                  <c:v>56.453800000000001</c:v>
                </c:pt>
                <c:pt idx="2398">
                  <c:v>56.480699999999999</c:v>
                </c:pt>
                <c:pt idx="2399">
                  <c:v>56.504600000000003</c:v>
                </c:pt>
                <c:pt idx="2400">
                  <c:v>56.5261</c:v>
                </c:pt>
                <c:pt idx="2401">
                  <c:v>56.549399999999999</c:v>
                </c:pt>
                <c:pt idx="2402">
                  <c:v>56.574800000000003</c:v>
                </c:pt>
                <c:pt idx="2403">
                  <c:v>56.596299999999999</c:v>
                </c:pt>
                <c:pt idx="2404">
                  <c:v>56.623100000000001</c:v>
                </c:pt>
                <c:pt idx="2405">
                  <c:v>56.6496</c:v>
                </c:pt>
                <c:pt idx="2406">
                  <c:v>56.669699999999999</c:v>
                </c:pt>
                <c:pt idx="2407">
                  <c:v>56.696199999999997</c:v>
                </c:pt>
                <c:pt idx="2408">
                  <c:v>56.723700000000001</c:v>
                </c:pt>
                <c:pt idx="2409">
                  <c:v>56.744</c:v>
                </c:pt>
                <c:pt idx="2410">
                  <c:v>56.770899999999997</c:v>
                </c:pt>
                <c:pt idx="2411">
                  <c:v>56.796599999999998</c:v>
                </c:pt>
                <c:pt idx="2412">
                  <c:v>56.819299999999998</c:v>
                </c:pt>
                <c:pt idx="2413">
                  <c:v>56.839500000000001</c:v>
                </c:pt>
                <c:pt idx="2414">
                  <c:v>56.861699999999999</c:v>
                </c:pt>
                <c:pt idx="2415">
                  <c:v>56.887900000000002</c:v>
                </c:pt>
                <c:pt idx="2416">
                  <c:v>56.911299999999997</c:v>
                </c:pt>
                <c:pt idx="2417">
                  <c:v>56.937399999999997</c:v>
                </c:pt>
                <c:pt idx="2418">
                  <c:v>56.958300000000001</c:v>
                </c:pt>
                <c:pt idx="2419">
                  <c:v>56.978900000000003</c:v>
                </c:pt>
                <c:pt idx="2420">
                  <c:v>57.000900000000001</c:v>
                </c:pt>
                <c:pt idx="2421">
                  <c:v>57.0212</c:v>
                </c:pt>
                <c:pt idx="2422">
                  <c:v>57.048200000000001</c:v>
                </c:pt>
                <c:pt idx="2423">
                  <c:v>57.074399999999997</c:v>
                </c:pt>
                <c:pt idx="2424">
                  <c:v>57.097799999999999</c:v>
                </c:pt>
                <c:pt idx="2425">
                  <c:v>57.126100000000001</c:v>
                </c:pt>
                <c:pt idx="2426">
                  <c:v>57.147199999999998</c:v>
                </c:pt>
                <c:pt idx="2427">
                  <c:v>57.1706</c:v>
                </c:pt>
                <c:pt idx="2428">
                  <c:v>57.197000000000003</c:v>
                </c:pt>
                <c:pt idx="2429">
                  <c:v>57.223199999999999</c:v>
                </c:pt>
                <c:pt idx="2430">
                  <c:v>57.249099999999999</c:v>
                </c:pt>
                <c:pt idx="2431">
                  <c:v>57.2744</c:v>
                </c:pt>
                <c:pt idx="2432">
                  <c:v>57.2958</c:v>
                </c:pt>
                <c:pt idx="2433">
                  <c:v>57.322200000000002</c:v>
                </c:pt>
                <c:pt idx="2434">
                  <c:v>57.342500000000001</c:v>
                </c:pt>
                <c:pt idx="2435">
                  <c:v>57.363100000000003</c:v>
                </c:pt>
                <c:pt idx="2436">
                  <c:v>57.383699999999997</c:v>
                </c:pt>
                <c:pt idx="2437">
                  <c:v>57.411099999999998</c:v>
                </c:pt>
                <c:pt idx="2438">
                  <c:v>57.435899999999997</c:v>
                </c:pt>
                <c:pt idx="2439">
                  <c:v>57.4572</c:v>
                </c:pt>
                <c:pt idx="2440">
                  <c:v>57.480699999999999</c:v>
                </c:pt>
                <c:pt idx="2441">
                  <c:v>57.5105</c:v>
                </c:pt>
                <c:pt idx="2442">
                  <c:v>57.533700000000003</c:v>
                </c:pt>
                <c:pt idx="2443">
                  <c:v>57.5548</c:v>
                </c:pt>
                <c:pt idx="2444">
                  <c:v>57.582299999999996</c:v>
                </c:pt>
                <c:pt idx="2445">
                  <c:v>57.602699999999999</c:v>
                </c:pt>
                <c:pt idx="2446">
                  <c:v>57.628900000000002</c:v>
                </c:pt>
                <c:pt idx="2447">
                  <c:v>57.655200000000001</c:v>
                </c:pt>
                <c:pt idx="2448">
                  <c:v>57.677799999999998</c:v>
                </c:pt>
                <c:pt idx="2449">
                  <c:v>57.701099999999997</c:v>
                </c:pt>
                <c:pt idx="2450">
                  <c:v>57.723999999999997</c:v>
                </c:pt>
                <c:pt idx="2451">
                  <c:v>57.746699999999997</c:v>
                </c:pt>
                <c:pt idx="2452">
                  <c:v>57.769199999999998</c:v>
                </c:pt>
                <c:pt idx="2453">
                  <c:v>57.791600000000003</c:v>
                </c:pt>
                <c:pt idx="2454">
                  <c:v>57.815300000000001</c:v>
                </c:pt>
                <c:pt idx="2455">
                  <c:v>57.838000000000001</c:v>
                </c:pt>
                <c:pt idx="2456">
                  <c:v>57.86</c:v>
                </c:pt>
                <c:pt idx="2457">
                  <c:v>57.884799999999998</c:v>
                </c:pt>
                <c:pt idx="2458">
                  <c:v>57.909799999999997</c:v>
                </c:pt>
                <c:pt idx="2459">
                  <c:v>57.9315</c:v>
                </c:pt>
                <c:pt idx="2460">
                  <c:v>57.9587</c:v>
                </c:pt>
                <c:pt idx="2461">
                  <c:v>57.980800000000002</c:v>
                </c:pt>
                <c:pt idx="2462">
                  <c:v>58.004199999999997</c:v>
                </c:pt>
                <c:pt idx="2463">
                  <c:v>58.027200000000001</c:v>
                </c:pt>
                <c:pt idx="2464">
                  <c:v>58.047499999999999</c:v>
                </c:pt>
                <c:pt idx="2465">
                  <c:v>58.068800000000003</c:v>
                </c:pt>
                <c:pt idx="2466">
                  <c:v>58.089100000000002</c:v>
                </c:pt>
                <c:pt idx="2467">
                  <c:v>58.116700000000002</c:v>
                </c:pt>
                <c:pt idx="2468">
                  <c:v>58.1387</c:v>
                </c:pt>
                <c:pt idx="2469">
                  <c:v>58.159500000000001</c:v>
                </c:pt>
                <c:pt idx="2470">
                  <c:v>58.180599999999998</c:v>
                </c:pt>
                <c:pt idx="2471">
                  <c:v>58.2027</c:v>
                </c:pt>
                <c:pt idx="2472">
                  <c:v>58.226500000000001</c:v>
                </c:pt>
                <c:pt idx="2473">
                  <c:v>58.2498</c:v>
                </c:pt>
                <c:pt idx="2474">
                  <c:v>58.272500000000001</c:v>
                </c:pt>
                <c:pt idx="2475">
                  <c:v>58.294600000000003</c:v>
                </c:pt>
                <c:pt idx="2476">
                  <c:v>58.323399999999999</c:v>
                </c:pt>
                <c:pt idx="2477">
                  <c:v>58.345100000000002</c:v>
                </c:pt>
                <c:pt idx="2478">
                  <c:v>58.372900000000001</c:v>
                </c:pt>
                <c:pt idx="2479">
                  <c:v>58.3992</c:v>
                </c:pt>
                <c:pt idx="2480">
                  <c:v>58.421599999999998</c:v>
                </c:pt>
                <c:pt idx="2481">
                  <c:v>58.444099999999999</c:v>
                </c:pt>
                <c:pt idx="2482">
                  <c:v>58.474299999999999</c:v>
                </c:pt>
                <c:pt idx="2483">
                  <c:v>58.499600000000001</c:v>
                </c:pt>
                <c:pt idx="2484">
                  <c:v>58.522799999999997</c:v>
                </c:pt>
                <c:pt idx="2485">
                  <c:v>58.546100000000003</c:v>
                </c:pt>
                <c:pt idx="2486">
                  <c:v>58.570900000000002</c:v>
                </c:pt>
                <c:pt idx="2487">
                  <c:v>58.596200000000003</c:v>
                </c:pt>
                <c:pt idx="2488">
                  <c:v>58.624400000000001</c:v>
                </c:pt>
                <c:pt idx="2489">
                  <c:v>58.651600000000002</c:v>
                </c:pt>
                <c:pt idx="2490">
                  <c:v>58.680700000000002</c:v>
                </c:pt>
                <c:pt idx="2491">
                  <c:v>58.702100000000002</c:v>
                </c:pt>
                <c:pt idx="2492">
                  <c:v>58.729100000000003</c:v>
                </c:pt>
                <c:pt idx="2493">
                  <c:v>58.7502</c:v>
                </c:pt>
                <c:pt idx="2494">
                  <c:v>58.772300000000001</c:v>
                </c:pt>
                <c:pt idx="2495">
                  <c:v>58.7941</c:v>
                </c:pt>
                <c:pt idx="2496">
                  <c:v>58.816499999999998</c:v>
                </c:pt>
                <c:pt idx="2497">
                  <c:v>58.8431</c:v>
                </c:pt>
                <c:pt idx="2498">
                  <c:v>58.867600000000003</c:v>
                </c:pt>
                <c:pt idx="2499">
                  <c:v>58.892499999999998</c:v>
                </c:pt>
                <c:pt idx="2500">
                  <c:v>58.913499999999999</c:v>
                </c:pt>
                <c:pt idx="2501">
                  <c:v>58.935600000000001</c:v>
                </c:pt>
                <c:pt idx="2502">
                  <c:v>58.957000000000001</c:v>
                </c:pt>
                <c:pt idx="2503">
                  <c:v>58.978299999999997</c:v>
                </c:pt>
                <c:pt idx="2504">
                  <c:v>59.000900000000001</c:v>
                </c:pt>
                <c:pt idx="2505">
                  <c:v>59.021000000000001</c:v>
                </c:pt>
                <c:pt idx="2506">
                  <c:v>59.045400000000001</c:v>
                </c:pt>
                <c:pt idx="2507">
                  <c:v>59.071800000000003</c:v>
                </c:pt>
                <c:pt idx="2508">
                  <c:v>59.098100000000002</c:v>
                </c:pt>
                <c:pt idx="2509">
                  <c:v>59.128500000000003</c:v>
                </c:pt>
                <c:pt idx="2510">
                  <c:v>59.154499999999999</c:v>
                </c:pt>
                <c:pt idx="2511">
                  <c:v>59.175600000000003</c:v>
                </c:pt>
                <c:pt idx="2512">
                  <c:v>59.196199999999997</c:v>
                </c:pt>
                <c:pt idx="2513">
                  <c:v>59.218200000000003</c:v>
                </c:pt>
                <c:pt idx="2514">
                  <c:v>59.240600000000001</c:v>
                </c:pt>
                <c:pt idx="2515">
                  <c:v>59.260599999999997</c:v>
                </c:pt>
                <c:pt idx="2516">
                  <c:v>59.283299999999997</c:v>
                </c:pt>
                <c:pt idx="2517">
                  <c:v>59.3035</c:v>
                </c:pt>
                <c:pt idx="2518">
                  <c:v>59.330199999999998</c:v>
                </c:pt>
                <c:pt idx="2519">
                  <c:v>59.351900000000001</c:v>
                </c:pt>
                <c:pt idx="2520">
                  <c:v>59.372999999999998</c:v>
                </c:pt>
                <c:pt idx="2521">
                  <c:v>59.397100000000002</c:v>
                </c:pt>
                <c:pt idx="2522">
                  <c:v>59.425699999999999</c:v>
                </c:pt>
                <c:pt idx="2523">
                  <c:v>59.451000000000001</c:v>
                </c:pt>
                <c:pt idx="2524">
                  <c:v>59.475099999999998</c:v>
                </c:pt>
                <c:pt idx="2525">
                  <c:v>59.502800000000001</c:v>
                </c:pt>
                <c:pt idx="2526">
                  <c:v>59.531399999999998</c:v>
                </c:pt>
                <c:pt idx="2527">
                  <c:v>59.555599999999998</c:v>
                </c:pt>
                <c:pt idx="2528">
                  <c:v>59.581800000000001</c:v>
                </c:pt>
                <c:pt idx="2529">
                  <c:v>59.607799999999997</c:v>
                </c:pt>
                <c:pt idx="2530">
                  <c:v>59.632100000000001</c:v>
                </c:pt>
                <c:pt idx="2531">
                  <c:v>59.655299999999997</c:v>
                </c:pt>
                <c:pt idx="2532">
                  <c:v>59.675400000000003</c:v>
                </c:pt>
                <c:pt idx="2533">
                  <c:v>59.697099999999999</c:v>
                </c:pt>
                <c:pt idx="2534">
                  <c:v>59.720599999999997</c:v>
                </c:pt>
                <c:pt idx="2535">
                  <c:v>59.741500000000002</c:v>
                </c:pt>
                <c:pt idx="2536">
                  <c:v>59.7669</c:v>
                </c:pt>
                <c:pt idx="2537">
                  <c:v>59.793599999999998</c:v>
                </c:pt>
                <c:pt idx="2538">
                  <c:v>59.819800000000001</c:v>
                </c:pt>
                <c:pt idx="2539">
                  <c:v>59.845199999999998</c:v>
                </c:pt>
                <c:pt idx="2540">
                  <c:v>59.8705</c:v>
                </c:pt>
                <c:pt idx="2541">
                  <c:v>59.895800000000001</c:v>
                </c:pt>
                <c:pt idx="2542">
                  <c:v>59.917400000000001</c:v>
                </c:pt>
                <c:pt idx="2543">
                  <c:v>59.937399999999997</c:v>
                </c:pt>
                <c:pt idx="2544">
                  <c:v>59.961199999999998</c:v>
                </c:pt>
                <c:pt idx="2545">
                  <c:v>59.981699999999996</c:v>
                </c:pt>
                <c:pt idx="2546">
                  <c:v>61.074100000000001</c:v>
                </c:pt>
                <c:pt idx="2547">
                  <c:v>61.098300000000002</c:v>
                </c:pt>
                <c:pt idx="2548">
                  <c:v>61.124600000000001</c:v>
                </c:pt>
                <c:pt idx="2549">
                  <c:v>61.1496</c:v>
                </c:pt>
              </c:numCache>
            </c:numRef>
          </c:cat>
          <c:val>
            <c:numRef>
              <c:f>Sheet1!$B$2:$B$2551</c:f>
              <c:numCache>
                <c:formatCode>General</c:formatCode>
                <c:ptCount val="2550"/>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3.8999999999999998E-3</c:v>
                </c:pt>
                <c:pt idx="113">
                  <c:v>1.18E-2</c:v>
                </c:pt>
                <c:pt idx="114">
                  <c:v>1.5699999999999999E-2</c:v>
                </c:pt>
                <c:pt idx="115">
                  <c:v>1.9599999999999999E-2</c:v>
                </c:pt>
                <c:pt idx="116">
                  <c:v>2.3599999999999999E-2</c:v>
                </c:pt>
                <c:pt idx="117">
                  <c:v>2.75E-2</c:v>
                </c:pt>
                <c:pt idx="118">
                  <c:v>3.5299999999999998E-2</c:v>
                </c:pt>
                <c:pt idx="119">
                  <c:v>3.9300000000000002E-2</c:v>
                </c:pt>
                <c:pt idx="120">
                  <c:v>4.3200000000000002E-2</c:v>
                </c:pt>
                <c:pt idx="121">
                  <c:v>4.7100000000000003E-2</c:v>
                </c:pt>
                <c:pt idx="122">
                  <c:v>5.0999999999999997E-2</c:v>
                </c:pt>
                <c:pt idx="123">
                  <c:v>5.5E-2</c:v>
                </c:pt>
                <c:pt idx="124">
                  <c:v>6.2799999999999995E-2</c:v>
                </c:pt>
                <c:pt idx="125">
                  <c:v>6.6799999999999998E-2</c:v>
                </c:pt>
                <c:pt idx="126">
                  <c:v>7.0699999999999999E-2</c:v>
                </c:pt>
                <c:pt idx="127">
                  <c:v>7.46E-2</c:v>
                </c:pt>
                <c:pt idx="128">
                  <c:v>8.2500000000000004E-2</c:v>
                </c:pt>
                <c:pt idx="129">
                  <c:v>8.6400000000000005E-2</c:v>
                </c:pt>
                <c:pt idx="130">
                  <c:v>9.0300000000000005E-2</c:v>
                </c:pt>
                <c:pt idx="131">
                  <c:v>9.4200000000000006E-2</c:v>
                </c:pt>
                <c:pt idx="132">
                  <c:v>9.8199999999999996E-2</c:v>
                </c:pt>
                <c:pt idx="133">
                  <c:v>0.106</c:v>
                </c:pt>
                <c:pt idx="134">
                  <c:v>0.1099</c:v>
                </c:pt>
                <c:pt idx="135">
                  <c:v>0.1139</c:v>
                </c:pt>
                <c:pt idx="136">
                  <c:v>0.1178</c:v>
                </c:pt>
                <c:pt idx="137">
                  <c:v>0.1217</c:v>
                </c:pt>
                <c:pt idx="138">
                  <c:v>0.12559999999999999</c:v>
                </c:pt>
                <c:pt idx="139">
                  <c:v>0.12959999999999999</c:v>
                </c:pt>
                <c:pt idx="140">
                  <c:v>0.13739999999999999</c:v>
                </c:pt>
                <c:pt idx="141">
                  <c:v>0.1414</c:v>
                </c:pt>
                <c:pt idx="142">
                  <c:v>0.14530000000000001</c:v>
                </c:pt>
                <c:pt idx="143">
                  <c:v>0.1492</c:v>
                </c:pt>
                <c:pt idx="144">
                  <c:v>0.15709999999999999</c:v>
                </c:pt>
                <c:pt idx="145">
                  <c:v>0.161</c:v>
                </c:pt>
                <c:pt idx="146">
                  <c:v>0.16489999999999999</c:v>
                </c:pt>
                <c:pt idx="147">
                  <c:v>0.16880000000000001</c:v>
                </c:pt>
                <c:pt idx="148">
                  <c:v>0.17280000000000001</c:v>
                </c:pt>
                <c:pt idx="149">
                  <c:v>0.1767</c:v>
                </c:pt>
                <c:pt idx="150">
                  <c:v>0.18060000000000001</c:v>
                </c:pt>
                <c:pt idx="151">
                  <c:v>0.1885</c:v>
                </c:pt>
                <c:pt idx="152">
                  <c:v>0.19239999999999999</c:v>
                </c:pt>
                <c:pt idx="153">
                  <c:v>0.1963</c:v>
                </c:pt>
                <c:pt idx="154">
                  <c:v>0.20030000000000001</c:v>
                </c:pt>
                <c:pt idx="155">
                  <c:v>0.20810000000000001</c:v>
                </c:pt>
                <c:pt idx="156">
                  <c:v>0.21199999999999999</c:v>
                </c:pt>
                <c:pt idx="157">
                  <c:v>0.21199999999999999</c:v>
                </c:pt>
                <c:pt idx="158">
                  <c:v>0.21990000000000001</c:v>
                </c:pt>
                <c:pt idx="159">
                  <c:v>0.2238</c:v>
                </c:pt>
                <c:pt idx="160">
                  <c:v>0.22770000000000001</c:v>
                </c:pt>
                <c:pt idx="161">
                  <c:v>0.23169999999999999</c:v>
                </c:pt>
                <c:pt idx="162">
                  <c:v>0.23949999999999999</c:v>
                </c:pt>
                <c:pt idx="163">
                  <c:v>0.24340000000000001</c:v>
                </c:pt>
                <c:pt idx="164">
                  <c:v>0.24740000000000001</c:v>
                </c:pt>
                <c:pt idx="165">
                  <c:v>0.25130000000000002</c:v>
                </c:pt>
                <c:pt idx="166">
                  <c:v>0.25519999999999998</c:v>
                </c:pt>
                <c:pt idx="167">
                  <c:v>0.2591</c:v>
                </c:pt>
                <c:pt idx="168">
                  <c:v>0.26700000000000002</c:v>
                </c:pt>
                <c:pt idx="169">
                  <c:v>0.27089999999999997</c:v>
                </c:pt>
                <c:pt idx="170">
                  <c:v>0.27489999999999998</c:v>
                </c:pt>
                <c:pt idx="171">
                  <c:v>0.27879999999999999</c:v>
                </c:pt>
                <c:pt idx="172">
                  <c:v>0.28270000000000001</c:v>
                </c:pt>
                <c:pt idx="173">
                  <c:v>0.29060000000000002</c:v>
                </c:pt>
                <c:pt idx="174">
                  <c:v>0.29449999999999998</c:v>
                </c:pt>
                <c:pt idx="175">
                  <c:v>0.2984</c:v>
                </c:pt>
                <c:pt idx="176">
                  <c:v>0.30230000000000001</c:v>
                </c:pt>
                <c:pt idx="177">
                  <c:v>0.30630000000000002</c:v>
                </c:pt>
                <c:pt idx="178">
                  <c:v>0.31409999999999999</c:v>
                </c:pt>
                <c:pt idx="179">
                  <c:v>0.318</c:v>
                </c:pt>
                <c:pt idx="180">
                  <c:v>0.32200000000000001</c:v>
                </c:pt>
                <c:pt idx="181">
                  <c:v>0.32590000000000002</c:v>
                </c:pt>
                <c:pt idx="182">
                  <c:v>0.33379999999999999</c:v>
                </c:pt>
                <c:pt idx="183">
                  <c:v>0.3377</c:v>
                </c:pt>
                <c:pt idx="184">
                  <c:v>0.34160000000000001</c:v>
                </c:pt>
                <c:pt idx="185">
                  <c:v>0.34549999999999997</c:v>
                </c:pt>
                <c:pt idx="186">
                  <c:v>0.35339999999999999</c:v>
                </c:pt>
                <c:pt idx="187">
                  <c:v>0.35730000000000001</c:v>
                </c:pt>
                <c:pt idx="188">
                  <c:v>0.36120000000000002</c:v>
                </c:pt>
                <c:pt idx="189">
                  <c:v>0.36909999999999998</c:v>
                </c:pt>
                <c:pt idx="190">
                  <c:v>0.373</c:v>
                </c:pt>
                <c:pt idx="191">
                  <c:v>0.37690000000000001</c:v>
                </c:pt>
                <c:pt idx="192">
                  <c:v>0.38479999999999998</c:v>
                </c:pt>
                <c:pt idx="193">
                  <c:v>0.38869999999999999</c:v>
                </c:pt>
                <c:pt idx="194">
                  <c:v>0.3926</c:v>
                </c:pt>
                <c:pt idx="195">
                  <c:v>0.39660000000000001</c:v>
                </c:pt>
                <c:pt idx="196">
                  <c:v>0.40050000000000002</c:v>
                </c:pt>
                <c:pt idx="197">
                  <c:v>0.40839999999999999</c:v>
                </c:pt>
                <c:pt idx="198">
                  <c:v>0.4123</c:v>
                </c:pt>
                <c:pt idx="199">
                  <c:v>0.4123</c:v>
                </c:pt>
                <c:pt idx="200">
                  <c:v>0.42030000000000001</c:v>
                </c:pt>
                <c:pt idx="201">
                  <c:v>0.4244</c:v>
                </c:pt>
                <c:pt idx="202">
                  <c:v>0.42849999999999999</c:v>
                </c:pt>
                <c:pt idx="203">
                  <c:v>0.43669999999999998</c:v>
                </c:pt>
                <c:pt idx="204">
                  <c:v>0.44080000000000003</c:v>
                </c:pt>
                <c:pt idx="205">
                  <c:v>0.44500000000000001</c:v>
                </c:pt>
                <c:pt idx="206">
                  <c:v>0.45319999999999999</c:v>
                </c:pt>
                <c:pt idx="207">
                  <c:v>0.45729999999999998</c:v>
                </c:pt>
                <c:pt idx="208">
                  <c:v>0.45729999999999998</c:v>
                </c:pt>
                <c:pt idx="209">
                  <c:v>0.46550000000000002</c:v>
                </c:pt>
                <c:pt idx="210">
                  <c:v>0.46960000000000002</c:v>
                </c:pt>
                <c:pt idx="211">
                  <c:v>0.47370000000000001</c:v>
                </c:pt>
                <c:pt idx="212">
                  <c:v>0.4778</c:v>
                </c:pt>
                <c:pt idx="213">
                  <c:v>0.4819</c:v>
                </c:pt>
                <c:pt idx="214">
                  <c:v>0.49020000000000002</c:v>
                </c:pt>
                <c:pt idx="215">
                  <c:v>0.49020000000000002</c:v>
                </c:pt>
                <c:pt idx="216">
                  <c:v>0.49840000000000001</c:v>
                </c:pt>
                <c:pt idx="217">
                  <c:v>0.50249999999999995</c:v>
                </c:pt>
                <c:pt idx="218">
                  <c:v>0.50660000000000005</c:v>
                </c:pt>
                <c:pt idx="219">
                  <c:v>0.51070000000000004</c:v>
                </c:pt>
                <c:pt idx="220">
                  <c:v>0.51890000000000003</c:v>
                </c:pt>
                <c:pt idx="221">
                  <c:v>0.52300000000000002</c:v>
                </c:pt>
                <c:pt idx="222">
                  <c:v>0.5272</c:v>
                </c:pt>
                <c:pt idx="223">
                  <c:v>0.53129999999999999</c:v>
                </c:pt>
                <c:pt idx="224">
                  <c:v>0.53949999999999998</c:v>
                </c:pt>
                <c:pt idx="225">
                  <c:v>0.54359999999999997</c:v>
                </c:pt>
                <c:pt idx="226">
                  <c:v>0.55179999999999996</c:v>
                </c:pt>
                <c:pt idx="227">
                  <c:v>0.55589999999999995</c:v>
                </c:pt>
                <c:pt idx="228">
                  <c:v>0.56000000000000005</c:v>
                </c:pt>
                <c:pt idx="229">
                  <c:v>0.56410000000000005</c:v>
                </c:pt>
                <c:pt idx="230">
                  <c:v>0.56830000000000003</c:v>
                </c:pt>
                <c:pt idx="231">
                  <c:v>0.57240000000000002</c:v>
                </c:pt>
                <c:pt idx="232">
                  <c:v>0.5806</c:v>
                </c:pt>
                <c:pt idx="233">
                  <c:v>0.5847</c:v>
                </c:pt>
                <c:pt idx="234">
                  <c:v>0.58879999999999999</c:v>
                </c:pt>
                <c:pt idx="235">
                  <c:v>0.59289999999999998</c:v>
                </c:pt>
                <c:pt idx="236">
                  <c:v>0.59699999999999998</c:v>
                </c:pt>
                <c:pt idx="237">
                  <c:v>0.60109999999999997</c:v>
                </c:pt>
                <c:pt idx="238">
                  <c:v>0.60519999999999996</c:v>
                </c:pt>
                <c:pt idx="239">
                  <c:v>0.61350000000000005</c:v>
                </c:pt>
                <c:pt idx="240">
                  <c:v>0.61760000000000004</c:v>
                </c:pt>
                <c:pt idx="241">
                  <c:v>0.62170000000000003</c:v>
                </c:pt>
                <c:pt idx="242">
                  <c:v>0.62580000000000002</c:v>
                </c:pt>
                <c:pt idx="243">
                  <c:v>0.62990000000000002</c:v>
                </c:pt>
                <c:pt idx="244">
                  <c:v>0.6381</c:v>
                </c:pt>
                <c:pt idx="245">
                  <c:v>0.6381</c:v>
                </c:pt>
                <c:pt idx="246">
                  <c:v>0.64639999999999997</c:v>
                </c:pt>
                <c:pt idx="247">
                  <c:v>0.65049999999999997</c:v>
                </c:pt>
                <c:pt idx="248">
                  <c:v>0.65459999999999996</c:v>
                </c:pt>
                <c:pt idx="249">
                  <c:v>0.65869999999999995</c:v>
                </c:pt>
                <c:pt idx="250">
                  <c:v>0.66279999999999994</c:v>
                </c:pt>
                <c:pt idx="251">
                  <c:v>0.67100000000000004</c:v>
                </c:pt>
                <c:pt idx="252">
                  <c:v>0.67510000000000003</c:v>
                </c:pt>
                <c:pt idx="253">
                  <c:v>0.67920000000000003</c:v>
                </c:pt>
                <c:pt idx="254">
                  <c:v>0.68330000000000002</c:v>
                </c:pt>
                <c:pt idx="255">
                  <c:v>0.6875</c:v>
                </c:pt>
                <c:pt idx="256">
                  <c:v>0.69569999999999999</c:v>
                </c:pt>
                <c:pt idx="257">
                  <c:v>0.69979999999999998</c:v>
                </c:pt>
                <c:pt idx="258">
                  <c:v>0.70389999999999997</c:v>
                </c:pt>
                <c:pt idx="259">
                  <c:v>0.70799999999999996</c:v>
                </c:pt>
                <c:pt idx="260">
                  <c:v>0.71209999999999996</c:v>
                </c:pt>
                <c:pt idx="261">
                  <c:v>0.71619999999999995</c:v>
                </c:pt>
                <c:pt idx="262">
                  <c:v>0.72030000000000005</c:v>
                </c:pt>
                <c:pt idx="263">
                  <c:v>0.72860000000000003</c:v>
                </c:pt>
                <c:pt idx="264">
                  <c:v>0.73270000000000002</c:v>
                </c:pt>
                <c:pt idx="265">
                  <c:v>0.73680000000000001</c:v>
                </c:pt>
                <c:pt idx="266">
                  <c:v>0.7409</c:v>
                </c:pt>
                <c:pt idx="267">
                  <c:v>0.745</c:v>
                </c:pt>
                <c:pt idx="268">
                  <c:v>0.75319999999999998</c:v>
                </c:pt>
                <c:pt idx="269">
                  <c:v>0.75729999999999997</c:v>
                </c:pt>
                <c:pt idx="270">
                  <c:v>0.76139999999999997</c:v>
                </c:pt>
                <c:pt idx="271">
                  <c:v>0.76549999999999996</c:v>
                </c:pt>
                <c:pt idx="272">
                  <c:v>0.76970000000000005</c:v>
                </c:pt>
                <c:pt idx="273">
                  <c:v>0.77380000000000004</c:v>
                </c:pt>
                <c:pt idx="274">
                  <c:v>0.77790000000000004</c:v>
                </c:pt>
                <c:pt idx="275">
                  <c:v>0.78200000000000003</c:v>
                </c:pt>
                <c:pt idx="276">
                  <c:v>0.79020000000000001</c:v>
                </c:pt>
                <c:pt idx="277">
                  <c:v>0.79430000000000001</c:v>
                </c:pt>
                <c:pt idx="278">
                  <c:v>0.7984</c:v>
                </c:pt>
                <c:pt idx="279">
                  <c:v>0.80249999999999999</c:v>
                </c:pt>
                <c:pt idx="280">
                  <c:v>0.80659999999999998</c:v>
                </c:pt>
                <c:pt idx="281">
                  <c:v>0.81489999999999996</c:v>
                </c:pt>
                <c:pt idx="282">
                  <c:v>0.81899999999999995</c:v>
                </c:pt>
                <c:pt idx="283">
                  <c:v>0.82310000000000005</c:v>
                </c:pt>
                <c:pt idx="284">
                  <c:v>0.82720000000000005</c:v>
                </c:pt>
                <c:pt idx="285">
                  <c:v>0.83130000000000004</c:v>
                </c:pt>
                <c:pt idx="286">
                  <c:v>0.83950000000000002</c:v>
                </c:pt>
                <c:pt idx="287">
                  <c:v>0.84360000000000002</c:v>
                </c:pt>
                <c:pt idx="288">
                  <c:v>0.8478</c:v>
                </c:pt>
                <c:pt idx="289">
                  <c:v>0.85189999999999999</c:v>
                </c:pt>
                <c:pt idx="290">
                  <c:v>0.85599999999999998</c:v>
                </c:pt>
                <c:pt idx="291">
                  <c:v>0.86009999999999998</c:v>
                </c:pt>
                <c:pt idx="292">
                  <c:v>0.86419999999999997</c:v>
                </c:pt>
                <c:pt idx="293">
                  <c:v>0.86829999999999996</c:v>
                </c:pt>
                <c:pt idx="294">
                  <c:v>0.87649999999999995</c:v>
                </c:pt>
                <c:pt idx="295">
                  <c:v>0.88060000000000005</c:v>
                </c:pt>
                <c:pt idx="296">
                  <c:v>0.88470000000000004</c:v>
                </c:pt>
                <c:pt idx="297">
                  <c:v>0.88890000000000002</c:v>
                </c:pt>
                <c:pt idx="298">
                  <c:v>0.89300000000000002</c:v>
                </c:pt>
                <c:pt idx="299">
                  <c:v>0.89710000000000001</c:v>
                </c:pt>
                <c:pt idx="300">
                  <c:v>0.90529999999999999</c:v>
                </c:pt>
                <c:pt idx="301">
                  <c:v>0.90939999999999999</c:v>
                </c:pt>
                <c:pt idx="302">
                  <c:v>0.91349999999999998</c:v>
                </c:pt>
                <c:pt idx="303">
                  <c:v>0.91759999999999997</c:v>
                </c:pt>
                <c:pt idx="304">
                  <c:v>0.92169999999999996</c:v>
                </c:pt>
                <c:pt idx="305">
                  <c:v>0.92579999999999996</c:v>
                </c:pt>
                <c:pt idx="306">
                  <c:v>0.93</c:v>
                </c:pt>
                <c:pt idx="307">
                  <c:v>0.93820000000000003</c:v>
                </c:pt>
                <c:pt idx="308">
                  <c:v>0.94230000000000003</c:v>
                </c:pt>
                <c:pt idx="309">
                  <c:v>0.94640000000000002</c:v>
                </c:pt>
                <c:pt idx="310">
                  <c:v>0.95050000000000001</c:v>
                </c:pt>
                <c:pt idx="311">
                  <c:v>0.9546</c:v>
                </c:pt>
                <c:pt idx="312">
                  <c:v>0.96279999999999999</c:v>
                </c:pt>
                <c:pt idx="313">
                  <c:v>0.96689999999999998</c:v>
                </c:pt>
                <c:pt idx="314">
                  <c:v>0.97109999999999996</c:v>
                </c:pt>
                <c:pt idx="315">
                  <c:v>0.97519999999999996</c:v>
                </c:pt>
                <c:pt idx="316">
                  <c:v>0.97929999999999995</c:v>
                </c:pt>
                <c:pt idx="317">
                  <c:v>0.98340000000000005</c:v>
                </c:pt>
                <c:pt idx="318">
                  <c:v>0.98750000000000004</c:v>
                </c:pt>
                <c:pt idx="319">
                  <c:v>0.99570000000000003</c:v>
                </c:pt>
                <c:pt idx="320">
                  <c:v>0.99980000000000002</c:v>
                </c:pt>
                <c:pt idx="321">
                  <c:v>1.0039</c:v>
                </c:pt>
                <c:pt idx="322">
                  <c:v>1.0081</c:v>
                </c:pt>
                <c:pt idx="323">
                  <c:v>1.0122</c:v>
                </c:pt>
                <c:pt idx="324">
                  <c:v>1.0163</c:v>
                </c:pt>
                <c:pt idx="325">
                  <c:v>1.0245</c:v>
                </c:pt>
                <c:pt idx="326">
                  <c:v>1.0286</c:v>
                </c:pt>
                <c:pt idx="327">
                  <c:v>1.0327</c:v>
                </c:pt>
                <c:pt idx="328">
                  <c:v>1.0367999999999999</c:v>
                </c:pt>
                <c:pt idx="329">
                  <c:v>1.0408999999999999</c:v>
                </c:pt>
                <c:pt idx="330">
                  <c:v>1.0491999999999999</c:v>
                </c:pt>
                <c:pt idx="331">
                  <c:v>1.0532999999999999</c:v>
                </c:pt>
                <c:pt idx="332">
                  <c:v>1.0573999999999999</c:v>
                </c:pt>
                <c:pt idx="333">
                  <c:v>1.0615000000000001</c:v>
                </c:pt>
                <c:pt idx="334">
                  <c:v>1.0656000000000001</c:v>
                </c:pt>
                <c:pt idx="335">
                  <c:v>1.0697000000000001</c:v>
                </c:pt>
                <c:pt idx="336">
                  <c:v>1.0779000000000001</c:v>
                </c:pt>
                <c:pt idx="337">
                  <c:v>1.0820000000000001</c:v>
                </c:pt>
                <c:pt idx="338">
                  <c:v>1.0861000000000001</c:v>
                </c:pt>
                <c:pt idx="339">
                  <c:v>1.0944</c:v>
                </c:pt>
                <c:pt idx="340">
                  <c:v>1.0985</c:v>
                </c:pt>
                <c:pt idx="341">
                  <c:v>1.1026</c:v>
                </c:pt>
                <c:pt idx="342">
                  <c:v>1.1067</c:v>
                </c:pt>
                <c:pt idx="343">
                  <c:v>1.1108</c:v>
                </c:pt>
                <c:pt idx="344">
                  <c:v>1.1149</c:v>
                </c:pt>
                <c:pt idx="345">
                  <c:v>1.1231</c:v>
                </c:pt>
                <c:pt idx="346">
                  <c:v>1.1272</c:v>
                </c:pt>
                <c:pt idx="347">
                  <c:v>1.1314</c:v>
                </c:pt>
                <c:pt idx="348">
                  <c:v>1.1395999999999999</c:v>
                </c:pt>
                <c:pt idx="349">
                  <c:v>1.1436999999999999</c:v>
                </c:pt>
                <c:pt idx="350">
                  <c:v>1.1477999999999999</c:v>
                </c:pt>
                <c:pt idx="351">
                  <c:v>1.1559999999999999</c:v>
                </c:pt>
                <c:pt idx="352">
                  <c:v>1.1600999999999999</c:v>
                </c:pt>
                <c:pt idx="353">
                  <c:v>1.1600999999999999</c:v>
                </c:pt>
                <c:pt idx="354">
                  <c:v>1.1684000000000001</c:v>
                </c:pt>
                <c:pt idx="355">
                  <c:v>1.1725000000000001</c:v>
                </c:pt>
                <c:pt idx="356">
                  <c:v>1.1766000000000001</c:v>
                </c:pt>
                <c:pt idx="357">
                  <c:v>1.1807000000000001</c:v>
                </c:pt>
                <c:pt idx="358">
                  <c:v>1.1848000000000001</c:v>
                </c:pt>
                <c:pt idx="359">
                  <c:v>1.1889000000000001</c:v>
                </c:pt>
                <c:pt idx="360">
                  <c:v>1.1930000000000001</c:v>
                </c:pt>
                <c:pt idx="361">
                  <c:v>1.2012</c:v>
                </c:pt>
                <c:pt idx="362">
                  <c:v>1.2053</c:v>
                </c:pt>
                <c:pt idx="363">
                  <c:v>1.2053</c:v>
                </c:pt>
                <c:pt idx="364">
                  <c:v>1.2136</c:v>
                </c:pt>
                <c:pt idx="365">
                  <c:v>1.2177</c:v>
                </c:pt>
                <c:pt idx="366">
                  <c:v>1.2218</c:v>
                </c:pt>
                <c:pt idx="367">
                  <c:v>1.2259</c:v>
                </c:pt>
                <c:pt idx="368">
                  <c:v>1.2341</c:v>
                </c:pt>
                <c:pt idx="369">
                  <c:v>1.2382</c:v>
                </c:pt>
                <c:pt idx="370">
                  <c:v>1.2423</c:v>
                </c:pt>
                <c:pt idx="371">
                  <c:v>1.2464</c:v>
                </c:pt>
                <c:pt idx="372">
                  <c:v>1.2505999999999999</c:v>
                </c:pt>
                <c:pt idx="373">
                  <c:v>1.2546999999999999</c:v>
                </c:pt>
                <c:pt idx="374">
                  <c:v>1.2628999999999999</c:v>
                </c:pt>
                <c:pt idx="375">
                  <c:v>1.2669999999999999</c:v>
                </c:pt>
                <c:pt idx="376">
                  <c:v>1.2710999999999999</c:v>
                </c:pt>
                <c:pt idx="377">
                  <c:v>1.2793000000000001</c:v>
                </c:pt>
                <c:pt idx="378">
                  <c:v>1.2834000000000001</c:v>
                </c:pt>
                <c:pt idx="379">
                  <c:v>1.2834000000000001</c:v>
                </c:pt>
                <c:pt idx="380">
                  <c:v>1.2917000000000001</c:v>
                </c:pt>
                <c:pt idx="381">
                  <c:v>1.2958000000000001</c:v>
                </c:pt>
                <c:pt idx="382">
                  <c:v>1.2999000000000001</c:v>
                </c:pt>
                <c:pt idx="383">
                  <c:v>1.304</c:v>
                </c:pt>
                <c:pt idx="384">
                  <c:v>1.3081</c:v>
                </c:pt>
                <c:pt idx="385">
                  <c:v>1.3163</c:v>
                </c:pt>
                <c:pt idx="386">
                  <c:v>1.3204</c:v>
                </c:pt>
                <c:pt idx="387">
                  <c:v>1.3245</c:v>
                </c:pt>
                <c:pt idx="388">
                  <c:v>1.3286</c:v>
                </c:pt>
                <c:pt idx="389">
                  <c:v>1.3328</c:v>
                </c:pt>
                <c:pt idx="390">
                  <c:v>1.3369</c:v>
                </c:pt>
                <c:pt idx="391">
                  <c:v>1.341</c:v>
                </c:pt>
                <c:pt idx="392">
                  <c:v>1.3492</c:v>
                </c:pt>
                <c:pt idx="393">
                  <c:v>1.3532999999999999</c:v>
                </c:pt>
                <c:pt idx="394">
                  <c:v>1.3614999999999999</c:v>
                </c:pt>
                <c:pt idx="395">
                  <c:v>1.3655999999999999</c:v>
                </c:pt>
                <c:pt idx="396">
                  <c:v>1.3697999999999999</c:v>
                </c:pt>
                <c:pt idx="397">
                  <c:v>1.3738999999999999</c:v>
                </c:pt>
                <c:pt idx="398">
                  <c:v>1.3779999999999999</c:v>
                </c:pt>
                <c:pt idx="399">
                  <c:v>1.3821000000000001</c:v>
                </c:pt>
                <c:pt idx="400">
                  <c:v>1.3903000000000001</c:v>
                </c:pt>
                <c:pt idx="401">
                  <c:v>1.3944000000000001</c:v>
                </c:pt>
                <c:pt idx="402">
                  <c:v>1.3985000000000001</c:v>
                </c:pt>
                <c:pt idx="403">
                  <c:v>1.4026000000000001</c:v>
                </c:pt>
                <c:pt idx="404">
                  <c:v>1.4067000000000001</c:v>
                </c:pt>
                <c:pt idx="405">
                  <c:v>1.4109</c:v>
                </c:pt>
                <c:pt idx="406">
                  <c:v>1.4191</c:v>
                </c:pt>
                <c:pt idx="407">
                  <c:v>1.4232</c:v>
                </c:pt>
                <c:pt idx="408">
                  <c:v>1.4273</c:v>
                </c:pt>
                <c:pt idx="409">
                  <c:v>1.4314</c:v>
                </c:pt>
                <c:pt idx="410">
                  <c:v>1.4355</c:v>
                </c:pt>
                <c:pt idx="411">
                  <c:v>1.4396</c:v>
                </c:pt>
                <c:pt idx="412">
                  <c:v>1.4437</c:v>
                </c:pt>
                <c:pt idx="413">
                  <c:v>1.4478</c:v>
                </c:pt>
                <c:pt idx="414">
                  <c:v>1.452</c:v>
                </c:pt>
                <c:pt idx="415">
                  <c:v>1.4601999999999999</c:v>
                </c:pt>
                <c:pt idx="416">
                  <c:v>1.4642999999999999</c:v>
                </c:pt>
                <c:pt idx="417">
                  <c:v>1.4683999999999999</c:v>
                </c:pt>
                <c:pt idx="418">
                  <c:v>1.4765999999999999</c:v>
                </c:pt>
                <c:pt idx="419">
                  <c:v>1.4807999999999999</c:v>
                </c:pt>
                <c:pt idx="420">
                  <c:v>1.4851000000000001</c:v>
                </c:pt>
                <c:pt idx="421">
                  <c:v>1.4894000000000001</c:v>
                </c:pt>
                <c:pt idx="422">
                  <c:v>1.4936</c:v>
                </c:pt>
                <c:pt idx="423">
                  <c:v>1.4979</c:v>
                </c:pt>
                <c:pt idx="424">
                  <c:v>1.5022</c:v>
                </c:pt>
                <c:pt idx="425">
                  <c:v>1.5107999999999999</c:v>
                </c:pt>
                <c:pt idx="426">
                  <c:v>1.5150999999999999</c:v>
                </c:pt>
                <c:pt idx="427">
                  <c:v>1.5194000000000001</c:v>
                </c:pt>
                <c:pt idx="428">
                  <c:v>1.5237000000000001</c:v>
                </c:pt>
                <c:pt idx="429">
                  <c:v>1.528</c:v>
                </c:pt>
                <c:pt idx="430">
                  <c:v>1.5366</c:v>
                </c:pt>
                <c:pt idx="431">
                  <c:v>1.5408999999999999</c:v>
                </c:pt>
                <c:pt idx="432">
                  <c:v>1.5451999999999999</c:v>
                </c:pt>
                <c:pt idx="433">
                  <c:v>1.5495000000000001</c:v>
                </c:pt>
                <c:pt idx="434">
                  <c:v>1.5538000000000001</c:v>
                </c:pt>
                <c:pt idx="435">
                  <c:v>1.5623</c:v>
                </c:pt>
                <c:pt idx="436">
                  <c:v>1.5666</c:v>
                </c:pt>
                <c:pt idx="437">
                  <c:v>1.5709</c:v>
                </c:pt>
                <c:pt idx="438">
                  <c:v>1.5751999999999999</c:v>
                </c:pt>
                <c:pt idx="439">
                  <c:v>1.5794999999999999</c:v>
                </c:pt>
                <c:pt idx="440">
                  <c:v>1.5838000000000001</c:v>
                </c:pt>
                <c:pt idx="441">
                  <c:v>1.5881000000000001</c:v>
                </c:pt>
                <c:pt idx="442">
                  <c:v>1.5924</c:v>
                </c:pt>
                <c:pt idx="443">
                  <c:v>1.5967</c:v>
                </c:pt>
                <c:pt idx="444">
                  <c:v>1.6052999999999999</c:v>
                </c:pt>
                <c:pt idx="445">
                  <c:v>1.6095999999999999</c:v>
                </c:pt>
                <c:pt idx="446">
                  <c:v>1.6138999999999999</c:v>
                </c:pt>
                <c:pt idx="447">
                  <c:v>1.6182000000000001</c:v>
                </c:pt>
                <c:pt idx="448">
                  <c:v>1.6225000000000001</c:v>
                </c:pt>
                <c:pt idx="449">
                  <c:v>1.6311</c:v>
                </c:pt>
                <c:pt idx="450">
                  <c:v>1.6353</c:v>
                </c:pt>
                <c:pt idx="451">
                  <c:v>1.6395999999999999</c:v>
                </c:pt>
                <c:pt idx="452">
                  <c:v>1.6438999999999999</c:v>
                </c:pt>
                <c:pt idx="453">
                  <c:v>1.6482000000000001</c:v>
                </c:pt>
                <c:pt idx="454">
                  <c:v>1.6525000000000001</c:v>
                </c:pt>
                <c:pt idx="455">
                  <c:v>1.6611</c:v>
                </c:pt>
                <c:pt idx="456">
                  <c:v>1.6654</c:v>
                </c:pt>
                <c:pt idx="457">
                  <c:v>1.6697</c:v>
                </c:pt>
                <c:pt idx="458">
                  <c:v>1.6782999999999999</c:v>
                </c:pt>
                <c:pt idx="459">
                  <c:v>1.6826000000000001</c:v>
                </c:pt>
                <c:pt idx="460">
                  <c:v>1.6869000000000001</c:v>
                </c:pt>
                <c:pt idx="461">
                  <c:v>1.6912</c:v>
                </c:pt>
                <c:pt idx="462">
                  <c:v>1.6955</c:v>
                </c:pt>
                <c:pt idx="463">
                  <c:v>1.6998</c:v>
                </c:pt>
                <c:pt idx="464">
                  <c:v>1.7040999999999999</c:v>
                </c:pt>
                <c:pt idx="465">
                  <c:v>1.7125999999999999</c:v>
                </c:pt>
                <c:pt idx="466">
                  <c:v>1.7169000000000001</c:v>
                </c:pt>
                <c:pt idx="467">
                  <c:v>1.7212000000000001</c:v>
                </c:pt>
                <c:pt idx="468">
                  <c:v>1.7255</c:v>
                </c:pt>
                <c:pt idx="469">
                  <c:v>1.7298</c:v>
                </c:pt>
                <c:pt idx="470">
                  <c:v>1.7341</c:v>
                </c:pt>
                <c:pt idx="471">
                  <c:v>1.7383999999999999</c:v>
                </c:pt>
                <c:pt idx="472">
                  <c:v>1.7426999999999999</c:v>
                </c:pt>
                <c:pt idx="473">
                  <c:v>1.7513000000000001</c:v>
                </c:pt>
                <c:pt idx="474">
                  <c:v>1.7556</c:v>
                </c:pt>
                <c:pt idx="475">
                  <c:v>1.7599</c:v>
                </c:pt>
                <c:pt idx="476">
                  <c:v>1.7642</c:v>
                </c:pt>
                <c:pt idx="477">
                  <c:v>1.7685</c:v>
                </c:pt>
                <c:pt idx="478">
                  <c:v>1.7770999999999999</c:v>
                </c:pt>
                <c:pt idx="479">
                  <c:v>1.7813000000000001</c:v>
                </c:pt>
                <c:pt idx="480">
                  <c:v>1.7856000000000001</c:v>
                </c:pt>
                <c:pt idx="481">
                  <c:v>1.7899</c:v>
                </c:pt>
                <c:pt idx="482">
                  <c:v>1.7985</c:v>
                </c:pt>
                <c:pt idx="483">
                  <c:v>1.8028</c:v>
                </c:pt>
                <c:pt idx="484">
                  <c:v>1.8070999999999999</c:v>
                </c:pt>
                <c:pt idx="485">
                  <c:v>1.8113999999999999</c:v>
                </c:pt>
                <c:pt idx="486">
                  <c:v>1.8157000000000001</c:v>
                </c:pt>
                <c:pt idx="487">
                  <c:v>1.82</c:v>
                </c:pt>
                <c:pt idx="488">
                  <c:v>1.8286</c:v>
                </c:pt>
                <c:pt idx="489">
                  <c:v>1.8329</c:v>
                </c:pt>
                <c:pt idx="490">
                  <c:v>1.8371999999999999</c:v>
                </c:pt>
                <c:pt idx="491">
                  <c:v>1.8414999999999999</c:v>
                </c:pt>
                <c:pt idx="492">
                  <c:v>1.8458000000000001</c:v>
                </c:pt>
                <c:pt idx="493">
                  <c:v>1.8543000000000001</c:v>
                </c:pt>
                <c:pt idx="494">
                  <c:v>1.8586</c:v>
                </c:pt>
                <c:pt idx="495">
                  <c:v>1.8629</c:v>
                </c:pt>
                <c:pt idx="496">
                  <c:v>1.8672</c:v>
                </c:pt>
                <c:pt idx="497">
                  <c:v>1.8714999999999999</c:v>
                </c:pt>
                <c:pt idx="498">
                  <c:v>1.8757999999999999</c:v>
                </c:pt>
                <c:pt idx="499">
                  <c:v>1.8801000000000001</c:v>
                </c:pt>
                <c:pt idx="500">
                  <c:v>1.8844000000000001</c:v>
                </c:pt>
                <c:pt idx="501">
                  <c:v>1.8887</c:v>
                </c:pt>
                <c:pt idx="502">
                  <c:v>1.893</c:v>
                </c:pt>
                <c:pt idx="503">
                  <c:v>1.9016</c:v>
                </c:pt>
                <c:pt idx="504">
                  <c:v>1.9058999999999999</c:v>
                </c:pt>
                <c:pt idx="505">
                  <c:v>1.9101999999999999</c:v>
                </c:pt>
                <c:pt idx="506">
                  <c:v>1.9145000000000001</c:v>
                </c:pt>
                <c:pt idx="507">
                  <c:v>1.923</c:v>
                </c:pt>
                <c:pt idx="508">
                  <c:v>1.9273</c:v>
                </c:pt>
                <c:pt idx="509">
                  <c:v>1.9316</c:v>
                </c:pt>
                <c:pt idx="510">
                  <c:v>1.9359</c:v>
                </c:pt>
                <c:pt idx="511">
                  <c:v>1.9401999999999999</c:v>
                </c:pt>
                <c:pt idx="512">
                  <c:v>1.9531000000000001</c:v>
                </c:pt>
                <c:pt idx="513">
                  <c:v>1.9574</c:v>
                </c:pt>
                <c:pt idx="514">
                  <c:v>1.9617</c:v>
                </c:pt>
                <c:pt idx="515">
                  <c:v>1.966</c:v>
                </c:pt>
                <c:pt idx="516">
                  <c:v>1.9702999999999999</c:v>
                </c:pt>
                <c:pt idx="517">
                  <c:v>1.9789000000000001</c:v>
                </c:pt>
                <c:pt idx="518">
                  <c:v>1.9832000000000001</c:v>
                </c:pt>
                <c:pt idx="519">
                  <c:v>1.9875</c:v>
                </c:pt>
                <c:pt idx="520">
                  <c:v>1.9918</c:v>
                </c:pt>
                <c:pt idx="521">
                  <c:v>1.996</c:v>
                </c:pt>
                <c:pt idx="522">
                  <c:v>2.0045999999999999</c:v>
                </c:pt>
                <c:pt idx="523">
                  <c:v>2.0089000000000001</c:v>
                </c:pt>
                <c:pt idx="524">
                  <c:v>2.0131999999999999</c:v>
                </c:pt>
                <c:pt idx="525">
                  <c:v>2.0217999999999998</c:v>
                </c:pt>
                <c:pt idx="526">
                  <c:v>2.0261</c:v>
                </c:pt>
                <c:pt idx="527">
                  <c:v>2.0304000000000002</c:v>
                </c:pt>
                <c:pt idx="528">
                  <c:v>2.0347</c:v>
                </c:pt>
                <c:pt idx="529">
                  <c:v>2.0390000000000001</c:v>
                </c:pt>
                <c:pt idx="530">
                  <c:v>2.0432999999999999</c:v>
                </c:pt>
                <c:pt idx="531">
                  <c:v>2.0518999999999998</c:v>
                </c:pt>
                <c:pt idx="532">
                  <c:v>2.0562</c:v>
                </c:pt>
                <c:pt idx="533">
                  <c:v>2.0605000000000002</c:v>
                </c:pt>
                <c:pt idx="534">
                  <c:v>2.0648</c:v>
                </c:pt>
                <c:pt idx="535">
                  <c:v>2.0733000000000001</c:v>
                </c:pt>
                <c:pt idx="536">
                  <c:v>2.0775999999999999</c:v>
                </c:pt>
                <c:pt idx="537">
                  <c:v>2.0819000000000001</c:v>
                </c:pt>
                <c:pt idx="538">
                  <c:v>2.0861999999999998</c:v>
                </c:pt>
                <c:pt idx="539">
                  <c:v>2.0991</c:v>
                </c:pt>
                <c:pt idx="540">
                  <c:v>2.1034000000000002</c:v>
                </c:pt>
                <c:pt idx="541">
                  <c:v>2.1076999999999999</c:v>
                </c:pt>
                <c:pt idx="542">
                  <c:v>2.1120000000000001</c:v>
                </c:pt>
                <c:pt idx="543">
                  <c:v>2.1162999999999998</c:v>
                </c:pt>
                <c:pt idx="544">
                  <c:v>2.1206</c:v>
                </c:pt>
                <c:pt idx="545">
                  <c:v>2.1292</c:v>
                </c:pt>
                <c:pt idx="546">
                  <c:v>2.1335000000000002</c:v>
                </c:pt>
                <c:pt idx="547">
                  <c:v>2.1377000000000002</c:v>
                </c:pt>
                <c:pt idx="548">
                  <c:v>2.1419999999999999</c:v>
                </c:pt>
                <c:pt idx="549">
                  <c:v>2.1463000000000001</c:v>
                </c:pt>
                <c:pt idx="550">
                  <c:v>2.1505999999999998</c:v>
                </c:pt>
                <c:pt idx="551">
                  <c:v>2.1549</c:v>
                </c:pt>
                <c:pt idx="552">
                  <c:v>2.1591999999999998</c:v>
                </c:pt>
                <c:pt idx="553">
                  <c:v>2.1678000000000002</c:v>
                </c:pt>
                <c:pt idx="554">
                  <c:v>2.1720999999999999</c:v>
                </c:pt>
                <c:pt idx="555">
                  <c:v>2.1720999999999999</c:v>
                </c:pt>
                <c:pt idx="556">
                  <c:v>2.1764000000000001</c:v>
                </c:pt>
                <c:pt idx="557">
                  <c:v>2.1850000000000001</c:v>
                </c:pt>
                <c:pt idx="558">
                  <c:v>2.1892999999999998</c:v>
                </c:pt>
                <c:pt idx="559">
                  <c:v>2.1936</c:v>
                </c:pt>
                <c:pt idx="560">
                  <c:v>2.1979000000000002</c:v>
                </c:pt>
                <c:pt idx="561">
                  <c:v>2.2063999999999999</c:v>
                </c:pt>
                <c:pt idx="562">
                  <c:v>2.2107000000000001</c:v>
                </c:pt>
                <c:pt idx="563">
                  <c:v>2.2149999999999999</c:v>
                </c:pt>
                <c:pt idx="564">
                  <c:v>2.2235999999999998</c:v>
                </c:pt>
                <c:pt idx="565">
                  <c:v>2.2279</c:v>
                </c:pt>
                <c:pt idx="566">
                  <c:v>2.2364999999999999</c:v>
                </c:pt>
                <c:pt idx="567">
                  <c:v>2.2408000000000001</c:v>
                </c:pt>
                <c:pt idx="568">
                  <c:v>2.2450999999999999</c:v>
                </c:pt>
                <c:pt idx="569">
                  <c:v>2.2494000000000001</c:v>
                </c:pt>
                <c:pt idx="570">
                  <c:v>2.2536999999999998</c:v>
                </c:pt>
                <c:pt idx="571">
                  <c:v>2.258</c:v>
                </c:pt>
                <c:pt idx="572">
                  <c:v>2.2623000000000002</c:v>
                </c:pt>
                <c:pt idx="573">
                  <c:v>2.2665999999999999</c:v>
                </c:pt>
                <c:pt idx="574">
                  <c:v>2.2709000000000001</c:v>
                </c:pt>
                <c:pt idx="575">
                  <c:v>2.2793999999999999</c:v>
                </c:pt>
                <c:pt idx="576">
                  <c:v>2.2837000000000001</c:v>
                </c:pt>
                <c:pt idx="577">
                  <c:v>2.2879999999999998</c:v>
                </c:pt>
                <c:pt idx="578">
                  <c:v>2.2923</c:v>
                </c:pt>
                <c:pt idx="579">
                  <c:v>2.3008999999999999</c:v>
                </c:pt>
                <c:pt idx="580">
                  <c:v>2.3052000000000001</c:v>
                </c:pt>
                <c:pt idx="581">
                  <c:v>2.3094999999999999</c:v>
                </c:pt>
                <c:pt idx="582">
                  <c:v>2.3138000000000001</c:v>
                </c:pt>
                <c:pt idx="583">
                  <c:v>2.3180999999999998</c:v>
                </c:pt>
                <c:pt idx="584">
                  <c:v>2.3224</c:v>
                </c:pt>
                <c:pt idx="585">
                  <c:v>2.3267000000000002</c:v>
                </c:pt>
                <c:pt idx="586">
                  <c:v>2.331</c:v>
                </c:pt>
                <c:pt idx="587">
                  <c:v>2.3395999999999999</c:v>
                </c:pt>
                <c:pt idx="588">
                  <c:v>2.3439000000000001</c:v>
                </c:pt>
                <c:pt idx="589">
                  <c:v>2.3439000000000001</c:v>
                </c:pt>
                <c:pt idx="590">
                  <c:v>2.3523999999999998</c:v>
                </c:pt>
                <c:pt idx="591">
                  <c:v>2.3567</c:v>
                </c:pt>
                <c:pt idx="592">
                  <c:v>2.3610000000000002</c:v>
                </c:pt>
                <c:pt idx="593">
                  <c:v>2.3653</c:v>
                </c:pt>
                <c:pt idx="594">
                  <c:v>2.3738999999999999</c:v>
                </c:pt>
                <c:pt idx="595">
                  <c:v>2.3738999999999999</c:v>
                </c:pt>
                <c:pt idx="596">
                  <c:v>2.3824999999999998</c:v>
                </c:pt>
                <c:pt idx="597">
                  <c:v>2.3868</c:v>
                </c:pt>
                <c:pt idx="598">
                  <c:v>2.3910999999999998</c:v>
                </c:pt>
                <c:pt idx="599">
                  <c:v>2.3954</c:v>
                </c:pt>
                <c:pt idx="600">
                  <c:v>2.4039999999999999</c:v>
                </c:pt>
                <c:pt idx="601">
                  <c:v>2.4083000000000001</c:v>
                </c:pt>
                <c:pt idx="602">
                  <c:v>2.4125999999999999</c:v>
                </c:pt>
                <c:pt idx="603">
                  <c:v>2.4169</c:v>
                </c:pt>
                <c:pt idx="604">
                  <c:v>2.4253999999999998</c:v>
                </c:pt>
                <c:pt idx="605">
                  <c:v>2.4297</c:v>
                </c:pt>
                <c:pt idx="606">
                  <c:v>2.4340000000000002</c:v>
                </c:pt>
                <c:pt idx="607">
                  <c:v>2.4382999999999999</c:v>
                </c:pt>
                <c:pt idx="608">
                  <c:v>2.4426000000000001</c:v>
                </c:pt>
                <c:pt idx="609">
                  <c:v>2.4468999999999999</c:v>
                </c:pt>
                <c:pt idx="610">
                  <c:v>2.4512</c:v>
                </c:pt>
                <c:pt idx="611">
                  <c:v>2.4554999999999998</c:v>
                </c:pt>
                <c:pt idx="612">
                  <c:v>2.4598</c:v>
                </c:pt>
                <c:pt idx="613">
                  <c:v>2.4641000000000002</c:v>
                </c:pt>
                <c:pt idx="614">
                  <c:v>2.4683999999999999</c:v>
                </c:pt>
                <c:pt idx="615">
                  <c:v>2.4769999999999999</c:v>
                </c:pt>
                <c:pt idx="616">
                  <c:v>2.4813000000000001</c:v>
                </c:pt>
                <c:pt idx="617">
                  <c:v>2.4855999999999998</c:v>
                </c:pt>
                <c:pt idx="618">
                  <c:v>2.4897999999999998</c:v>
                </c:pt>
                <c:pt idx="619">
                  <c:v>2.4984000000000002</c:v>
                </c:pt>
                <c:pt idx="620">
                  <c:v>2.5026999999999999</c:v>
                </c:pt>
                <c:pt idx="621">
                  <c:v>2.5070000000000001</c:v>
                </c:pt>
                <c:pt idx="622">
                  <c:v>2.5112999999999999</c:v>
                </c:pt>
                <c:pt idx="623">
                  <c:v>2.5156000000000001</c:v>
                </c:pt>
                <c:pt idx="624">
                  <c:v>2.5198999999999998</c:v>
                </c:pt>
                <c:pt idx="625">
                  <c:v>2.5285000000000002</c:v>
                </c:pt>
                <c:pt idx="626">
                  <c:v>2.5327999999999999</c:v>
                </c:pt>
                <c:pt idx="627">
                  <c:v>2.5371000000000001</c:v>
                </c:pt>
                <c:pt idx="628">
                  <c:v>2.5413999999999999</c:v>
                </c:pt>
                <c:pt idx="629">
                  <c:v>2.5457000000000001</c:v>
                </c:pt>
                <c:pt idx="630">
                  <c:v>2.5543</c:v>
                </c:pt>
                <c:pt idx="631">
                  <c:v>2.5543</c:v>
                </c:pt>
                <c:pt idx="632">
                  <c:v>2.5628000000000002</c:v>
                </c:pt>
                <c:pt idx="633">
                  <c:v>2.5670999999999999</c:v>
                </c:pt>
                <c:pt idx="634">
                  <c:v>2.5714000000000001</c:v>
                </c:pt>
                <c:pt idx="635">
                  <c:v>2.5756999999999999</c:v>
                </c:pt>
                <c:pt idx="636">
                  <c:v>2.58</c:v>
                </c:pt>
                <c:pt idx="637">
                  <c:v>2.5886</c:v>
                </c:pt>
                <c:pt idx="638">
                  <c:v>2.593</c:v>
                </c:pt>
                <c:pt idx="639">
                  <c:v>2.5975000000000001</c:v>
                </c:pt>
                <c:pt idx="640">
                  <c:v>2.6019999999999999</c:v>
                </c:pt>
                <c:pt idx="641">
                  <c:v>2.6063999999999998</c:v>
                </c:pt>
                <c:pt idx="642">
                  <c:v>2.6109</c:v>
                </c:pt>
                <c:pt idx="643">
                  <c:v>2.6198999999999999</c:v>
                </c:pt>
                <c:pt idx="644">
                  <c:v>2.6198999999999999</c:v>
                </c:pt>
                <c:pt idx="645">
                  <c:v>2.6288</c:v>
                </c:pt>
                <c:pt idx="646">
                  <c:v>2.6333000000000002</c:v>
                </c:pt>
                <c:pt idx="647">
                  <c:v>2.6377999999999999</c:v>
                </c:pt>
                <c:pt idx="648">
                  <c:v>2.6423000000000001</c:v>
                </c:pt>
                <c:pt idx="649">
                  <c:v>2.6467000000000001</c:v>
                </c:pt>
                <c:pt idx="650">
                  <c:v>2.6511999999999998</c:v>
                </c:pt>
                <c:pt idx="651">
                  <c:v>2.6556999999999999</c:v>
                </c:pt>
                <c:pt idx="652">
                  <c:v>2.6602000000000001</c:v>
                </c:pt>
                <c:pt idx="653">
                  <c:v>2.6690999999999998</c:v>
                </c:pt>
                <c:pt idx="654">
                  <c:v>2.6736</c:v>
                </c:pt>
                <c:pt idx="655">
                  <c:v>2.6781000000000001</c:v>
                </c:pt>
                <c:pt idx="656">
                  <c:v>2.6825999999999999</c:v>
                </c:pt>
                <c:pt idx="657">
                  <c:v>2.6869999999999998</c:v>
                </c:pt>
                <c:pt idx="658">
                  <c:v>2.6915</c:v>
                </c:pt>
                <c:pt idx="659">
                  <c:v>2.7004999999999999</c:v>
                </c:pt>
                <c:pt idx="660">
                  <c:v>2.7048999999999999</c:v>
                </c:pt>
                <c:pt idx="661">
                  <c:v>2.7094</c:v>
                </c:pt>
                <c:pt idx="662">
                  <c:v>2.7183999999999999</c:v>
                </c:pt>
                <c:pt idx="663">
                  <c:v>2.7229000000000001</c:v>
                </c:pt>
                <c:pt idx="664">
                  <c:v>2.7273000000000001</c:v>
                </c:pt>
                <c:pt idx="665">
                  <c:v>2.7317999999999998</c:v>
                </c:pt>
                <c:pt idx="666">
                  <c:v>2.7363</c:v>
                </c:pt>
                <c:pt idx="667">
                  <c:v>2.7452000000000001</c:v>
                </c:pt>
                <c:pt idx="668">
                  <c:v>2.7496999999999998</c:v>
                </c:pt>
                <c:pt idx="669">
                  <c:v>2.7542</c:v>
                </c:pt>
                <c:pt idx="670">
                  <c:v>2.7587000000000002</c:v>
                </c:pt>
                <c:pt idx="671">
                  <c:v>2.7631999999999999</c:v>
                </c:pt>
                <c:pt idx="672">
                  <c:v>2.7675999999999998</c:v>
                </c:pt>
                <c:pt idx="673">
                  <c:v>2.7766000000000002</c:v>
                </c:pt>
                <c:pt idx="674">
                  <c:v>2.7810999999999999</c:v>
                </c:pt>
                <c:pt idx="675">
                  <c:v>2.7854999999999999</c:v>
                </c:pt>
                <c:pt idx="676">
                  <c:v>2.79</c:v>
                </c:pt>
                <c:pt idx="677">
                  <c:v>2.79</c:v>
                </c:pt>
                <c:pt idx="678">
                  <c:v>2.8660999999999999</c:v>
                </c:pt>
                <c:pt idx="679">
                  <c:v>2.8751000000000002</c:v>
                </c:pt>
                <c:pt idx="680">
                  <c:v>2.8795999999999999</c:v>
                </c:pt>
                <c:pt idx="681">
                  <c:v>2.8885000000000001</c:v>
                </c:pt>
                <c:pt idx="682">
                  <c:v>2.8929999999999998</c:v>
                </c:pt>
                <c:pt idx="683">
                  <c:v>2.8975</c:v>
                </c:pt>
                <c:pt idx="684">
                  <c:v>2.9020000000000001</c:v>
                </c:pt>
                <c:pt idx="685">
                  <c:v>2.9154</c:v>
                </c:pt>
                <c:pt idx="686">
                  <c:v>2.9199000000000002</c:v>
                </c:pt>
                <c:pt idx="687">
                  <c:v>2.9243999999999999</c:v>
                </c:pt>
                <c:pt idx="688">
                  <c:v>2.9333</c:v>
                </c:pt>
                <c:pt idx="689">
                  <c:v>2.9378000000000002</c:v>
                </c:pt>
                <c:pt idx="690">
                  <c:v>2.9422999999999999</c:v>
                </c:pt>
                <c:pt idx="691">
                  <c:v>2.9466999999999999</c:v>
                </c:pt>
                <c:pt idx="692">
                  <c:v>2.9512</c:v>
                </c:pt>
                <c:pt idx="693">
                  <c:v>2.9601999999999999</c:v>
                </c:pt>
                <c:pt idx="694">
                  <c:v>2.9647000000000001</c:v>
                </c:pt>
                <c:pt idx="695">
                  <c:v>2.9691000000000001</c:v>
                </c:pt>
                <c:pt idx="696">
                  <c:v>2.9735999999999998</c:v>
                </c:pt>
                <c:pt idx="697">
                  <c:v>2.9826000000000001</c:v>
                </c:pt>
                <c:pt idx="698">
                  <c:v>2.9870000000000001</c:v>
                </c:pt>
                <c:pt idx="699">
                  <c:v>2.9914999999999998</c:v>
                </c:pt>
                <c:pt idx="700">
                  <c:v>2.996</c:v>
                </c:pt>
                <c:pt idx="701">
                  <c:v>3.0005000000000002</c:v>
                </c:pt>
                <c:pt idx="702">
                  <c:v>3.0049999999999999</c:v>
                </c:pt>
                <c:pt idx="703">
                  <c:v>3.0093999999999999</c:v>
                </c:pt>
                <c:pt idx="704">
                  <c:v>3.0139</c:v>
                </c:pt>
                <c:pt idx="705">
                  <c:v>3.0228999999999999</c:v>
                </c:pt>
                <c:pt idx="706">
                  <c:v>3.0272999999999999</c:v>
                </c:pt>
                <c:pt idx="707">
                  <c:v>3.0318000000000001</c:v>
                </c:pt>
                <c:pt idx="708">
                  <c:v>3.0363000000000002</c:v>
                </c:pt>
                <c:pt idx="709">
                  <c:v>3.0407999999999999</c:v>
                </c:pt>
                <c:pt idx="710">
                  <c:v>3.0453000000000001</c:v>
                </c:pt>
                <c:pt idx="711">
                  <c:v>3.0497000000000001</c:v>
                </c:pt>
                <c:pt idx="712">
                  <c:v>3.0541999999999998</c:v>
                </c:pt>
                <c:pt idx="713">
                  <c:v>3.0587</c:v>
                </c:pt>
                <c:pt idx="714">
                  <c:v>3.0676000000000001</c:v>
                </c:pt>
                <c:pt idx="715">
                  <c:v>3.0720999999999998</c:v>
                </c:pt>
                <c:pt idx="716">
                  <c:v>3.0766</c:v>
                </c:pt>
                <c:pt idx="717">
                  <c:v>3.0811000000000002</c:v>
                </c:pt>
                <c:pt idx="718">
                  <c:v>3.0855000000000001</c:v>
                </c:pt>
                <c:pt idx="719">
                  <c:v>3.0945</c:v>
                </c:pt>
                <c:pt idx="720">
                  <c:v>3.0990000000000002</c:v>
                </c:pt>
                <c:pt idx="721">
                  <c:v>3.1034999999999999</c:v>
                </c:pt>
                <c:pt idx="722">
                  <c:v>3.1078999999999999</c:v>
                </c:pt>
                <c:pt idx="723">
                  <c:v>3.1168999999999998</c:v>
                </c:pt>
                <c:pt idx="724">
                  <c:v>3.1214</c:v>
                </c:pt>
                <c:pt idx="725">
                  <c:v>3.1257999999999999</c:v>
                </c:pt>
                <c:pt idx="726">
                  <c:v>3.1303000000000001</c:v>
                </c:pt>
                <c:pt idx="727">
                  <c:v>3.1347999999999998</c:v>
                </c:pt>
                <c:pt idx="728">
                  <c:v>3.1438000000000001</c:v>
                </c:pt>
                <c:pt idx="729">
                  <c:v>3.1482000000000001</c:v>
                </c:pt>
                <c:pt idx="730">
                  <c:v>3.1526999999999998</c:v>
                </c:pt>
                <c:pt idx="731">
                  <c:v>3.1572</c:v>
                </c:pt>
                <c:pt idx="732">
                  <c:v>3.1617000000000002</c:v>
                </c:pt>
                <c:pt idx="733">
                  <c:v>3.1661000000000001</c:v>
                </c:pt>
                <c:pt idx="734">
                  <c:v>3.1705999999999999</c:v>
                </c:pt>
                <c:pt idx="735">
                  <c:v>3.1796000000000002</c:v>
                </c:pt>
                <c:pt idx="736">
                  <c:v>3.1840999999999999</c:v>
                </c:pt>
                <c:pt idx="737">
                  <c:v>3.1884999999999999</c:v>
                </c:pt>
                <c:pt idx="738">
                  <c:v>3.1930000000000001</c:v>
                </c:pt>
                <c:pt idx="739">
                  <c:v>3.1974999999999998</c:v>
                </c:pt>
                <c:pt idx="740">
                  <c:v>3.202</c:v>
                </c:pt>
                <c:pt idx="741">
                  <c:v>3.2063999999999999</c:v>
                </c:pt>
                <c:pt idx="742">
                  <c:v>3.2153999999999998</c:v>
                </c:pt>
                <c:pt idx="743">
                  <c:v>3.2199</c:v>
                </c:pt>
                <c:pt idx="744">
                  <c:v>3.2332999999999998</c:v>
                </c:pt>
                <c:pt idx="745">
                  <c:v>3.2378</c:v>
                </c:pt>
                <c:pt idx="746">
                  <c:v>3.2423000000000002</c:v>
                </c:pt>
                <c:pt idx="747">
                  <c:v>3.2511999999999999</c:v>
                </c:pt>
                <c:pt idx="748">
                  <c:v>3.2557</c:v>
                </c:pt>
                <c:pt idx="749">
                  <c:v>3.2602000000000002</c:v>
                </c:pt>
                <c:pt idx="750">
                  <c:v>3.2646999999999999</c:v>
                </c:pt>
                <c:pt idx="751">
                  <c:v>3.2736000000000001</c:v>
                </c:pt>
                <c:pt idx="752">
                  <c:v>3.2780999999999998</c:v>
                </c:pt>
                <c:pt idx="753">
                  <c:v>3.2826</c:v>
                </c:pt>
                <c:pt idx="754">
                  <c:v>3.2869999999999999</c:v>
                </c:pt>
                <c:pt idx="755">
                  <c:v>3.2915000000000001</c:v>
                </c:pt>
                <c:pt idx="756">
                  <c:v>3.3005</c:v>
                </c:pt>
                <c:pt idx="757">
                  <c:v>3.3050000000000002</c:v>
                </c:pt>
                <c:pt idx="758">
                  <c:v>3.3094000000000001</c:v>
                </c:pt>
                <c:pt idx="759">
                  <c:v>3.3138999999999998</c:v>
                </c:pt>
                <c:pt idx="760">
                  <c:v>3.3229000000000002</c:v>
                </c:pt>
                <c:pt idx="761">
                  <c:v>3.3273000000000001</c:v>
                </c:pt>
                <c:pt idx="762">
                  <c:v>3.3317999999999999</c:v>
                </c:pt>
                <c:pt idx="763">
                  <c:v>3.3363</c:v>
                </c:pt>
                <c:pt idx="764">
                  <c:v>3.3408000000000002</c:v>
                </c:pt>
                <c:pt idx="765">
                  <c:v>3.3452999999999999</c:v>
                </c:pt>
                <c:pt idx="766">
                  <c:v>3.3496999999999999</c:v>
                </c:pt>
                <c:pt idx="767">
                  <c:v>3.3542000000000001</c:v>
                </c:pt>
                <c:pt idx="768">
                  <c:v>3.3632</c:v>
                </c:pt>
                <c:pt idx="769">
                  <c:v>3.3675999999999999</c:v>
                </c:pt>
                <c:pt idx="770">
                  <c:v>3.3721000000000001</c:v>
                </c:pt>
                <c:pt idx="771">
                  <c:v>3.3765999999999998</c:v>
                </c:pt>
                <c:pt idx="772">
                  <c:v>3.3856000000000002</c:v>
                </c:pt>
                <c:pt idx="773">
                  <c:v>3.39</c:v>
                </c:pt>
                <c:pt idx="774">
                  <c:v>3.3944999999999999</c:v>
                </c:pt>
                <c:pt idx="775">
                  <c:v>3.399</c:v>
                </c:pt>
                <c:pt idx="776">
                  <c:v>3.4035000000000002</c:v>
                </c:pt>
                <c:pt idx="777">
                  <c:v>3.4079000000000002</c:v>
                </c:pt>
                <c:pt idx="778">
                  <c:v>3.4123999999999999</c:v>
                </c:pt>
                <c:pt idx="779">
                  <c:v>3.4214000000000002</c:v>
                </c:pt>
                <c:pt idx="780">
                  <c:v>3.4258999999999999</c:v>
                </c:pt>
                <c:pt idx="781">
                  <c:v>3.4302999999999999</c:v>
                </c:pt>
                <c:pt idx="782">
                  <c:v>3.4348000000000001</c:v>
                </c:pt>
                <c:pt idx="783">
                  <c:v>3.4438</c:v>
                </c:pt>
                <c:pt idx="784">
                  <c:v>3.4438</c:v>
                </c:pt>
                <c:pt idx="785">
                  <c:v>3.4527000000000001</c:v>
                </c:pt>
                <c:pt idx="786">
                  <c:v>3.4571999999999998</c:v>
                </c:pt>
                <c:pt idx="787">
                  <c:v>3.4617</c:v>
                </c:pt>
                <c:pt idx="788">
                  <c:v>3.4706000000000001</c:v>
                </c:pt>
                <c:pt idx="789">
                  <c:v>3.4750999999999999</c:v>
                </c:pt>
                <c:pt idx="790">
                  <c:v>3.4796</c:v>
                </c:pt>
                <c:pt idx="791">
                  <c:v>3.4841000000000002</c:v>
                </c:pt>
                <c:pt idx="792">
                  <c:v>3.4885000000000002</c:v>
                </c:pt>
                <c:pt idx="793">
                  <c:v>3.4929999999999999</c:v>
                </c:pt>
                <c:pt idx="794">
                  <c:v>3.5019999999999998</c:v>
                </c:pt>
                <c:pt idx="795">
                  <c:v>3.5065</c:v>
                </c:pt>
                <c:pt idx="796">
                  <c:v>3.5108999999999999</c:v>
                </c:pt>
                <c:pt idx="797">
                  <c:v>3.5198999999999998</c:v>
                </c:pt>
                <c:pt idx="798">
                  <c:v>3.5244</c:v>
                </c:pt>
                <c:pt idx="799">
                  <c:v>3.5244</c:v>
                </c:pt>
                <c:pt idx="800">
                  <c:v>3.5333000000000001</c:v>
                </c:pt>
                <c:pt idx="801">
                  <c:v>3.5377999999999998</c:v>
                </c:pt>
                <c:pt idx="802">
                  <c:v>3.5423</c:v>
                </c:pt>
                <c:pt idx="803">
                  <c:v>3.5468000000000002</c:v>
                </c:pt>
                <c:pt idx="804">
                  <c:v>3.5512000000000001</c:v>
                </c:pt>
                <c:pt idx="805">
                  <c:v>3.5602</c:v>
                </c:pt>
                <c:pt idx="806">
                  <c:v>3.5647000000000002</c:v>
                </c:pt>
                <c:pt idx="807">
                  <c:v>3.5735999999999999</c:v>
                </c:pt>
                <c:pt idx="808">
                  <c:v>3.5781000000000001</c:v>
                </c:pt>
                <c:pt idx="809">
                  <c:v>3.5825999999999998</c:v>
                </c:pt>
                <c:pt idx="810">
                  <c:v>3.5871</c:v>
                </c:pt>
                <c:pt idx="811">
                  <c:v>3.5914999999999999</c:v>
                </c:pt>
                <c:pt idx="812">
                  <c:v>3.6004999999999998</c:v>
                </c:pt>
                <c:pt idx="813">
                  <c:v>3.605</c:v>
                </c:pt>
                <c:pt idx="814">
                  <c:v>3.6093999999999999</c:v>
                </c:pt>
                <c:pt idx="815">
                  <c:v>3.6139000000000001</c:v>
                </c:pt>
                <c:pt idx="816">
                  <c:v>3.6183999999999998</c:v>
                </c:pt>
                <c:pt idx="817">
                  <c:v>3.6229</c:v>
                </c:pt>
                <c:pt idx="818">
                  <c:v>3.6274000000000002</c:v>
                </c:pt>
                <c:pt idx="819">
                  <c:v>3.6362999999999999</c:v>
                </c:pt>
                <c:pt idx="820">
                  <c:v>3.6408</c:v>
                </c:pt>
                <c:pt idx="821">
                  <c:v>3.6453000000000002</c:v>
                </c:pt>
                <c:pt idx="822">
                  <c:v>3.6497000000000002</c:v>
                </c:pt>
                <c:pt idx="823">
                  <c:v>3.6541999999999999</c:v>
                </c:pt>
                <c:pt idx="824">
                  <c:v>3.6587000000000001</c:v>
                </c:pt>
                <c:pt idx="825">
                  <c:v>3.6631999999999998</c:v>
                </c:pt>
                <c:pt idx="826">
                  <c:v>3.6677</c:v>
                </c:pt>
                <c:pt idx="827">
                  <c:v>3.6766000000000001</c:v>
                </c:pt>
                <c:pt idx="828">
                  <c:v>3.6810999999999998</c:v>
                </c:pt>
                <c:pt idx="829">
                  <c:v>3.6856</c:v>
                </c:pt>
                <c:pt idx="830">
                  <c:v>3.69</c:v>
                </c:pt>
                <c:pt idx="831">
                  <c:v>3.6989999999999998</c:v>
                </c:pt>
                <c:pt idx="832">
                  <c:v>3.7035</c:v>
                </c:pt>
                <c:pt idx="833">
                  <c:v>3.7080000000000002</c:v>
                </c:pt>
                <c:pt idx="834">
                  <c:v>3.7124000000000001</c:v>
                </c:pt>
                <c:pt idx="835">
                  <c:v>3.7168999999999999</c:v>
                </c:pt>
                <c:pt idx="836">
                  <c:v>3.7214</c:v>
                </c:pt>
                <c:pt idx="837">
                  <c:v>3.7259000000000002</c:v>
                </c:pt>
                <c:pt idx="838">
                  <c:v>3.7303000000000002</c:v>
                </c:pt>
                <c:pt idx="839">
                  <c:v>3.7347999999999999</c:v>
                </c:pt>
                <c:pt idx="840">
                  <c:v>3.7393000000000001</c:v>
                </c:pt>
                <c:pt idx="841">
                  <c:v>3.7483</c:v>
                </c:pt>
                <c:pt idx="842">
                  <c:v>3.7528999999999999</c:v>
                </c:pt>
                <c:pt idx="843">
                  <c:v>3.7574999999999998</c:v>
                </c:pt>
                <c:pt idx="844">
                  <c:v>3.7622</c:v>
                </c:pt>
                <c:pt idx="845">
                  <c:v>3.7669000000000001</c:v>
                </c:pt>
                <c:pt idx="846">
                  <c:v>3.7715000000000001</c:v>
                </c:pt>
                <c:pt idx="847">
                  <c:v>3.7761999999999998</c:v>
                </c:pt>
                <c:pt idx="848">
                  <c:v>3.7808000000000002</c:v>
                </c:pt>
                <c:pt idx="849">
                  <c:v>3.7902</c:v>
                </c:pt>
                <c:pt idx="850">
                  <c:v>3.7902</c:v>
                </c:pt>
                <c:pt idx="851">
                  <c:v>3.7948</c:v>
                </c:pt>
                <c:pt idx="852">
                  <c:v>3.7995000000000001</c:v>
                </c:pt>
                <c:pt idx="853">
                  <c:v>3.8088000000000002</c:v>
                </c:pt>
                <c:pt idx="854">
                  <c:v>3.8134999999999999</c:v>
                </c:pt>
                <c:pt idx="855">
                  <c:v>3.8180999999999998</c:v>
                </c:pt>
                <c:pt idx="856">
                  <c:v>3.8228</c:v>
                </c:pt>
                <c:pt idx="857">
                  <c:v>3.8275000000000001</c:v>
                </c:pt>
                <c:pt idx="858">
                  <c:v>3.8321000000000001</c:v>
                </c:pt>
                <c:pt idx="859">
                  <c:v>3.8368000000000002</c:v>
                </c:pt>
                <c:pt idx="860">
                  <c:v>3.8414000000000001</c:v>
                </c:pt>
                <c:pt idx="861">
                  <c:v>3.8508</c:v>
                </c:pt>
                <c:pt idx="862">
                  <c:v>3.8553999999999999</c:v>
                </c:pt>
                <c:pt idx="863">
                  <c:v>3.8601000000000001</c:v>
                </c:pt>
                <c:pt idx="864">
                  <c:v>3.8647999999999998</c:v>
                </c:pt>
                <c:pt idx="865">
                  <c:v>3.8694000000000002</c:v>
                </c:pt>
                <c:pt idx="866">
                  <c:v>3.8786999999999998</c:v>
                </c:pt>
                <c:pt idx="867">
                  <c:v>3.8834</c:v>
                </c:pt>
                <c:pt idx="868">
                  <c:v>3.8881000000000001</c:v>
                </c:pt>
                <c:pt idx="869">
                  <c:v>3.8927</c:v>
                </c:pt>
                <c:pt idx="870">
                  <c:v>3.8974000000000002</c:v>
                </c:pt>
                <c:pt idx="871">
                  <c:v>3.9066999999999998</c:v>
                </c:pt>
                <c:pt idx="872">
                  <c:v>3.9114</c:v>
                </c:pt>
                <c:pt idx="873">
                  <c:v>3.9159999999999999</c:v>
                </c:pt>
                <c:pt idx="874">
                  <c:v>3.9207000000000001</c:v>
                </c:pt>
                <c:pt idx="875">
                  <c:v>3.9253999999999998</c:v>
                </c:pt>
                <c:pt idx="876">
                  <c:v>3.9346999999999999</c:v>
                </c:pt>
                <c:pt idx="877">
                  <c:v>3.9392999999999998</c:v>
                </c:pt>
                <c:pt idx="878">
                  <c:v>3.944</c:v>
                </c:pt>
                <c:pt idx="879">
                  <c:v>3.9487000000000001</c:v>
                </c:pt>
                <c:pt idx="880">
                  <c:v>3.9533</c:v>
                </c:pt>
                <c:pt idx="881">
                  <c:v>3.9580000000000002</c:v>
                </c:pt>
                <c:pt idx="882">
                  <c:v>3.9626000000000001</c:v>
                </c:pt>
                <c:pt idx="883">
                  <c:v>3.972</c:v>
                </c:pt>
                <c:pt idx="884">
                  <c:v>3.9765999999999999</c:v>
                </c:pt>
                <c:pt idx="885">
                  <c:v>3.9813000000000001</c:v>
                </c:pt>
                <c:pt idx="886">
                  <c:v>3.9860000000000002</c:v>
                </c:pt>
                <c:pt idx="887">
                  <c:v>3.9906000000000001</c:v>
                </c:pt>
                <c:pt idx="888">
                  <c:v>3.9952999999999999</c:v>
                </c:pt>
                <c:pt idx="889">
                  <c:v>3.9998999999999998</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3.25</c:v>
                </c:pt>
                <c:pt idx="1159">
                  <c:v>3.25</c:v>
                </c:pt>
                <c:pt idx="1160">
                  <c:v>3.25</c:v>
                </c:pt>
                <c:pt idx="1161">
                  <c:v>3.25</c:v>
                </c:pt>
                <c:pt idx="1162">
                  <c:v>3.25</c:v>
                </c:pt>
                <c:pt idx="1163">
                  <c:v>3.25</c:v>
                </c:pt>
                <c:pt idx="1164">
                  <c:v>3.25</c:v>
                </c:pt>
                <c:pt idx="1165">
                  <c:v>3.25</c:v>
                </c:pt>
                <c:pt idx="1166">
                  <c:v>3.25</c:v>
                </c:pt>
                <c:pt idx="1167">
                  <c:v>3.25</c:v>
                </c:pt>
                <c:pt idx="1168">
                  <c:v>3.25</c:v>
                </c:pt>
                <c:pt idx="1169">
                  <c:v>3.25</c:v>
                </c:pt>
                <c:pt idx="1170">
                  <c:v>3.25</c:v>
                </c:pt>
                <c:pt idx="1171">
                  <c:v>3.25</c:v>
                </c:pt>
                <c:pt idx="1172">
                  <c:v>3.25</c:v>
                </c:pt>
                <c:pt idx="1173">
                  <c:v>3.25</c:v>
                </c:pt>
                <c:pt idx="1174">
                  <c:v>3.25</c:v>
                </c:pt>
                <c:pt idx="1175">
                  <c:v>3.25</c:v>
                </c:pt>
                <c:pt idx="1176">
                  <c:v>3.25</c:v>
                </c:pt>
                <c:pt idx="1177">
                  <c:v>3.25</c:v>
                </c:pt>
                <c:pt idx="1178">
                  <c:v>3.25</c:v>
                </c:pt>
                <c:pt idx="1179">
                  <c:v>3.25</c:v>
                </c:pt>
                <c:pt idx="1180">
                  <c:v>3.25</c:v>
                </c:pt>
                <c:pt idx="1181">
                  <c:v>3.25</c:v>
                </c:pt>
                <c:pt idx="1182">
                  <c:v>3.25</c:v>
                </c:pt>
                <c:pt idx="1183">
                  <c:v>3.25</c:v>
                </c:pt>
                <c:pt idx="1184">
                  <c:v>3.25</c:v>
                </c:pt>
                <c:pt idx="1185">
                  <c:v>3.25</c:v>
                </c:pt>
                <c:pt idx="1186">
                  <c:v>3.25</c:v>
                </c:pt>
                <c:pt idx="1187">
                  <c:v>3.25</c:v>
                </c:pt>
                <c:pt idx="1188">
                  <c:v>3.25</c:v>
                </c:pt>
                <c:pt idx="1189">
                  <c:v>3.25</c:v>
                </c:pt>
                <c:pt idx="1190">
                  <c:v>3.25</c:v>
                </c:pt>
                <c:pt idx="1191">
                  <c:v>3.25</c:v>
                </c:pt>
                <c:pt idx="1192">
                  <c:v>3.25</c:v>
                </c:pt>
                <c:pt idx="1193">
                  <c:v>3.25</c:v>
                </c:pt>
                <c:pt idx="1194">
                  <c:v>3.25</c:v>
                </c:pt>
                <c:pt idx="1195">
                  <c:v>3.25</c:v>
                </c:pt>
                <c:pt idx="1196">
                  <c:v>3.25</c:v>
                </c:pt>
                <c:pt idx="1197">
                  <c:v>3.25</c:v>
                </c:pt>
                <c:pt idx="1198">
                  <c:v>3.25</c:v>
                </c:pt>
                <c:pt idx="1199">
                  <c:v>3.25</c:v>
                </c:pt>
                <c:pt idx="1200">
                  <c:v>3.25</c:v>
                </c:pt>
                <c:pt idx="1201">
                  <c:v>3.25</c:v>
                </c:pt>
                <c:pt idx="1202">
                  <c:v>3.25</c:v>
                </c:pt>
                <c:pt idx="1203">
                  <c:v>3.25</c:v>
                </c:pt>
                <c:pt idx="1204">
                  <c:v>3.25</c:v>
                </c:pt>
                <c:pt idx="1205">
                  <c:v>3.25</c:v>
                </c:pt>
                <c:pt idx="1206">
                  <c:v>3.25</c:v>
                </c:pt>
                <c:pt idx="1207">
                  <c:v>3.25</c:v>
                </c:pt>
                <c:pt idx="1208">
                  <c:v>3.25</c:v>
                </c:pt>
                <c:pt idx="1209">
                  <c:v>3.25</c:v>
                </c:pt>
                <c:pt idx="1210">
                  <c:v>3.25</c:v>
                </c:pt>
                <c:pt idx="1211">
                  <c:v>3.25</c:v>
                </c:pt>
                <c:pt idx="1212">
                  <c:v>3.25</c:v>
                </c:pt>
                <c:pt idx="1213">
                  <c:v>3.25</c:v>
                </c:pt>
                <c:pt idx="1214">
                  <c:v>3.25</c:v>
                </c:pt>
                <c:pt idx="1215">
                  <c:v>3.25</c:v>
                </c:pt>
                <c:pt idx="1216">
                  <c:v>3.25</c:v>
                </c:pt>
                <c:pt idx="1217">
                  <c:v>3.25</c:v>
                </c:pt>
                <c:pt idx="1218">
                  <c:v>3.25</c:v>
                </c:pt>
                <c:pt idx="1219">
                  <c:v>3.25</c:v>
                </c:pt>
                <c:pt idx="1220">
                  <c:v>3.25</c:v>
                </c:pt>
                <c:pt idx="1221">
                  <c:v>3.25</c:v>
                </c:pt>
                <c:pt idx="1222">
                  <c:v>3.25</c:v>
                </c:pt>
                <c:pt idx="1223">
                  <c:v>3.25</c:v>
                </c:pt>
                <c:pt idx="1224">
                  <c:v>3.25</c:v>
                </c:pt>
                <c:pt idx="1225">
                  <c:v>3.25</c:v>
                </c:pt>
                <c:pt idx="1226">
                  <c:v>3.25</c:v>
                </c:pt>
                <c:pt idx="1227">
                  <c:v>3.25</c:v>
                </c:pt>
                <c:pt idx="1228">
                  <c:v>3.25</c:v>
                </c:pt>
                <c:pt idx="1229">
                  <c:v>3.25</c:v>
                </c:pt>
                <c:pt idx="1230">
                  <c:v>3.25</c:v>
                </c:pt>
                <c:pt idx="1231">
                  <c:v>3.25</c:v>
                </c:pt>
                <c:pt idx="1232">
                  <c:v>3.25</c:v>
                </c:pt>
                <c:pt idx="1233">
                  <c:v>3.25</c:v>
                </c:pt>
                <c:pt idx="1234">
                  <c:v>3.25</c:v>
                </c:pt>
                <c:pt idx="1235">
                  <c:v>3.25</c:v>
                </c:pt>
                <c:pt idx="1236">
                  <c:v>3.25</c:v>
                </c:pt>
                <c:pt idx="1237">
                  <c:v>3.25</c:v>
                </c:pt>
                <c:pt idx="1238">
                  <c:v>3.25</c:v>
                </c:pt>
                <c:pt idx="1239">
                  <c:v>3.25</c:v>
                </c:pt>
                <c:pt idx="1240">
                  <c:v>3.25</c:v>
                </c:pt>
                <c:pt idx="1241">
                  <c:v>3.25</c:v>
                </c:pt>
                <c:pt idx="1242">
                  <c:v>3.25</c:v>
                </c:pt>
                <c:pt idx="1243">
                  <c:v>3.25</c:v>
                </c:pt>
                <c:pt idx="1244">
                  <c:v>3.25</c:v>
                </c:pt>
                <c:pt idx="1245">
                  <c:v>3.25</c:v>
                </c:pt>
                <c:pt idx="1246">
                  <c:v>3.25</c:v>
                </c:pt>
                <c:pt idx="1247">
                  <c:v>3.25</c:v>
                </c:pt>
                <c:pt idx="1248">
                  <c:v>3.25</c:v>
                </c:pt>
                <c:pt idx="1249">
                  <c:v>3.25</c:v>
                </c:pt>
                <c:pt idx="1250">
                  <c:v>3.25</c:v>
                </c:pt>
                <c:pt idx="1251">
                  <c:v>3.25</c:v>
                </c:pt>
                <c:pt idx="1252">
                  <c:v>3.25</c:v>
                </c:pt>
                <c:pt idx="1253">
                  <c:v>3.25</c:v>
                </c:pt>
                <c:pt idx="1254">
                  <c:v>3.25</c:v>
                </c:pt>
                <c:pt idx="1255">
                  <c:v>3.25</c:v>
                </c:pt>
                <c:pt idx="1256">
                  <c:v>3.25</c:v>
                </c:pt>
                <c:pt idx="1257">
                  <c:v>3.25</c:v>
                </c:pt>
                <c:pt idx="1258">
                  <c:v>3.25</c:v>
                </c:pt>
                <c:pt idx="1259">
                  <c:v>3.25</c:v>
                </c:pt>
                <c:pt idx="1260">
                  <c:v>3.25</c:v>
                </c:pt>
                <c:pt idx="1261">
                  <c:v>3.25</c:v>
                </c:pt>
                <c:pt idx="1262">
                  <c:v>3.25</c:v>
                </c:pt>
                <c:pt idx="1263">
                  <c:v>3.25</c:v>
                </c:pt>
                <c:pt idx="1264">
                  <c:v>3.25</c:v>
                </c:pt>
                <c:pt idx="1265">
                  <c:v>3.25</c:v>
                </c:pt>
                <c:pt idx="1266">
                  <c:v>3.25</c:v>
                </c:pt>
                <c:pt idx="1267">
                  <c:v>3.25</c:v>
                </c:pt>
                <c:pt idx="1268">
                  <c:v>3.25</c:v>
                </c:pt>
                <c:pt idx="1269">
                  <c:v>3.25</c:v>
                </c:pt>
                <c:pt idx="1270">
                  <c:v>3.25</c:v>
                </c:pt>
                <c:pt idx="1271">
                  <c:v>3.25</c:v>
                </c:pt>
                <c:pt idx="1272">
                  <c:v>3.25</c:v>
                </c:pt>
                <c:pt idx="1273">
                  <c:v>3.25</c:v>
                </c:pt>
                <c:pt idx="1274">
                  <c:v>3.25</c:v>
                </c:pt>
                <c:pt idx="1275">
                  <c:v>3.25</c:v>
                </c:pt>
                <c:pt idx="1276">
                  <c:v>3.25</c:v>
                </c:pt>
                <c:pt idx="1277">
                  <c:v>3.25</c:v>
                </c:pt>
                <c:pt idx="1278">
                  <c:v>3.25</c:v>
                </c:pt>
                <c:pt idx="1279">
                  <c:v>3.25</c:v>
                </c:pt>
                <c:pt idx="1280">
                  <c:v>3.25</c:v>
                </c:pt>
                <c:pt idx="1281">
                  <c:v>3.25</c:v>
                </c:pt>
                <c:pt idx="1282">
                  <c:v>3.25</c:v>
                </c:pt>
                <c:pt idx="1283">
                  <c:v>3.25</c:v>
                </c:pt>
                <c:pt idx="1284">
                  <c:v>3.25</c:v>
                </c:pt>
                <c:pt idx="1285">
                  <c:v>3.25</c:v>
                </c:pt>
                <c:pt idx="1286">
                  <c:v>3.25</c:v>
                </c:pt>
                <c:pt idx="1287">
                  <c:v>3.25</c:v>
                </c:pt>
                <c:pt idx="1288">
                  <c:v>3.25</c:v>
                </c:pt>
                <c:pt idx="1289">
                  <c:v>3.25</c:v>
                </c:pt>
                <c:pt idx="1290">
                  <c:v>3.25</c:v>
                </c:pt>
                <c:pt idx="1291">
                  <c:v>3.25</c:v>
                </c:pt>
                <c:pt idx="1292">
                  <c:v>3.25</c:v>
                </c:pt>
                <c:pt idx="1293">
                  <c:v>3.25</c:v>
                </c:pt>
                <c:pt idx="1294">
                  <c:v>3.25</c:v>
                </c:pt>
                <c:pt idx="1295">
                  <c:v>3.25</c:v>
                </c:pt>
                <c:pt idx="1296">
                  <c:v>3.25</c:v>
                </c:pt>
                <c:pt idx="1297">
                  <c:v>3.25</c:v>
                </c:pt>
                <c:pt idx="1298">
                  <c:v>3.25</c:v>
                </c:pt>
                <c:pt idx="1299">
                  <c:v>3.25</c:v>
                </c:pt>
                <c:pt idx="1300">
                  <c:v>3.25</c:v>
                </c:pt>
                <c:pt idx="1301">
                  <c:v>3.25</c:v>
                </c:pt>
                <c:pt idx="1302">
                  <c:v>3.25</c:v>
                </c:pt>
                <c:pt idx="1303">
                  <c:v>3.25</c:v>
                </c:pt>
                <c:pt idx="1304">
                  <c:v>3.25</c:v>
                </c:pt>
                <c:pt idx="1305">
                  <c:v>3.25</c:v>
                </c:pt>
                <c:pt idx="1306">
                  <c:v>3.25</c:v>
                </c:pt>
                <c:pt idx="1307">
                  <c:v>3.25</c:v>
                </c:pt>
                <c:pt idx="1308">
                  <c:v>3.25</c:v>
                </c:pt>
                <c:pt idx="1309">
                  <c:v>3.25</c:v>
                </c:pt>
                <c:pt idx="1310">
                  <c:v>3.25</c:v>
                </c:pt>
                <c:pt idx="1311">
                  <c:v>3.25</c:v>
                </c:pt>
                <c:pt idx="1312">
                  <c:v>3.25</c:v>
                </c:pt>
                <c:pt idx="1313">
                  <c:v>3.25</c:v>
                </c:pt>
                <c:pt idx="1314">
                  <c:v>3.25</c:v>
                </c:pt>
                <c:pt idx="1315">
                  <c:v>3.25</c:v>
                </c:pt>
                <c:pt idx="1316">
                  <c:v>3.25</c:v>
                </c:pt>
                <c:pt idx="1317">
                  <c:v>3.25</c:v>
                </c:pt>
                <c:pt idx="1318">
                  <c:v>3.25</c:v>
                </c:pt>
                <c:pt idx="1319">
                  <c:v>3.25</c:v>
                </c:pt>
                <c:pt idx="1320">
                  <c:v>3.25</c:v>
                </c:pt>
                <c:pt idx="1321">
                  <c:v>3.25</c:v>
                </c:pt>
                <c:pt idx="1322">
                  <c:v>3.25</c:v>
                </c:pt>
                <c:pt idx="1323">
                  <c:v>3.25</c:v>
                </c:pt>
                <c:pt idx="1324">
                  <c:v>3.25</c:v>
                </c:pt>
                <c:pt idx="1325">
                  <c:v>3.25</c:v>
                </c:pt>
                <c:pt idx="1326">
                  <c:v>3.25</c:v>
                </c:pt>
                <c:pt idx="1327">
                  <c:v>3.25</c:v>
                </c:pt>
                <c:pt idx="1328">
                  <c:v>3.25</c:v>
                </c:pt>
                <c:pt idx="1329">
                  <c:v>3.25</c:v>
                </c:pt>
                <c:pt idx="1330">
                  <c:v>3.25</c:v>
                </c:pt>
                <c:pt idx="1331">
                  <c:v>3.25</c:v>
                </c:pt>
                <c:pt idx="1332">
                  <c:v>3.25</c:v>
                </c:pt>
                <c:pt idx="1333">
                  <c:v>3.25</c:v>
                </c:pt>
                <c:pt idx="1334">
                  <c:v>3.25</c:v>
                </c:pt>
                <c:pt idx="1335">
                  <c:v>3.25</c:v>
                </c:pt>
                <c:pt idx="1336">
                  <c:v>3.25</c:v>
                </c:pt>
                <c:pt idx="1337">
                  <c:v>3.25</c:v>
                </c:pt>
                <c:pt idx="1338">
                  <c:v>3.25</c:v>
                </c:pt>
                <c:pt idx="1339">
                  <c:v>3.25</c:v>
                </c:pt>
                <c:pt idx="1340">
                  <c:v>3.25</c:v>
                </c:pt>
                <c:pt idx="1341">
                  <c:v>3.25</c:v>
                </c:pt>
                <c:pt idx="1342">
                  <c:v>3.25</c:v>
                </c:pt>
                <c:pt idx="1343">
                  <c:v>3.25</c:v>
                </c:pt>
                <c:pt idx="1344">
                  <c:v>3.25</c:v>
                </c:pt>
                <c:pt idx="1345">
                  <c:v>3.25</c:v>
                </c:pt>
                <c:pt idx="1346">
                  <c:v>3.25</c:v>
                </c:pt>
                <c:pt idx="1347">
                  <c:v>3.25</c:v>
                </c:pt>
                <c:pt idx="1348">
                  <c:v>3.25</c:v>
                </c:pt>
                <c:pt idx="1349">
                  <c:v>3.25</c:v>
                </c:pt>
                <c:pt idx="1350">
                  <c:v>3.25</c:v>
                </c:pt>
                <c:pt idx="1351">
                  <c:v>3.25</c:v>
                </c:pt>
                <c:pt idx="1352">
                  <c:v>3.25</c:v>
                </c:pt>
                <c:pt idx="1353">
                  <c:v>3.25</c:v>
                </c:pt>
                <c:pt idx="1354">
                  <c:v>3.25</c:v>
                </c:pt>
                <c:pt idx="1355">
                  <c:v>3.25</c:v>
                </c:pt>
                <c:pt idx="1356">
                  <c:v>3.25</c:v>
                </c:pt>
                <c:pt idx="1357">
                  <c:v>3.25</c:v>
                </c:pt>
                <c:pt idx="1358">
                  <c:v>3.25</c:v>
                </c:pt>
                <c:pt idx="1359">
                  <c:v>3.25</c:v>
                </c:pt>
                <c:pt idx="1360">
                  <c:v>3.25</c:v>
                </c:pt>
                <c:pt idx="1361">
                  <c:v>3.25</c:v>
                </c:pt>
                <c:pt idx="1362">
                  <c:v>3.25</c:v>
                </c:pt>
                <c:pt idx="1363">
                  <c:v>3.25</c:v>
                </c:pt>
                <c:pt idx="1364">
                  <c:v>3.25</c:v>
                </c:pt>
                <c:pt idx="1365">
                  <c:v>3.25</c:v>
                </c:pt>
                <c:pt idx="1366">
                  <c:v>3.25</c:v>
                </c:pt>
                <c:pt idx="1367">
                  <c:v>3.25</c:v>
                </c:pt>
                <c:pt idx="1368">
                  <c:v>3.25</c:v>
                </c:pt>
                <c:pt idx="1369">
                  <c:v>3.25</c:v>
                </c:pt>
                <c:pt idx="1370">
                  <c:v>3.25</c:v>
                </c:pt>
                <c:pt idx="1371">
                  <c:v>3.25</c:v>
                </c:pt>
                <c:pt idx="1372">
                  <c:v>3.25</c:v>
                </c:pt>
                <c:pt idx="1373">
                  <c:v>3.25</c:v>
                </c:pt>
                <c:pt idx="1374">
                  <c:v>3.25</c:v>
                </c:pt>
                <c:pt idx="1375">
                  <c:v>3.25</c:v>
                </c:pt>
                <c:pt idx="1376">
                  <c:v>3.25</c:v>
                </c:pt>
                <c:pt idx="1377">
                  <c:v>3.25</c:v>
                </c:pt>
                <c:pt idx="1378">
                  <c:v>3.25</c:v>
                </c:pt>
                <c:pt idx="1379">
                  <c:v>3.25</c:v>
                </c:pt>
                <c:pt idx="1380">
                  <c:v>3.25</c:v>
                </c:pt>
                <c:pt idx="1381">
                  <c:v>3.25</c:v>
                </c:pt>
                <c:pt idx="1382">
                  <c:v>3.25</c:v>
                </c:pt>
                <c:pt idx="1383">
                  <c:v>3.25</c:v>
                </c:pt>
                <c:pt idx="1384">
                  <c:v>3.25</c:v>
                </c:pt>
                <c:pt idx="1385">
                  <c:v>3.25</c:v>
                </c:pt>
                <c:pt idx="1386">
                  <c:v>3.2387000000000001</c:v>
                </c:pt>
                <c:pt idx="1387">
                  <c:v>3.2077</c:v>
                </c:pt>
                <c:pt idx="1388">
                  <c:v>3.1766000000000001</c:v>
                </c:pt>
                <c:pt idx="1389">
                  <c:v>3.1456</c:v>
                </c:pt>
                <c:pt idx="1390">
                  <c:v>3.1145</c:v>
                </c:pt>
                <c:pt idx="1391">
                  <c:v>3.0525000000000002</c:v>
                </c:pt>
                <c:pt idx="1392">
                  <c:v>3.0213999999999999</c:v>
                </c:pt>
                <c:pt idx="1393">
                  <c:v>2.9904000000000002</c:v>
                </c:pt>
                <c:pt idx="1394">
                  <c:v>2.9592999999999998</c:v>
                </c:pt>
                <c:pt idx="1395">
                  <c:v>2.9283000000000001</c:v>
                </c:pt>
                <c:pt idx="1396">
                  <c:v>2.8662000000000001</c:v>
                </c:pt>
                <c:pt idx="1397">
                  <c:v>2.8351999999999999</c:v>
                </c:pt>
                <c:pt idx="1398">
                  <c:v>2.8041</c:v>
                </c:pt>
                <c:pt idx="1399">
                  <c:v>2.7730999999999999</c:v>
                </c:pt>
                <c:pt idx="1400">
                  <c:v>2.742</c:v>
                </c:pt>
                <c:pt idx="1401">
                  <c:v>2.7109999999999999</c:v>
                </c:pt>
                <c:pt idx="1402">
                  <c:v>2.68</c:v>
                </c:pt>
                <c:pt idx="1403">
                  <c:v>2.6179000000000001</c:v>
                </c:pt>
                <c:pt idx="1404">
                  <c:v>2.5868000000000002</c:v>
                </c:pt>
                <c:pt idx="1405">
                  <c:v>2.5558000000000001</c:v>
                </c:pt>
                <c:pt idx="1406">
                  <c:v>2.5247999999999999</c:v>
                </c:pt>
                <c:pt idx="1407">
                  <c:v>2.4937</c:v>
                </c:pt>
                <c:pt idx="1408">
                  <c:v>2.4626999999999999</c:v>
                </c:pt>
                <c:pt idx="1409">
                  <c:v>2.4316</c:v>
                </c:pt>
                <c:pt idx="1410">
                  <c:v>2.4005999999999998</c:v>
                </c:pt>
                <c:pt idx="1411">
                  <c:v>2.3384999999999998</c:v>
                </c:pt>
                <c:pt idx="1412">
                  <c:v>2.3075000000000001</c:v>
                </c:pt>
                <c:pt idx="1413">
                  <c:v>2.2764000000000002</c:v>
                </c:pt>
                <c:pt idx="1414">
                  <c:v>2.2454000000000001</c:v>
                </c:pt>
                <c:pt idx="1415">
                  <c:v>2.1833</c:v>
                </c:pt>
                <c:pt idx="1416">
                  <c:v>2.1522999999999999</c:v>
                </c:pt>
                <c:pt idx="1417">
                  <c:v>2.1212</c:v>
                </c:pt>
                <c:pt idx="1418">
                  <c:v>2.0901999999999998</c:v>
                </c:pt>
                <c:pt idx="1419">
                  <c:v>2.0280999999999998</c:v>
                </c:pt>
                <c:pt idx="1420">
                  <c:v>1.9971000000000001</c:v>
                </c:pt>
                <c:pt idx="1421">
                  <c:v>1.966</c:v>
                </c:pt>
                <c:pt idx="1422">
                  <c:v>1.9350000000000001</c:v>
                </c:pt>
                <c:pt idx="1423">
                  <c:v>1.9038999999999999</c:v>
                </c:pt>
                <c:pt idx="1424">
                  <c:v>1.8729</c:v>
                </c:pt>
                <c:pt idx="1425">
                  <c:v>1.8419000000000001</c:v>
                </c:pt>
                <c:pt idx="1426">
                  <c:v>1.7798</c:v>
                </c:pt>
                <c:pt idx="1427">
                  <c:v>1.7486999999999999</c:v>
                </c:pt>
                <c:pt idx="1428">
                  <c:v>1.7177</c:v>
                </c:pt>
                <c:pt idx="1429">
                  <c:v>1.6866000000000001</c:v>
                </c:pt>
                <c:pt idx="1430">
                  <c:v>1.6556</c:v>
                </c:pt>
                <c:pt idx="1431">
                  <c:v>1.6246</c:v>
                </c:pt>
                <c:pt idx="1432">
                  <c:v>1.5934999999999999</c:v>
                </c:pt>
                <c:pt idx="1433">
                  <c:v>1.5314000000000001</c:v>
                </c:pt>
                <c:pt idx="1434">
                  <c:v>1.5004</c:v>
                </c:pt>
                <c:pt idx="1435">
                  <c:v>1.4694</c:v>
                </c:pt>
                <c:pt idx="1436">
                  <c:v>1.4382999999999999</c:v>
                </c:pt>
                <c:pt idx="1437">
                  <c:v>1.4073</c:v>
                </c:pt>
                <c:pt idx="1438">
                  <c:v>1.3452</c:v>
                </c:pt>
                <c:pt idx="1439">
                  <c:v>1.2830999999999999</c:v>
                </c:pt>
                <c:pt idx="1440">
                  <c:v>1.2521</c:v>
                </c:pt>
                <c:pt idx="1441">
                  <c:v>1.2210000000000001</c:v>
                </c:pt>
                <c:pt idx="1442">
                  <c:v>1.19</c:v>
                </c:pt>
                <c:pt idx="1443">
                  <c:v>1.1589</c:v>
                </c:pt>
                <c:pt idx="1444">
                  <c:v>1.0969</c:v>
                </c:pt>
                <c:pt idx="1445">
                  <c:v>1.0658000000000001</c:v>
                </c:pt>
                <c:pt idx="1446">
                  <c:v>1.0347999999999999</c:v>
                </c:pt>
                <c:pt idx="1447">
                  <c:v>1.0037</c:v>
                </c:pt>
                <c:pt idx="1448">
                  <c:v>0.97270000000000001</c:v>
                </c:pt>
                <c:pt idx="1449">
                  <c:v>0.91059999999999997</c:v>
                </c:pt>
                <c:pt idx="1450">
                  <c:v>0.87960000000000005</c:v>
                </c:pt>
                <c:pt idx="1451">
                  <c:v>0.84850000000000003</c:v>
                </c:pt>
                <c:pt idx="1452">
                  <c:v>0.8175</c:v>
                </c:pt>
                <c:pt idx="1453">
                  <c:v>0.75539999999999996</c:v>
                </c:pt>
                <c:pt idx="1454">
                  <c:v>0.75539999999999996</c:v>
                </c:pt>
                <c:pt idx="1455">
                  <c:v>0.72440000000000004</c:v>
                </c:pt>
                <c:pt idx="1456">
                  <c:v>0.6623</c:v>
                </c:pt>
                <c:pt idx="1457">
                  <c:v>0.63119999999999998</c:v>
                </c:pt>
                <c:pt idx="1458">
                  <c:v>0.56920000000000004</c:v>
                </c:pt>
                <c:pt idx="1459">
                  <c:v>0.53810000000000002</c:v>
                </c:pt>
                <c:pt idx="1460">
                  <c:v>0.5071</c:v>
                </c:pt>
                <c:pt idx="1461">
                  <c:v>0.47599999999999998</c:v>
                </c:pt>
                <c:pt idx="1462">
                  <c:v>0.44500000000000001</c:v>
                </c:pt>
                <c:pt idx="1463">
                  <c:v>0.38290000000000002</c:v>
                </c:pt>
                <c:pt idx="1464">
                  <c:v>0.35189999999999999</c:v>
                </c:pt>
                <c:pt idx="1465">
                  <c:v>0.32079999999999997</c:v>
                </c:pt>
                <c:pt idx="1466">
                  <c:v>0.2898</c:v>
                </c:pt>
                <c:pt idx="1467">
                  <c:v>0.22770000000000001</c:v>
                </c:pt>
                <c:pt idx="1468">
                  <c:v>0.19670000000000001</c:v>
                </c:pt>
                <c:pt idx="1469">
                  <c:v>0.1656</c:v>
                </c:pt>
                <c:pt idx="1470">
                  <c:v>0.1346</c:v>
                </c:pt>
                <c:pt idx="1471">
                  <c:v>7.2499999999999995E-2</c:v>
                </c:pt>
                <c:pt idx="1472">
                  <c:v>4.1500000000000002E-2</c:v>
                </c:pt>
                <c:pt idx="1473">
                  <c:v>1.04E-2</c:v>
                </c:pt>
                <c:pt idx="1474">
                  <c:v>-5.1700000000000003E-2</c:v>
                </c:pt>
                <c:pt idx="1475">
                  <c:v>-8.2699999999999996E-2</c:v>
                </c:pt>
                <c:pt idx="1476">
                  <c:v>-0.1137</c:v>
                </c:pt>
                <c:pt idx="1477">
                  <c:v>-0.14480000000000001</c:v>
                </c:pt>
                <c:pt idx="1478">
                  <c:v>-0.17580000000000001</c:v>
                </c:pt>
                <c:pt idx="1479">
                  <c:v>-0.2379</c:v>
                </c:pt>
                <c:pt idx="1480">
                  <c:v>-0.26889999999999997</c:v>
                </c:pt>
                <c:pt idx="1481">
                  <c:v>-0.3</c:v>
                </c:pt>
                <c:pt idx="1482">
                  <c:v>-0.33100000000000002</c:v>
                </c:pt>
                <c:pt idx="1483">
                  <c:v>-0.36209999999999998</c:v>
                </c:pt>
                <c:pt idx="1484">
                  <c:v>-0.42420000000000002</c:v>
                </c:pt>
                <c:pt idx="1485">
                  <c:v>-0.45519999999999999</c:v>
                </c:pt>
                <c:pt idx="1486">
                  <c:v>-0.48620000000000002</c:v>
                </c:pt>
                <c:pt idx="1487">
                  <c:v>-0.51729999999999998</c:v>
                </c:pt>
                <c:pt idx="1488">
                  <c:v>-0.57940000000000003</c:v>
                </c:pt>
                <c:pt idx="1489">
                  <c:v>-0.64139999999999997</c:v>
                </c:pt>
                <c:pt idx="1490">
                  <c:v>-0.67249999999999999</c:v>
                </c:pt>
                <c:pt idx="1491">
                  <c:v>-0.70350000000000001</c:v>
                </c:pt>
                <c:pt idx="1492">
                  <c:v>-0.76559999999999995</c:v>
                </c:pt>
                <c:pt idx="1493">
                  <c:v>-0.79659999999999997</c:v>
                </c:pt>
                <c:pt idx="1494">
                  <c:v>-0.82769999999999999</c:v>
                </c:pt>
                <c:pt idx="1495">
                  <c:v>-0.85870000000000002</c:v>
                </c:pt>
                <c:pt idx="1496">
                  <c:v>-0.88980000000000004</c:v>
                </c:pt>
                <c:pt idx="1497">
                  <c:v>-0.95189999999999997</c:v>
                </c:pt>
                <c:pt idx="1498">
                  <c:v>-0.9829</c:v>
                </c:pt>
                <c:pt idx="1499">
                  <c:v>-1.0139</c:v>
                </c:pt>
                <c:pt idx="1500">
                  <c:v>-1.0449999999999999</c:v>
                </c:pt>
                <c:pt idx="1501">
                  <c:v>-1.0760000000000001</c:v>
                </c:pt>
                <c:pt idx="1502">
                  <c:v>-1.1071</c:v>
                </c:pt>
                <c:pt idx="1503">
                  <c:v>-1.1380999999999999</c:v>
                </c:pt>
                <c:pt idx="1504">
                  <c:v>-1.1691</c:v>
                </c:pt>
                <c:pt idx="1505">
                  <c:v>-1.2001999999999999</c:v>
                </c:pt>
                <c:pt idx="1506">
                  <c:v>-1.2623</c:v>
                </c:pt>
                <c:pt idx="1507">
                  <c:v>-1.2932999999999999</c:v>
                </c:pt>
                <c:pt idx="1508">
                  <c:v>-1.3243</c:v>
                </c:pt>
                <c:pt idx="1509">
                  <c:v>-1.3553999999999999</c:v>
                </c:pt>
                <c:pt idx="1510">
                  <c:v>-1.3864000000000001</c:v>
                </c:pt>
                <c:pt idx="1511">
                  <c:v>-1.4484999999999999</c:v>
                </c:pt>
                <c:pt idx="1512">
                  <c:v>-1.4796</c:v>
                </c:pt>
                <c:pt idx="1513">
                  <c:v>-1.5105999999999999</c:v>
                </c:pt>
                <c:pt idx="1514">
                  <c:v>-1.5416000000000001</c:v>
                </c:pt>
                <c:pt idx="1515">
                  <c:v>-1.5727</c:v>
                </c:pt>
                <c:pt idx="1516">
                  <c:v>-1.6348</c:v>
                </c:pt>
                <c:pt idx="1517">
                  <c:v>-1.6657999999999999</c:v>
                </c:pt>
                <c:pt idx="1518">
                  <c:v>-1.6968000000000001</c:v>
                </c:pt>
                <c:pt idx="1519">
                  <c:v>-1.7279</c:v>
                </c:pt>
                <c:pt idx="1520">
                  <c:v>-1.7588999999999999</c:v>
                </c:pt>
                <c:pt idx="1521">
                  <c:v>-1.821</c:v>
                </c:pt>
                <c:pt idx="1522">
                  <c:v>-1.8520000000000001</c:v>
                </c:pt>
                <c:pt idx="1523">
                  <c:v>-1.8831</c:v>
                </c:pt>
                <c:pt idx="1524">
                  <c:v>-1.9140999999999999</c:v>
                </c:pt>
                <c:pt idx="1525">
                  <c:v>-1.9762</c:v>
                </c:pt>
                <c:pt idx="1526">
                  <c:v>-1.9762</c:v>
                </c:pt>
                <c:pt idx="1527">
                  <c:v>-2.0072000000000001</c:v>
                </c:pt>
                <c:pt idx="1528">
                  <c:v>-2.0693000000000001</c:v>
                </c:pt>
                <c:pt idx="1529">
                  <c:v>-2.1004</c:v>
                </c:pt>
                <c:pt idx="1530">
                  <c:v>-2.1314000000000002</c:v>
                </c:pt>
                <c:pt idx="1531">
                  <c:v>-2.1625000000000001</c:v>
                </c:pt>
                <c:pt idx="1532">
                  <c:v>-2.2244999999999999</c:v>
                </c:pt>
                <c:pt idx="1533">
                  <c:v>-2.2555999999999998</c:v>
                </c:pt>
                <c:pt idx="1534">
                  <c:v>-2.2866</c:v>
                </c:pt>
                <c:pt idx="1535">
                  <c:v>-2.3176999999999999</c:v>
                </c:pt>
                <c:pt idx="1536">
                  <c:v>-2.3797000000000001</c:v>
                </c:pt>
                <c:pt idx="1537">
                  <c:v>-2.4108000000000001</c:v>
                </c:pt>
                <c:pt idx="1538">
                  <c:v>-2.4418000000000002</c:v>
                </c:pt>
                <c:pt idx="1539">
                  <c:v>-2.4729000000000001</c:v>
                </c:pt>
                <c:pt idx="1540">
                  <c:v>-2.5038999999999998</c:v>
                </c:pt>
                <c:pt idx="1541">
                  <c:v>-2.5348999999999999</c:v>
                </c:pt>
                <c:pt idx="1542">
                  <c:v>-2.597</c:v>
                </c:pt>
                <c:pt idx="1543">
                  <c:v>-2.6280999999999999</c:v>
                </c:pt>
                <c:pt idx="1544">
                  <c:v>-2.6591</c:v>
                </c:pt>
                <c:pt idx="1545">
                  <c:v>-2.6901999999999999</c:v>
                </c:pt>
                <c:pt idx="1546">
                  <c:v>-2.7212000000000001</c:v>
                </c:pt>
                <c:pt idx="1547">
                  <c:v>-2.7522000000000002</c:v>
                </c:pt>
                <c:pt idx="1548">
                  <c:v>-2.8142999999999998</c:v>
                </c:pt>
                <c:pt idx="1549">
                  <c:v>-2.8454000000000002</c:v>
                </c:pt>
                <c:pt idx="1550">
                  <c:v>-2.8763999999999998</c:v>
                </c:pt>
                <c:pt idx="1551">
                  <c:v>-2.9074</c:v>
                </c:pt>
                <c:pt idx="1552">
                  <c:v>-2.9384999999999999</c:v>
                </c:pt>
                <c:pt idx="1553">
                  <c:v>-2.9695</c:v>
                </c:pt>
                <c:pt idx="1554">
                  <c:v>-3.0005999999999999</c:v>
                </c:pt>
                <c:pt idx="1555">
                  <c:v>-3.0316000000000001</c:v>
                </c:pt>
                <c:pt idx="1556">
                  <c:v>-3.0937000000000001</c:v>
                </c:pt>
                <c:pt idx="1557">
                  <c:v>-3.1246999999999998</c:v>
                </c:pt>
                <c:pt idx="1558">
                  <c:v>-3.1558000000000002</c:v>
                </c:pt>
                <c:pt idx="1559">
                  <c:v>-3.2179000000000002</c:v>
                </c:pt>
                <c:pt idx="1560">
                  <c:v>-3.2488999999999999</c:v>
                </c:pt>
                <c:pt idx="1561">
                  <c:v>-3.2799</c:v>
                </c:pt>
                <c:pt idx="1562">
                  <c:v>-3.3109999999999999</c:v>
                </c:pt>
                <c:pt idx="1563">
                  <c:v>-3.3420000000000001</c:v>
                </c:pt>
                <c:pt idx="1564">
                  <c:v>-3.4041000000000001</c:v>
                </c:pt>
                <c:pt idx="1565">
                  <c:v>-3.4350999999999998</c:v>
                </c:pt>
                <c:pt idx="1566">
                  <c:v>-3.4662000000000002</c:v>
                </c:pt>
                <c:pt idx="1567">
                  <c:v>-3.4971999999999999</c:v>
                </c:pt>
                <c:pt idx="1568">
                  <c:v>-3.5283000000000002</c:v>
                </c:pt>
                <c:pt idx="1569">
                  <c:v>-3.5903</c:v>
                </c:pt>
                <c:pt idx="1570">
                  <c:v>-3.6214</c:v>
                </c:pt>
                <c:pt idx="1571">
                  <c:v>-3.65</c:v>
                </c:pt>
                <c:pt idx="1572">
                  <c:v>-3.65</c:v>
                </c:pt>
                <c:pt idx="1573">
                  <c:v>-3.65</c:v>
                </c:pt>
                <c:pt idx="1574">
                  <c:v>-3.65</c:v>
                </c:pt>
                <c:pt idx="1575">
                  <c:v>-3.65</c:v>
                </c:pt>
                <c:pt idx="1576">
                  <c:v>-3.65</c:v>
                </c:pt>
                <c:pt idx="1577">
                  <c:v>-3.65</c:v>
                </c:pt>
                <c:pt idx="1578">
                  <c:v>-3.65</c:v>
                </c:pt>
                <c:pt idx="1579">
                  <c:v>-3.65</c:v>
                </c:pt>
                <c:pt idx="1580">
                  <c:v>-3.65</c:v>
                </c:pt>
                <c:pt idx="1581">
                  <c:v>-3.65</c:v>
                </c:pt>
                <c:pt idx="1582">
                  <c:v>-3.65</c:v>
                </c:pt>
                <c:pt idx="1583">
                  <c:v>-3.65</c:v>
                </c:pt>
                <c:pt idx="1584">
                  <c:v>-3.65</c:v>
                </c:pt>
                <c:pt idx="1585">
                  <c:v>-3.65</c:v>
                </c:pt>
                <c:pt idx="1586">
                  <c:v>-3.65</c:v>
                </c:pt>
                <c:pt idx="1587">
                  <c:v>-4.2111999999999998</c:v>
                </c:pt>
                <c:pt idx="1588">
                  <c:v>-4.2422000000000004</c:v>
                </c:pt>
                <c:pt idx="1589">
                  <c:v>-4.2732999999999999</c:v>
                </c:pt>
                <c:pt idx="1590">
                  <c:v>-4.3353000000000002</c:v>
                </c:pt>
                <c:pt idx="1591">
                  <c:v>-4.3663999999999996</c:v>
                </c:pt>
                <c:pt idx="1592">
                  <c:v>-4.3974000000000002</c:v>
                </c:pt>
                <c:pt idx="1593">
                  <c:v>-4.4000000000000004</c:v>
                </c:pt>
                <c:pt idx="1594">
                  <c:v>-4.4000000000000004</c:v>
                </c:pt>
                <c:pt idx="1595">
                  <c:v>-4.4000000000000004</c:v>
                </c:pt>
                <c:pt idx="1596">
                  <c:v>-4.4000000000000004</c:v>
                </c:pt>
                <c:pt idx="1597">
                  <c:v>-4.4000000000000004</c:v>
                </c:pt>
                <c:pt idx="1598">
                  <c:v>-4.4000000000000004</c:v>
                </c:pt>
                <c:pt idx="1599">
                  <c:v>-4.4000000000000004</c:v>
                </c:pt>
                <c:pt idx="1600">
                  <c:v>-4.4000000000000004</c:v>
                </c:pt>
                <c:pt idx="1601">
                  <c:v>-4.4000000000000004</c:v>
                </c:pt>
                <c:pt idx="1602">
                  <c:v>-4.4000000000000004</c:v>
                </c:pt>
                <c:pt idx="1603">
                  <c:v>-4.4000000000000004</c:v>
                </c:pt>
                <c:pt idx="1604">
                  <c:v>-4.4000000000000004</c:v>
                </c:pt>
                <c:pt idx="1605">
                  <c:v>-4.4000000000000004</c:v>
                </c:pt>
                <c:pt idx="1606">
                  <c:v>-4.4000000000000004</c:v>
                </c:pt>
                <c:pt idx="1607">
                  <c:v>-4.4000000000000004</c:v>
                </c:pt>
                <c:pt idx="1608">
                  <c:v>-4.4000000000000004</c:v>
                </c:pt>
                <c:pt idx="1609">
                  <c:v>-4.4000000000000004</c:v>
                </c:pt>
                <c:pt idx="1610">
                  <c:v>-4.4000000000000004</c:v>
                </c:pt>
                <c:pt idx="1611">
                  <c:v>-4.4000000000000004</c:v>
                </c:pt>
                <c:pt idx="1612">
                  <c:v>-4.3849999999999998</c:v>
                </c:pt>
                <c:pt idx="1613">
                  <c:v>-4.3555000000000001</c:v>
                </c:pt>
                <c:pt idx="1614">
                  <c:v>-4.3259999999999996</c:v>
                </c:pt>
                <c:pt idx="1615">
                  <c:v>-4.2965</c:v>
                </c:pt>
                <c:pt idx="1616">
                  <c:v>-4.2374999999999998</c:v>
                </c:pt>
                <c:pt idx="1617">
                  <c:v>-4.2080000000000002</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5.4699999999999999E-2</c:v>
                </c:pt>
                <c:pt idx="1797">
                  <c:v>0.1094</c:v>
                </c:pt>
                <c:pt idx="1798">
                  <c:v>0.21890000000000001</c:v>
                </c:pt>
                <c:pt idx="1799">
                  <c:v>0.27360000000000001</c:v>
                </c:pt>
                <c:pt idx="1800">
                  <c:v>0.32829999999999998</c:v>
                </c:pt>
                <c:pt idx="1801">
                  <c:v>0.3831</c:v>
                </c:pt>
                <c:pt idx="1802">
                  <c:v>0.49249999999999999</c:v>
                </c:pt>
                <c:pt idx="1803">
                  <c:v>0.54720000000000002</c:v>
                </c:pt>
                <c:pt idx="1804">
                  <c:v>0.60199999999999998</c:v>
                </c:pt>
                <c:pt idx="1805">
                  <c:v>0.65669999999999995</c:v>
                </c:pt>
                <c:pt idx="1806">
                  <c:v>0.71140000000000003</c:v>
                </c:pt>
                <c:pt idx="1807">
                  <c:v>0.7661</c:v>
                </c:pt>
                <c:pt idx="1808">
                  <c:v>0.87560000000000004</c:v>
                </c:pt>
                <c:pt idx="1809">
                  <c:v>0.93030000000000002</c:v>
                </c:pt>
                <c:pt idx="1810">
                  <c:v>0.98499999999999999</c:v>
                </c:pt>
                <c:pt idx="1811">
                  <c:v>1.0397000000000001</c:v>
                </c:pt>
                <c:pt idx="1812">
                  <c:v>1.0945</c:v>
                </c:pt>
                <c:pt idx="1813">
                  <c:v>1.1492</c:v>
                </c:pt>
                <c:pt idx="1814">
                  <c:v>1.2585999999999999</c:v>
                </c:pt>
                <c:pt idx="1815">
                  <c:v>1.3133999999999999</c:v>
                </c:pt>
                <c:pt idx="1816">
                  <c:v>1.3681000000000001</c:v>
                </c:pt>
                <c:pt idx="1817">
                  <c:v>1.4775</c:v>
                </c:pt>
                <c:pt idx="1818">
                  <c:v>1.5322</c:v>
                </c:pt>
                <c:pt idx="1819">
                  <c:v>1.587</c:v>
                </c:pt>
                <c:pt idx="1820">
                  <c:v>1.6416999999999999</c:v>
                </c:pt>
                <c:pt idx="1821">
                  <c:v>1.6963999999999999</c:v>
                </c:pt>
                <c:pt idx="1822">
                  <c:v>1.7511000000000001</c:v>
                </c:pt>
                <c:pt idx="1823">
                  <c:v>1.8059000000000001</c:v>
                </c:pt>
                <c:pt idx="1824">
                  <c:v>1.8606</c:v>
                </c:pt>
                <c:pt idx="1825">
                  <c:v>1.97</c:v>
                </c:pt>
                <c:pt idx="1826">
                  <c:v>2.0247000000000002</c:v>
                </c:pt>
                <c:pt idx="1827">
                  <c:v>2.0794999999999999</c:v>
                </c:pt>
                <c:pt idx="1828">
                  <c:v>2.1341999999999999</c:v>
                </c:pt>
                <c:pt idx="1829">
                  <c:v>2.2435999999999998</c:v>
                </c:pt>
                <c:pt idx="1830">
                  <c:v>2.2984</c:v>
                </c:pt>
                <c:pt idx="1831">
                  <c:v>2.3531</c:v>
                </c:pt>
                <c:pt idx="1832">
                  <c:v>2.4624999999999999</c:v>
                </c:pt>
                <c:pt idx="1833">
                  <c:v>2.5173000000000001</c:v>
                </c:pt>
                <c:pt idx="1834">
                  <c:v>2.5720000000000001</c:v>
                </c:pt>
                <c:pt idx="1835">
                  <c:v>2.6814</c:v>
                </c:pt>
                <c:pt idx="1836">
                  <c:v>2.7361</c:v>
                </c:pt>
                <c:pt idx="1837">
                  <c:v>2.7909000000000002</c:v>
                </c:pt>
                <c:pt idx="1838">
                  <c:v>2.8456000000000001</c:v>
                </c:pt>
                <c:pt idx="1839">
                  <c:v>2.9003000000000001</c:v>
                </c:pt>
                <c:pt idx="1840">
                  <c:v>2.9550000000000001</c:v>
                </c:pt>
                <c:pt idx="1841">
                  <c:v>3.0644999999999998</c:v>
                </c:pt>
                <c:pt idx="1842">
                  <c:v>3.1192000000000002</c:v>
                </c:pt>
                <c:pt idx="1843">
                  <c:v>3.1739000000000002</c:v>
                </c:pt>
                <c:pt idx="1844">
                  <c:v>3.2833999999999999</c:v>
                </c:pt>
                <c:pt idx="1845">
                  <c:v>3.3380999999999998</c:v>
                </c:pt>
                <c:pt idx="1846">
                  <c:v>3.3927999999999998</c:v>
                </c:pt>
                <c:pt idx="1847">
                  <c:v>3.4474999999999998</c:v>
                </c:pt>
                <c:pt idx="1848">
                  <c:v>3.5569999999999999</c:v>
                </c:pt>
                <c:pt idx="1849">
                  <c:v>3.6116999999999999</c:v>
                </c:pt>
                <c:pt idx="1850">
                  <c:v>3.6116999999999999</c:v>
                </c:pt>
                <c:pt idx="1851">
                  <c:v>3.7212000000000001</c:v>
                </c:pt>
                <c:pt idx="1852">
                  <c:v>3.7759</c:v>
                </c:pt>
                <c:pt idx="1853">
                  <c:v>3.8306</c:v>
                </c:pt>
                <c:pt idx="1854">
                  <c:v>3.8853</c:v>
                </c:pt>
                <c:pt idx="1855">
                  <c:v>3.9948000000000001</c:v>
                </c:pt>
                <c:pt idx="1856">
                  <c:v>4</c:v>
                </c:pt>
                <c:pt idx="1857">
                  <c:v>4</c:v>
                </c:pt>
                <c:pt idx="1858">
                  <c:v>4</c:v>
                </c:pt>
                <c:pt idx="1859">
                  <c:v>4</c:v>
                </c:pt>
                <c:pt idx="1860">
                  <c:v>4</c:v>
                </c:pt>
                <c:pt idx="1861">
                  <c:v>4</c:v>
                </c:pt>
                <c:pt idx="1862">
                  <c:v>4</c:v>
                </c:pt>
                <c:pt idx="1863">
                  <c:v>4</c:v>
                </c:pt>
                <c:pt idx="1864">
                  <c:v>4</c:v>
                </c:pt>
                <c:pt idx="1865">
                  <c:v>4</c:v>
                </c:pt>
                <c:pt idx="1866">
                  <c:v>4</c:v>
                </c:pt>
                <c:pt idx="1867">
                  <c:v>4</c:v>
                </c:pt>
                <c:pt idx="1868">
                  <c:v>4</c:v>
                </c:pt>
                <c:pt idx="1869">
                  <c:v>4</c:v>
                </c:pt>
                <c:pt idx="1870">
                  <c:v>4</c:v>
                </c:pt>
                <c:pt idx="1871">
                  <c:v>4</c:v>
                </c:pt>
                <c:pt idx="1872">
                  <c:v>4</c:v>
                </c:pt>
                <c:pt idx="1873">
                  <c:v>4</c:v>
                </c:pt>
                <c:pt idx="1874">
                  <c:v>4</c:v>
                </c:pt>
                <c:pt idx="1875">
                  <c:v>4</c:v>
                </c:pt>
                <c:pt idx="1876">
                  <c:v>4</c:v>
                </c:pt>
                <c:pt idx="1877">
                  <c:v>4</c:v>
                </c:pt>
                <c:pt idx="1878">
                  <c:v>4</c:v>
                </c:pt>
                <c:pt idx="1879">
                  <c:v>4</c:v>
                </c:pt>
                <c:pt idx="1880">
                  <c:v>4</c:v>
                </c:pt>
                <c:pt idx="1881">
                  <c:v>4</c:v>
                </c:pt>
                <c:pt idx="1882">
                  <c:v>3.9771999999999998</c:v>
                </c:pt>
                <c:pt idx="1883">
                  <c:v>3.9235000000000002</c:v>
                </c:pt>
                <c:pt idx="1884">
                  <c:v>3.8698000000000001</c:v>
                </c:pt>
                <c:pt idx="1885">
                  <c:v>3.7624</c:v>
                </c:pt>
                <c:pt idx="1886">
                  <c:v>3.7086999999999999</c:v>
                </c:pt>
                <c:pt idx="1887">
                  <c:v>3.6549999999999998</c:v>
                </c:pt>
                <c:pt idx="1888">
                  <c:v>3.6013000000000002</c:v>
                </c:pt>
                <c:pt idx="1889">
                  <c:v>3.5476000000000001</c:v>
                </c:pt>
                <c:pt idx="1890">
                  <c:v>3.4940000000000002</c:v>
                </c:pt>
                <c:pt idx="1891">
                  <c:v>3.3866000000000001</c:v>
                </c:pt>
                <c:pt idx="1892">
                  <c:v>3.3329</c:v>
                </c:pt>
                <c:pt idx="1893">
                  <c:v>3.2791999999999999</c:v>
                </c:pt>
                <c:pt idx="1894">
                  <c:v>3.2254999999999998</c:v>
                </c:pt>
                <c:pt idx="1895">
                  <c:v>3.1718000000000002</c:v>
                </c:pt>
                <c:pt idx="1896">
                  <c:v>3.1181000000000001</c:v>
                </c:pt>
                <c:pt idx="1897">
                  <c:v>3.0106999999999999</c:v>
                </c:pt>
                <c:pt idx="1898">
                  <c:v>2.9569999999999999</c:v>
                </c:pt>
                <c:pt idx="1899">
                  <c:v>2.9033000000000002</c:v>
                </c:pt>
                <c:pt idx="1900">
                  <c:v>2.8496000000000001</c:v>
                </c:pt>
                <c:pt idx="1901">
                  <c:v>2.7422</c:v>
                </c:pt>
                <c:pt idx="1902">
                  <c:v>2.6884999999999999</c:v>
                </c:pt>
                <c:pt idx="1903">
                  <c:v>2.6347999999999998</c:v>
                </c:pt>
                <c:pt idx="1904">
                  <c:v>2.5811000000000002</c:v>
                </c:pt>
                <c:pt idx="1905">
                  <c:v>2.4737</c:v>
                </c:pt>
                <c:pt idx="1906">
                  <c:v>2.42</c:v>
                </c:pt>
                <c:pt idx="1907">
                  <c:v>2.3662999999999998</c:v>
                </c:pt>
                <c:pt idx="1908">
                  <c:v>2.3126000000000002</c:v>
                </c:pt>
                <c:pt idx="1909">
                  <c:v>2.2589000000000001</c:v>
                </c:pt>
                <c:pt idx="1910">
                  <c:v>2.2052</c:v>
                </c:pt>
                <c:pt idx="1911">
                  <c:v>2.1515</c:v>
                </c:pt>
                <c:pt idx="1912">
                  <c:v>2.0979000000000001</c:v>
                </c:pt>
                <c:pt idx="1913">
                  <c:v>2.0442</c:v>
                </c:pt>
                <c:pt idx="1914">
                  <c:v>1.9368000000000001</c:v>
                </c:pt>
                <c:pt idx="1915">
                  <c:v>1.8831</c:v>
                </c:pt>
                <c:pt idx="1916">
                  <c:v>1.8293999999999999</c:v>
                </c:pt>
                <c:pt idx="1917">
                  <c:v>1.7757000000000001</c:v>
                </c:pt>
                <c:pt idx="1918">
                  <c:v>1.7221</c:v>
                </c:pt>
                <c:pt idx="1919">
                  <c:v>1.6149</c:v>
                </c:pt>
                <c:pt idx="1920">
                  <c:v>1.5613999999999999</c:v>
                </c:pt>
                <c:pt idx="1921">
                  <c:v>1.5078</c:v>
                </c:pt>
                <c:pt idx="1922">
                  <c:v>1.4542999999999999</c:v>
                </c:pt>
                <c:pt idx="1923">
                  <c:v>1.4007000000000001</c:v>
                </c:pt>
                <c:pt idx="1924">
                  <c:v>1.3471</c:v>
                </c:pt>
                <c:pt idx="1925">
                  <c:v>1.24</c:v>
                </c:pt>
                <c:pt idx="1926">
                  <c:v>1.1865000000000001</c:v>
                </c:pt>
                <c:pt idx="1927">
                  <c:v>1.1329</c:v>
                </c:pt>
                <c:pt idx="1928">
                  <c:v>1.0258</c:v>
                </c:pt>
                <c:pt idx="1929">
                  <c:v>0.97219999999999995</c:v>
                </c:pt>
                <c:pt idx="1930">
                  <c:v>0.91869999999999996</c:v>
                </c:pt>
                <c:pt idx="1931">
                  <c:v>0.86509999999999998</c:v>
                </c:pt>
                <c:pt idx="1932">
                  <c:v>0.8115</c:v>
                </c:pt>
                <c:pt idx="1933">
                  <c:v>0.75800000000000001</c:v>
                </c:pt>
                <c:pt idx="1934">
                  <c:v>0.70440000000000003</c:v>
                </c:pt>
                <c:pt idx="1935">
                  <c:v>0.65090000000000003</c:v>
                </c:pt>
                <c:pt idx="1936">
                  <c:v>0.54369999999999996</c:v>
                </c:pt>
                <c:pt idx="1937">
                  <c:v>0.49020000000000002</c:v>
                </c:pt>
                <c:pt idx="1938">
                  <c:v>0.43659999999999999</c:v>
                </c:pt>
                <c:pt idx="1939">
                  <c:v>0.3831</c:v>
                </c:pt>
                <c:pt idx="1940">
                  <c:v>0.32950000000000002</c:v>
                </c:pt>
                <c:pt idx="1941">
                  <c:v>0.27589999999999998</c:v>
                </c:pt>
                <c:pt idx="1942">
                  <c:v>0.22239999999999999</c:v>
                </c:pt>
                <c:pt idx="1943">
                  <c:v>0.16880000000000001</c:v>
                </c:pt>
                <c:pt idx="1944">
                  <c:v>0.1153</c:v>
                </c:pt>
                <c:pt idx="1945">
                  <c:v>8.0999999999999996E-3</c:v>
                </c:pt>
                <c:pt idx="1946">
                  <c:v>-4.5400000000000003E-2</c:v>
                </c:pt>
                <c:pt idx="1947">
                  <c:v>-9.9000000000000005E-2</c:v>
                </c:pt>
                <c:pt idx="1948">
                  <c:v>-0.1525</c:v>
                </c:pt>
                <c:pt idx="1949">
                  <c:v>-0.25969999999999999</c:v>
                </c:pt>
                <c:pt idx="1950">
                  <c:v>-0.31319999999999998</c:v>
                </c:pt>
                <c:pt idx="1951">
                  <c:v>-0.36680000000000001</c:v>
                </c:pt>
                <c:pt idx="1952">
                  <c:v>-0.42030000000000001</c:v>
                </c:pt>
                <c:pt idx="1953">
                  <c:v>-0.47389999999999999</c:v>
                </c:pt>
                <c:pt idx="1954">
                  <c:v>-0.52739999999999998</c:v>
                </c:pt>
                <c:pt idx="1955">
                  <c:v>-0.58099999999999996</c:v>
                </c:pt>
                <c:pt idx="1956">
                  <c:v>-0.68810000000000004</c:v>
                </c:pt>
                <c:pt idx="1957">
                  <c:v>-0.74170000000000003</c:v>
                </c:pt>
                <c:pt idx="1958">
                  <c:v>-0.79520000000000002</c:v>
                </c:pt>
                <c:pt idx="1959">
                  <c:v>-0.8488</c:v>
                </c:pt>
                <c:pt idx="1960">
                  <c:v>-0.95589999999999997</c:v>
                </c:pt>
                <c:pt idx="1961">
                  <c:v>-1.0095000000000001</c:v>
                </c:pt>
                <c:pt idx="1962">
                  <c:v>-1.0629999999999999</c:v>
                </c:pt>
                <c:pt idx="1963">
                  <c:v>-1.1166</c:v>
                </c:pt>
                <c:pt idx="1964">
                  <c:v>-1.1701999999999999</c:v>
                </c:pt>
                <c:pt idx="1965">
                  <c:v>-1.2773000000000001</c:v>
                </c:pt>
                <c:pt idx="1966">
                  <c:v>-1.3308</c:v>
                </c:pt>
                <c:pt idx="1967">
                  <c:v>-1.3844000000000001</c:v>
                </c:pt>
                <c:pt idx="1968">
                  <c:v>-1.4379999999999999</c:v>
                </c:pt>
                <c:pt idx="1969">
                  <c:v>-1.4915</c:v>
                </c:pt>
                <c:pt idx="1970">
                  <c:v>-1.5986</c:v>
                </c:pt>
                <c:pt idx="1971">
                  <c:v>-1.6521999999999999</c:v>
                </c:pt>
                <c:pt idx="1972">
                  <c:v>-1.7058</c:v>
                </c:pt>
                <c:pt idx="1973">
                  <c:v>-1.8129</c:v>
                </c:pt>
                <c:pt idx="1974">
                  <c:v>-1.8664000000000001</c:v>
                </c:pt>
                <c:pt idx="1975">
                  <c:v>-1.92</c:v>
                </c:pt>
                <c:pt idx="1976">
                  <c:v>-1.9736</c:v>
                </c:pt>
                <c:pt idx="1977">
                  <c:v>-2.0270999999999999</c:v>
                </c:pt>
                <c:pt idx="1978">
                  <c:v>-2.1341999999999999</c:v>
                </c:pt>
                <c:pt idx="1979">
                  <c:v>-2.1878000000000002</c:v>
                </c:pt>
                <c:pt idx="1980">
                  <c:v>-2.2414000000000001</c:v>
                </c:pt>
                <c:pt idx="1981">
                  <c:v>-2.3485</c:v>
                </c:pt>
                <c:pt idx="1982">
                  <c:v>-2.4020000000000001</c:v>
                </c:pt>
                <c:pt idx="1983">
                  <c:v>-2.4556</c:v>
                </c:pt>
                <c:pt idx="1984">
                  <c:v>-2.5091999999999999</c:v>
                </c:pt>
                <c:pt idx="1985">
                  <c:v>-2.5627</c:v>
                </c:pt>
                <c:pt idx="1986">
                  <c:v>-2.6162999999999998</c:v>
                </c:pt>
                <c:pt idx="1987">
                  <c:v>-2.6698</c:v>
                </c:pt>
                <c:pt idx="1988">
                  <c:v>-2.7770000000000001</c:v>
                </c:pt>
                <c:pt idx="1989">
                  <c:v>-2.8304999999999998</c:v>
                </c:pt>
                <c:pt idx="1990">
                  <c:v>-2.8304999999999998</c:v>
                </c:pt>
                <c:pt idx="1991">
                  <c:v>-2.9376000000000002</c:v>
                </c:pt>
                <c:pt idx="1992">
                  <c:v>-2.9912000000000001</c:v>
                </c:pt>
                <c:pt idx="1993">
                  <c:v>-3.0448</c:v>
                </c:pt>
                <c:pt idx="1994">
                  <c:v>-3.0983000000000001</c:v>
                </c:pt>
                <c:pt idx="1995">
                  <c:v>-3.1518999999999999</c:v>
                </c:pt>
                <c:pt idx="1996">
                  <c:v>-3.2589999999999999</c:v>
                </c:pt>
                <c:pt idx="1997">
                  <c:v>-3.3125</c:v>
                </c:pt>
                <c:pt idx="1998">
                  <c:v>-3.3125</c:v>
                </c:pt>
                <c:pt idx="1999">
                  <c:v>-3.4731999999999998</c:v>
                </c:pt>
                <c:pt idx="2000">
                  <c:v>-3.5268000000000002</c:v>
                </c:pt>
                <c:pt idx="2001">
                  <c:v>-3.6339000000000001</c:v>
                </c:pt>
                <c:pt idx="2002">
                  <c:v>-3.6875</c:v>
                </c:pt>
                <c:pt idx="2003">
                  <c:v>-3.7410000000000001</c:v>
                </c:pt>
                <c:pt idx="2004">
                  <c:v>-3.7946</c:v>
                </c:pt>
                <c:pt idx="2005">
                  <c:v>-3.8481000000000001</c:v>
                </c:pt>
                <c:pt idx="2006">
                  <c:v>-3.9552999999999998</c:v>
                </c:pt>
                <c:pt idx="2007">
                  <c:v>-4.0087999999999999</c:v>
                </c:pt>
                <c:pt idx="2008">
                  <c:v>-4.0624000000000002</c:v>
                </c:pt>
                <c:pt idx="2009">
                  <c:v>-4.1158999999999999</c:v>
                </c:pt>
                <c:pt idx="2010">
                  <c:v>-4.1695000000000002</c:v>
                </c:pt>
                <c:pt idx="2011">
                  <c:v>-4.2230999999999996</c:v>
                </c:pt>
                <c:pt idx="2012">
                  <c:v>-4.2766000000000002</c:v>
                </c:pt>
                <c:pt idx="2013">
                  <c:v>-4.3837000000000002</c:v>
                </c:pt>
                <c:pt idx="2014">
                  <c:v>-4.3837000000000002</c:v>
                </c:pt>
                <c:pt idx="2015">
                  <c:v>-4.4000000000000004</c:v>
                </c:pt>
                <c:pt idx="2016">
                  <c:v>-4.4000000000000004</c:v>
                </c:pt>
                <c:pt idx="2017">
                  <c:v>-4.4000000000000004</c:v>
                </c:pt>
                <c:pt idx="2018">
                  <c:v>-4.4000000000000004</c:v>
                </c:pt>
                <c:pt idx="2019">
                  <c:v>-4.4000000000000004</c:v>
                </c:pt>
                <c:pt idx="2020">
                  <c:v>-4.4000000000000004</c:v>
                </c:pt>
                <c:pt idx="2021">
                  <c:v>-4.4000000000000004</c:v>
                </c:pt>
                <c:pt idx="2022">
                  <c:v>-4.4000000000000004</c:v>
                </c:pt>
                <c:pt idx="2023">
                  <c:v>-4.4000000000000004</c:v>
                </c:pt>
                <c:pt idx="2024">
                  <c:v>-4.2933000000000003</c:v>
                </c:pt>
                <c:pt idx="2025">
                  <c:v>-4.2385000000000002</c:v>
                </c:pt>
                <c:pt idx="2026">
                  <c:v>-4.1837</c:v>
                </c:pt>
                <c:pt idx="2027">
                  <c:v>-4.1288999999999998</c:v>
                </c:pt>
                <c:pt idx="2028">
                  <c:v>-4.0740999999999996</c:v>
                </c:pt>
                <c:pt idx="2029">
                  <c:v>-4.0193000000000003</c:v>
                </c:pt>
                <c:pt idx="2030">
                  <c:v>-3.9645999999999999</c:v>
                </c:pt>
                <c:pt idx="2031">
                  <c:v>-3.9098000000000002</c:v>
                </c:pt>
                <c:pt idx="2032">
                  <c:v>-3.8001999999999998</c:v>
                </c:pt>
                <c:pt idx="2033">
                  <c:v>-3.7454000000000001</c:v>
                </c:pt>
                <c:pt idx="2034">
                  <c:v>-3.6905999999999999</c:v>
                </c:pt>
                <c:pt idx="2035">
                  <c:v>-3.6358000000000001</c:v>
                </c:pt>
                <c:pt idx="2036">
                  <c:v>-3.581</c:v>
                </c:pt>
                <c:pt idx="2037">
                  <c:v>-3.5261999999999998</c:v>
                </c:pt>
                <c:pt idx="2038">
                  <c:v>-3.4165999999999999</c:v>
                </c:pt>
                <c:pt idx="2039">
                  <c:v>-3.3618000000000001</c:v>
                </c:pt>
                <c:pt idx="2040">
                  <c:v>-3.3069999999999999</c:v>
                </c:pt>
                <c:pt idx="2041">
                  <c:v>-3.2523</c:v>
                </c:pt>
                <c:pt idx="2042">
                  <c:v>-3.1974999999999998</c:v>
                </c:pt>
                <c:pt idx="2043">
                  <c:v>-3.1427</c:v>
                </c:pt>
                <c:pt idx="2044">
                  <c:v>-3.0878999999999999</c:v>
                </c:pt>
                <c:pt idx="2045">
                  <c:v>-2.9782999999999999</c:v>
                </c:pt>
                <c:pt idx="2046">
                  <c:v>-2.9235000000000002</c:v>
                </c:pt>
                <c:pt idx="2047">
                  <c:v>-2.8687</c:v>
                </c:pt>
                <c:pt idx="2048">
                  <c:v>-2.8138999999999998</c:v>
                </c:pt>
                <c:pt idx="2049">
                  <c:v>-2.7042999999999999</c:v>
                </c:pt>
                <c:pt idx="2050">
                  <c:v>-2.6495000000000002</c:v>
                </c:pt>
                <c:pt idx="2051">
                  <c:v>-2.5947</c:v>
                </c:pt>
                <c:pt idx="2052">
                  <c:v>-2.5398999999999998</c:v>
                </c:pt>
                <c:pt idx="2053">
                  <c:v>-2.4304000000000001</c:v>
                </c:pt>
                <c:pt idx="2054">
                  <c:v>-2.3755999999999999</c:v>
                </c:pt>
                <c:pt idx="2055">
                  <c:v>-2.3208000000000002</c:v>
                </c:pt>
                <c:pt idx="2056">
                  <c:v>-2.266</c:v>
                </c:pt>
                <c:pt idx="2057">
                  <c:v>-2.2111999999999998</c:v>
                </c:pt>
                <c:pt idx="2058">
                  <c:v>-2.1015999999999999</c:v>
                </c:pt>
                <c:pt idx="2059">
                  <c:v>-2.0468000000000002</c:v>
                </c:pt>
                <c:pt idx="2060">
                  <c:v>-1.992</c:v>
                </c:pt>
                <c:pt idx="2061">
                  <c:v>-1.9372</c:v>
                </c:pt>
                <c:pt idx="2062">
                  <c:v>-1.8824000000000001</c:v>
                </c:pt>
                <c:pt idx="2063">
                  <c:v>-1.8275999999999999</c:v>
                </c:pt>
                <c:pt idx="2064">
                  <c:v>-1.7181</c:v>
                </c:pt>
                <c:pt idx="2065">
                  <c:v>-1.7181</c:v>
                </c:pt>
                <c:pt idx="2066">
                  <c:v>-1.6085</c:v>
                </c:pt>
                <c:pt idx="2067">
                  <c:v>-1.5537000000000001</c:v>
                </c:pt>
                <c:pt idx="2068">
                  <c:v>-1.4988999999999999</c:v>
                </c:pt>
                <c:pt idx="2069">
                  <c:v>-1.4440999999999999</c:v>
                </c:pt>
                <c:pt idx="2070">
                  <c:v>-1.3893</c:v>
                </c:pt>
                <c:pt idx="2071">
                  <c:v>-1.2797000000000001</c:v>
                </c:pt>
                <c:pt idx="2072">
                  <c:v>-1.2249000000000001</c:v>
                </c:pt>
                <c:pt idx="2073">
                  <c:v>-1.1700999999999999</c:v>
                </c:pt>
                <c:pt idx="2074">
                  <c:v>-1.1153</c:v>
                </c:pt>
                <c:pt idx="2075">
                  <c:v>-1.0058</c:v>
                </c:pt>
                <c:pt idx="2076">
                  <c:v>-0.95099999999999996</c:v>
                </c:pt>
                <c:pt idx="2077">
                  <c:v>-0.8962</c:v>
                </c:pt>
                <c:pt idx="2078">
                  <c:v>-0.84140000000000004</c:v>
                </c:pt>
                <c:pt idx="2079">
                  <c:v>-0.78659999999999997</c:v>
                </c:pt>
                <c:pt idx="2080">
                  <c:v>-0.67700000000000005</c:v>
                </c:pt>
                <c:pt idx="2081">
                  <c:v>-0.62219999999999998</c:v>
                </c:pt>
                <c:pt idx="2082">
                  <c:v>-0.56740000000000002</c:v>
                </c:pt>
                <c:pt idx="2083">
                  <c:v>-0.45779999999999998</c:v>
                </c:pt>
                <c:pt idx="2084">
                  <c:v>-0.45779999999999998</c:v>
                </c:pt>
                <c:pt idx="2085">
                  <c:v>-0.3483</c:v>
                </c:pt>
                <c:pt idx="2086">
                  <c:v>-0.29349999999999998</c:v>
                </c:pt>
                <c:pt idx="2087">
                  <c:v>-0.2387</c:v>
                </c:pt>
                <c:pt idx="2088">
                  <c:v>-0.18390000000000001</c:v>
                </c:pt>
                <c:pt idx="2089">
                  <c:v>-0.12909999999999999</c:v>
                </c:pt>
                <c:pt idx="2090">
                  <c:v>-1.95E-2</c:v>
                </c:pt>
                <c:pt idx="2091">
                  <c:v>3.5299999999999998E-2</c:v>
                </c:pt>
                <c:pt idx="2092">
                  <c:v>9.01E-2</c:v>
                </c:pt>
                <c:pt idx="2093">
                  <c:v>0.19969999999999999</c:v>
                </c:pt>
                <c:pt idx="2094">
                  <c:v>0.2545</c:v>
                </c:pt>
                <c:pt idx="2095">
                  <c:v>0.30930000000000002</c:v>
                </c:pt>
                <c:pt idx="2096">
                  <c:v>0.36399999999999999</c:v>
                </c:pt>
                <c:pt idx="2097">
                  <c:v>0.47360000000000002</c:v>
                </c:pt>
                <c:pt idx="2098">
                  <c:v>0.52839999999999998</c:v>
                </c:pt>
                <c:pt idx="2099">
                  <c:v>0.58320000000000005</c:v>
                </c:pt>
                <c:pt idx="2100">
                  <c:v>0.69279999999999997</c:v>
                </c:pt>
                <c:pt idx="2101">
                  <c:v>0.74760000000000004</c:v>
                </c:pt>
                <c:pt idx="2102">
                  <c:v>0.8024</c:v>
                </c:pt>
                <c:pt idx="2103">
                  <c:v>0.85719999999999996</c:v>
                </c:pt>
                <c:pt idx="2104">
                  <c:v>0.96679999999999999</c:v>
                </c:pt>
                <c:pt idx="2105">
                  <c:v>1.0216000000000001</c:v>
                </c:pt>
                <c:pt idx="2106">
                  <c:v>1.0764</c:v>
                </c:pt>
                <c:pt idx="2107">
                  <c:v>1.1311</c:v>
                </c:pt>
                <c:pt idx="2108">
                  <c:v>1.2406999999999999</c:v>
                </c:pt>
                <c:pt idx="2109">
                  <c:v>1.2955000000000001</c:v>
                </c:pt>
                <c:pt idx="2110">
                  <c:v>1.2955000000000001</c:v>
                </c:pt>
                <c:pt idx="2111">
                  <c:v>1.4051</c:v>
                </c:pt>
                <c:pt idx="2112">
                  <c:v>1.4599</c:v>
                </c:pt>
                <c:pt idx="2113">
                  <c:v>1.5146999999999999</c:v>
                </c:pt>
                <c:pt idx="2114">
                  <c:v>1.5694999999999999</c:v>
                </c:pt>
                <c:pt idx="2115">
                  <c:v>1.6243000000000001</c:v>
                </c:pt>
                <c:pt idx="2116">
                  <c:v>1.6791</c:v>
                </c:pt>
                <c:pt idx="2117">
                  <c:v>1.7339</c:v>
                </c:pt>
                <c:pt idx="2118">
                  <c:v>1.7887</c:v>
                </c:pt>
                <c:pt idx="2119">
                  <c:v>1.8982000000000001</c:v>
                </c:pt>
                <c:pt idx="2120">
                  <c:v>1.9530000000000001</c:v>
                </c:pt>
                <c:pt idx="2121">
                  <c:v>2.0078</c:v>
                </c:pt>
                <c:pt idx="2122">
                  <c:v>2.0626000000000002</c:v>
                </c:pt>
                <c:pt idx="2123">
                  <c:v>2.1722000000000001</c:v>
                </c:pt>
                <c:pt idx="2124">
                  <c:v>2.1722000000000001</c:v>
                </c:pt>
                <c:pt idx="2125">
                  <c:v>2.2818000000000001</c:v>
                </c:pt>
                <c:pt idx="2126">
                  <c:v>2.3365999999999998</c:v>
                </c:pt>
                <c:pt idx="2127">
                  <c:v>2.3914</c:v>
                </c:pt>
                <c:pt idx="2128">
                  <c:v>2.4462000000000002</c:v>
                </c:pt>
                <c:pt idx="2129">
                  <c:v>2.5009999999999999</c:v>
                </c:pt>
                <c:pt idx="2130">
                  <c:v>2.6105</c:v>
                </c:pt>
                <c:pt idx="2131">
                  <c:v>2.6652999999999998</c:v>
                </c:pt>
                <c:pt idx="2132">
                  <c:v>2.7201</c:v>
                </c:pt>
                <c:pt idx="2133">
                  <c:v>2.8296999999999999</c:v>
                </c:pt>
                <c:pt idx="2134">
                  <c:v>2.8845000000000001</c:v>
                </c:pt>
                <c:pt idx="2135">
                  <c:v>2.9392999999999998</c:v>
                </c:pt>
                <c:pt idx="2136">
                  <c:v>3.0489000000000002</c:v>
                </c:pt>
                <c:pt idx="2137">
                  <c:v>3.1036999999999999</c:v>
                </c:pt>
                <c:pt idx="2138">
                  <c:v>3.1585000000000001</c:v>
                </c:pt>
                <c:pt idx="2139">
                  <c:v>3.2132999999999998</c:v>
                </c:pt>
                <c:pt idx="2140">
                  <c:v>3.2679999999999998</c:v>
                </c:pt>
                <c:pt idx="2141">
                  <c:v>3.3228</c:v>
                </c:pt>
                <c:pt idx="2142">
                  <c:v>3.3776000000000002</c:v>
                </c:pt>
                <c:pt idx="2143">
                  <c:v>3.4872000000000001</c:v>
                </c:pt>
                <c:pt idx="2144">
                  <c:v>3.5419999999999998</c:v>
                </c:pt>
                <c:pt idx="2145">
                  <c:v>3.5968</c:v>
                </c:pt>
                <c:pt idx="2146">
                  <c:v>3.6516000000000002</c:v>
                </c:pt>
                <c:pt idx="2147">
                  <c:v>3.7063999999999999</c:v>
                </c:pt>
                <c:pt idx="2148">
                  <c:v>3.7612000000000001</c:v>
                </c:pt>
                <c:pt idx="2149">
                  <c:v>3.8708</c:v>
                </c:pt>
                <c:pt idx="2150">
                  <c:v>3.9256000000000002</c:v>
                </c:pt>
                <c:pt idx="2151">
                  <c:v>3.9803000000000002</c:v>
                </c:pt>
                <c:pt idx="2152">
                  <c:v>4</c:v>
                </c:pt>
                <c:pt idx="2153">
                  <c:v>4</c:v>
                </c:pt>
                <c:pt idx="2154">
                  <c:v>4</c:v>
                </c:pt>
                <c:pt idx="2155">
                  <c:v>4</c:v>
                </c:pt>
                <c:pt idx="2156">
                  <c:v>4</c:v>
                </c:pt>
                <c:pt idx="2157">
                  <c:v>4</c:v>
                </c:pt>
                <c:pt idx="2158">
                  <c:v>4</c:v>
                </c:pt>
                <c:pt idx="2159">
                  <c:v>4</c:v>
                </c:pt>
                <c:pt idx="2160">
                  <c:v>4</c:v>
                </c:pt>
                <c:pt idx="2161">
                  <c:v>4</c:v>
                </c:pt>
                <c:pt idx="2162">
                  <c:v>4</c:v>
                </c:pt>
                <c:pt idx="2163">
                  <c:v>4</c:v>
                </c:pt>
                <c:pt idx="2164">
                  <c:v>4</c:v>
                </c:pt>
                <c:pt idx="2165">
                  <c:v>4</c:v>
                </c:pt>
                <c:pt idx="2166">
                  <c:v>4</c:v>
                </c:pt>
                <c:pt idx="2167">
                  <c:v>4</c:v>
                </c:pt>
                <c:pt idx="2168">
                  <c:v>4</c:v>
                </c:pt>
                <c:pt idx="2169">
                  <c:v>4</c:v>
                </c:pt>
                <c:pt idx="2170">
                  <c:v>4</c:v>
                </c:pt>
                <c:pt idx="2171">
                  <c:v>4</c:v>
                </c:pt>
                <c:pt idx="2172">
                  <c:v>4</c:v>
                </c:pt>
                <c:pt idx="2173">
                  <c:v>4</c:v>
                </c:pt>
                <c:pt idx="2174">
                  <c:v>4</c:v>
                </c:pt>
                <c:pt idx="2175">
                  <c:v>4</c:v>
                </c:pt>
                <c:pt idx="2176">
                  <c:v>4</c:v>
                </c:pt>
                <c:pt idx="2177">
                  <c:v>4</c:v>
                </c:pt>
                <c:pt idx="2178">
                  <c:v>4</c:v>
                </c:pt>
                <c:pt idx="2179">
                  <c:v>3.9693000000000001</c:v>
                </c:pt>
                <c:pt idx="2180">
                  <c:v>3.8618000000000001</c:v>
                </c:pt>
                <c:pt idx="2181">
                  <c:v>3.8079999999999998</c:v>
                </c:pt>
                <c:pt idx="2182">
                  <c:v>3.7542</c:v>
                </c:pt>
                <c:pt idx="2183">
                  <c:v>3.7004999999999999</c:v>
                </c:pt>
                <c:pt idx="2184">
                  <c:v>3.6467000000000001</c:v>
                </c:pt>
                <c:pt idx="2185">
                  <c:v>3.5929000000000002</c:v>
                </c:pt>
                <c:pt idx="2186">
                  <c:v>3.4853999999999998</c:v>
                </c:pt>
                <c:pt idx="2187">
                  <c:v>3.4318</c:v>
                </c:pt>
                <c:pt idx="2188">
                  <c:v>3.3246000000000002</c:v>
                </c:pt>
                <c:pt idx="2189">
                  <c:v>3.2709000000000001</c:v>
                </c:pt>
                <c:pt idx="2190">
                  <c:v>3.2172999999999998</c:v>
                </c:pt>
                <c:pt idx="2191">
                  <c:v>3.1637</c:v>
                </c:pt>
                <c:pt idx="2192">
                  <c:v>3.11</c:v>
                </c:pt>
                <c:pt idx="2193">
                  <c:v>3.0564</c:v>
                </c:pt>
                <c:pt idx="2194">
                  <c:v>3.0028000000000001</c:v>
                </c:pt>
                <c:pt idx="2195">
                  <c:v>2.9491000000000001</c:v>
                </c:pt>
                <c:pt idx="2196">
                  <c:v>2.8418999999999999</c:v>
                </c:pt>
                <c:pt idx="2197">
                  <c:v>2.7883</c:v>
                </c:pt>
                <c:pt idx="2198">
                  <c:v>2.7345999999999999</c:v>
                </c:pt>
                <c:pt idx="2199">
                  <c:v>2.681</c:v>
                </c:pt>
                <c:pt idx="2200">
                  <c:v>2.6274000000000002</c:v>
                </c:pt>
                <c:pt idx="2201">
                  <c:v>2.5200999999999998</c:v>
                </c:pt>
                <c:pt idx="2202">
                  <c:v>2.4664999999999999</c:v>
                </c:pt>
                <c:pt idx="2203">
                  <c:v>2.4127999999999998</c:v>
                </c:pt>
                <c:pt idx="2204">
                  <c:v>2.3592</c:v>
                </c:pt>
                <c:pt idx="2205">
                  <c:v>2.3056000000000001</c:v>
                </c:pt>
                <c:pt idx="2206">
                  <c:v>2.1983000000000001</c:v>
                </c:pt>
                <c:pt idx="2207">
                  <c:v>2.1446999999999998</c:v>
                </c:pt>
                <c:pt idx="2208">
                  <c:v>2.0911</c:v>
                </c:pt>
                <c:pt idx="2209">
                  <c:v>2.0373999999999999</c:v>
                </c:pt>
                <c:pt idx="2210">
                  <c:v>1.9838</c:v>
                </c:pt>
                <c:pt idx="2211">
                  <c:v>1.9301999999999999</c:v>
                </c:pt>
                <c:pt idx="2212">
                  <c:v>1.8229</c:v>
                </c:pt>
                <c:pt idx="2213">
                  <c:v>1.7693000000000001</c:v>
                </c:pt>
                <c:pt idx="2214">
                  <c:v>1.7156</c:v>
                </c:pt>
                <c:pt idx="2215">
                  <c:v>1.6619999999999999</c:v>
                </c:pt>
                <c:pt idx="2216">
                  <c:v>1.6084000000000001</c:v>
                </c:pt>
                <c:pt idx="2217">
                  <c:v>1.5548</c:v>
                </c:pt>
                <c:pt idx="2218">
                  <c:v>1.4475</c:v>
                </c:pt>
                <c:pt idx="2219">
                  <c:v>1.3938999999999999</c:v>
                </c:pt>
                <c:pt idx="2220">
                  <c:v>1.3402000000000001</c:v>
                </c:pt>
                <c:pt idx="2221">
                  <c:v>1.2330000000000001</c:v>
                </c:pt>
                <c:pt idx="2222">
                  <c:v>1.1793</c:v>
                </c:pt>
                <c:pt idx="2223">
                  <c:v>1.1256999999999999</c:v>
                </c:pt>
                <c:pt idx="2224">
                  <c:v>1.0721000000000001</c:v>
                </c:pt>
                <c:pt idx="2225">
                  <c:v>0.96479999999999999</c:v>
                </c:pt>
                <c:pt idx="2226">
                  <c:v>0.91120000000000001</c:v>
                </c:pt>
                <c:pt idx="2227">
                  <c:v>0.85760000000000003</c:v>
                </c:pt>
                <c:pt idx="2228">
                  <c:v>0.80389999999999995</c:v>
                </c:pt>
                <c:pt idx="2229">
                  <c:v>0.75029999999999997</c:v>
                </c:pt>
                <c:pt idx="2230">
                  <c:v>0.69669999999999999</c:v>
                </c:pt>
                <c:pt idx="2231">
                  <c:v>0.64300000000000002</c:v>
                </c:pt>
                <c:pt idx="2232">
                  <c:v>0.58940000000000003</c:v>
                </c:pt>
                <c:pt idx="2233">
                  <c:v>0.53580000000000005</c:v>
                </c:pt>
                <c:pt idx="2234">
                  <c:v>0.48209999999999997</c:v>
                </c:pt>
                <c:pt idx="2235">
                  <c:v>0.42849999999999999</c:v>
                </c:pt>
                <c:pt idx="2236">
                  <c:v>0.37490000000000001</c:v>
                </c:pt>
                <c:pt idx="2237">
                  <c:v>0.32129999999999997</c:v>
                </c:pt>
                <c:pt idx="2238">
                  <c:v>0.214</c:v>
                </c:pt>
                <c:pt idx="2239">
                  <c:v>0.16039999999999999</c:v>
                </c:pt>
                <c:pt idx="2240">
                  <c:v>0.1067</c:v>
                </c:pt>
                <c:pt idx="2241">
                  <c:v>5.3100000000000001E-2</c:v>
                </c:pt>
                <c:pt idx="2242">
                  <c:v>-5.4199999999999998E-2</c:v>
                </c:pt>
                <c:pt idx="2243">
                  <c:v>-0.10780000000000001</c:v>
                </c:pt>
                <c:pt idx="2244">
                  <c:v>-0.16139999999999999</c:v>
                </c:pt>
                <c:pt idx="2245">
                  <c:v>-0.215</c:v>
                </c:pt>
                <c:pt idx="2246">
                  <c:v>-0.26869999999999999</c:v>
                </c:pt>
                <c:pt idx="2247">
                  <c:v>-0.32229999999999998</c:v>
                </c:pt>
                <c:pt idx="2248">
                  <c:v>-0.37590000000000001</c:v>
                </c:pt>
                <c:pt idx="2249">
                  <c:v>-0.48320000000000002</c:v>
                </c:pt>
                <c:pt idx="2250">
                  <c:v>-0.53680000000000005</c:v>
                </c:pt>
                <c:pt idx="2251">
                  <c:v>-0.59050000000000002</c:v>
                </c:pt>
                <c:pt idx="2252">
                  <c:v>-0.64410000000000001</c:v>
                </c:pt>
                <c:pt idx="2253">
                  <c:v>-0.69769999999999999</c:v>
                </c:pt>
                <c:pt idx="2254">
                  <c:v>-0.75139999999999996</c:v>
                </c:pt>
                <c:pt idx="2255">
                  <c:v>-0.80500000000000005</c:v>
                </c:pt>
                <c:pt idx="2256">
                  <c:v>-0.91220000000000001</c:v>
                </c:pt>
                <c:pt idx="2257">
                  <c:v>-0.96589999999999998</c:v>
                </c:pt>
                <c:pt idx="2258">
                  <c:v>-1.0195000000000001</c:v>
                </c:pt>
                <c:pt idx="2259">
                  <c:v>-1.0730999999999999</c:v>
                </c:pt>
                <c:pt idx="2260">
                  <c:v>-1.1268</c:v>
                </c:pt>
                <c:pt idx="2261">
                  <c:v>-1.1803999999999999</c:v>
                </c:pt>
                <c:pt idx="2262">
                  <c:v>-1.234</c:v>
                </c:pt>
                <c:pt idx="2263">
                  <c:v>-1.3412999999999999</c:v>
                </c:pt>
                <c:pt idx="2264">
                  <c:v>-1.3949</c:v>
                </c:pt>
                <c:pt idx="2265">
                  <c:v>-1.4484999999999999</c:v>
                </c:pt>
                <c:pt idx="2266">
                  <c:v>-1.5022</c:v>
                </c:pt>
                <c:pt idx="2267">
                  <c:v>-1.5558000000000001</c:v>
                </c:pt>
                <c:pt idx="2268">
                  <c:v>-1.6093999999999999</c:v>
                </c:pt>
                <c:pt idx="2269">
                  <c:v>-1.6631</c:v>
                </c:pt>
                <c:pt idx="2270">
                  <c:v>-1.7703</c:v>
                </c:pt>
                <c:pt idx="2271">
                  <c:v>-1.8240000000000001</c:v>
                </c:pt>
                <c:pt idx="2272">
                  <c:v>-1.8775999999999999</c:v>
                </c:pt>
                <c:pt idx="2273">
                  <c:v>-1.9312</c:v>
                </c:pt>
                <c:pt idx="2274">
                  <c:v>-1.9849000000000001</c:v>
                </c:pt>
                <c:pt idx="2275">
                  <c:v>-2.0920999999999998</c:v>
                </c:pt>
                <c:pt idx="2276">
                  <c:v>-2.1457000000000002</c:v>
                </c:pt>
                <c:pt idx="2277">
                  <c:v>-2.1993999999999998</c:v>
                </c:pt>
                <c:pt idx="2278">
                  <c:v>-2.3066</c:v>
                </c:pt>
                <c:pt idx="2279">
                  <c:v>-2.3603000000000001</c:v>
                </c:pt>
                <c:pt idx="2280">
                  <c:v>-2.4138999999999999</c:v>
                </c:pt>
                <c:pt idx="2281">
                  <c:v>-2.4674999999999998</c:v>
                </c:pt>
                <c:pt idx="2282">
                  <c:v>-2.5748000000000002</c:v>
                </c:pt>
                <c:pt idx="2283">
                  <c:v>-2.6284000000000001</c:v>
                </c:pt>
                <c:pt idx="2284">
                  <c:v>-2.6819999999999999</c:v>
                </c:pt>
                <c:pt idx="2285">
                  <c:v>-2.7357</c:v>
                </c:pt>
                <c:pt idx="2286">
                  <c:v>-2.7892999999999999</c:v>
                </c:pt>
                <c:pt idx="2287">
                  <c:v>-2.8965999999999998</c:v>
                </c:pt>
                <c:pt idx="2288">
                  <c:v>-2.9502000000000002</c:v>
                </c:pt>
                <c:pt idx="2289">
                  <c:v>-3.0038</c:v>
                </c:pt>
                <c:pt idx="2290">
                  <c:v>-3.0575000000000001</c:v>
                </c:pt>
                <c:pt idx="2291">
                  <c:v>-3.1111</c:v>
                </c:pt>
                <c:pt idx="2292">
                  <c:v>-3.1646999999999998</c:v>
                </c:pt>
                <c:pt idx="2293">
                  <c:v>-3.2183000000000002</c:v>
                </c:pt>
                <c:pt idx="2294">
                  <c:v>-3.2719999999999998</c:v>
                </c:pt>
                <c:pt idx="2295">
                  <c:v>-3.3256000000000001</c:v>
                </c:pt>
                <c:pt idx="2296">
                  <c:v>-3.3792</c:v>
                </c:pt>
                <c:pt idx="2297">
                  <c:v>-3.4864999999999999</c:v>
                </c:pt>
                <c:pt idx="2298">
                  <c:v>-3.5400999999999998</c:v>
                </c:pt>
                <c:pt idx="2299">
                  <c:v>-3.5937999999999999</c:v>
                </c:pt>
                <c:pt idx="2300">
                  <c:v>-3.6474000000000002</c:v>
                </c:pt>
                <c:pt idx="2301">
                  <c:v>-3.7010000000000001</c:v>
                </c:pt>
                <c:pt idx="2302">
                  <c:v>-3.7547000000000001</c:v>
                </c:pt>
                <c:pt idx="2303">
                  <c:v>-3.8618999999999999</c:v>
                </c:pt>
                <c:pt idx="2304">
                  <c:v>-3.9155000000000002</c:v>
                </c:pt>
                <c:pt idx="2305">
                  <c:v>-3.9691999999999998</c:v>
                </c:pt>
                <c:pt idx="2306">
                  <c:v>-4.0228000000000002</c:v>
                </c:pt>
                <c:pt idx="2307">
                  <c:v>-4.1300999999999997</c:v>
                </c:pt>
                <c:pt idx="2308">
                  <c:v>-4.1837</c:v>
                </c:pt>
                <c:pt idx="2309">
                  <c:v>-4.2373000000000003</c:v>
                </c:pt>
                <c:pt idx="2310">
                  <c:v>-4.3445999999999998</c:v>
                </c:pt>
                <c:pt idx="2311">
                  <c:v>-4.4000000000000004</c:v>
                </c:pt>
                <c:pt idx="2312">
                  <c:v>-4.4000000000000004</c:v>
                </c:pt>
                <c:pt idx="2313">
                  <c:v>-4.4000000000000004</c:v>
                </c:pt>
                <c:pt idx="2314">
                  <c:v>-4.4000000000000004</c:v>
                </c:pt>
                <c:pt idx="2315">
                  <c:v>-4.4000000000000004</c:v>
                </c:pt>
                <c:pt idx="2316">
                  <c:v>-4.4000000000000004</c:v>
                </c:pt>
                <c:pt idx="2317">
                  <c:v>-4.4000000000000004</c:v>
                </c:pt>
                <c:pt idx="2318">
                  <c:v>-4.4000000000000004</c:v>
                </c:pt>
                <c:pt idx="2319">
                  <c:v>-4.3471000000000002</c:v>
                </c:pt>
                <c:pt idx="2320">
                  <c:v>-4.2374000000000001</c:v>
                </c:pt>
                <c:pt idx="2321">
                  <c:v>-4.1825000000000001</c:v>
                </c:pt>
                <c:pt idx="2322">
                  <c:v>-4.1276000000000002</c:v>
                </c:pt>
                <c:pt idx="2323">
                  <c:v>-4.0728</c:v>
                </c:pt>
                <c:pt idx="2324">
                  <c:v>-4.0179</c:v>
                </c:pt>
                <c:pt idx="2325">
                  <c:v>-3.9630000000000001</c:v>
                </c:pt>
                <c:pt idx="2326">
                  <c:v>-3.8532999999999999</c:v>
                </c:pt>
                <c:pt idx="2327">
                  <c:v>-3.7985000000000002</c:v>
                </c:pt>
                <c:pt idx="2328">
                  <c:v>-3.7435999999999998</c:v>
                </c:pt>
                <c:pt idx="2329">
                  <c:v>-3.6339000000000001</c:v>
                </c:pt>
                <c:pt idx="2330">
                  <c:v>-3.5790000000000002</c:v>
                </c:pt>
                <c:pt idx="2331">
                  <c:v>-3.5242</c:v>
                </c:pt>
                <c:pt idx="2332">
                  <c:v>-3.4693000000000001</c:v>
                </c:pt>
                <c:pt idx="2333">
                  <c:v>-3.4144000000000001</c:v>
                </c:pt>
                <c:pt idx="2334">
                  <c:v>-3.3595999999999999</c:v>
                </c:pt>
                <c:pt idx="2335">
                  <c:v>-3.3047</c:v>
                </c:pt>
                <c:pt idx="2336">
                  <c:v>-3.1949999999999998</c:v>
                </c:pt>
                <c:pt idx="2337">
                  <c:v>-3.1949999999999998</c:v>
                </c:pt>
                <c:pt idx="2338">
                  <c:v>-3.1400999999999999</c:v>
                </c:pt>
                <c:pt idx="2339">
                  <c:v>-3.0304000000000002</c:v>
                </c:pt>
                <c:pt idx="2340">
                  <c:v>-2.9754999999999998</c:v>
                </c:pt>
                <c:pt idx="2341">
                  <c:v>-2.9207000000000001</c:v>
                </c:pt>
                <c:pt idx="2342">
                  <c:v>-2.8109000000000002</c:v>
                </c:pt>
                <c:pt idx="2343">
                  <c:v>-2.8109000000000002</c:v>
                </c:pt>
                <c:pt idx="2344">
                  <c:v>-2.7012</c:v>
                </c:pt>
                <c:pt idx="2345">
                  <c:v>-2.6463999999999999</c:v>
                </c:pt>
                <c:pt idx="2346">
                  <c:v>-2.5914999999999999</c:v>
                </c:pt>
                <c:pt idx="2347">
                  <c:v>-2.5366</c:v>
                </c:pt>
                <c:pt idx="2348">
                  <c:v>-2.4268999999999998</c:v>
                </c:pt>
                <c:pt idx="2349">
                  <c:v>-2.3721000000000001</c:v>
                </c:pt>
                <c:pt idx="2350">
                  <c:v>-2.3172000000000001</c:v>
                </c:pt>
                <c:pt idx="2351">
                  <c:v>-2.2623000000000002</c:v>
                </c:pt>
                <c:pt idx="2352">
                  <c:v>-2.2075</c:v>
                </c:pt>
                <c:pt idx="2353">
                  <c:v>-2.1526000000000001</c:v>
                </c:pt>
                <c:pt idx="2354">
                  <c:v>-2.0428999999999999</c:v>
                </c:pt>
                <c:pt idx="2355">
                  <c:v>-1.988</c:v>
                </c:pt>
                <c:pt idx="2356">
                  <c:v>-1.9332</c:v>
                </c:pt>
                <c:pt idx="2357">
                  <c:v>-1.8233999999999999</c:v>
                </c:pt>
                <c:pt idx="2358">
                  <c:v>-1.8233999999999999</c:v>
                </c:pt>
                <c:pt idx="2359">
                  <c:v>-1.7137</c:v>
                </c:pt>
                <c:pt idx="2360">
                  <c:v>-1.6589</c:v>
                </c:pt>
                <c:pt idx="2361">
                  <c:v>-1.6040000000000001</c:v>
                </c:pt>
                <c:pt idx="2362">
                  <c:v>-1.4943</c:v>
                </c:pt>
                <c:pt idx="2363">
                  <c:v>-1.4394</c:v>
                </c:pt>
                <c:pt idx="2364">
                  <c:v>-1.3845000000000001</c:v>
                </c:pt>
                <c:pt idx="2365">
                  <c:v>-1.3297000000000001</c:v>
                </c:pt>
                <c:pt idx="2366">
                  <c:v>-1.2747999999999999</c:v>
                </c:pt>
                <c:pt idx="2367">
                  <c:v>-1.22</c:v>
                </c:pt>
                <c:pt idx="2368">
                  <c:v>-1.1651</c:v>
                </c:pt>
                <c:pt idx="2369">
                  <c:v>-1.0553999999999999</c:v>
                </c:pt>
                <c:pt idx="2370">
                  <c:v>-1.0004999999999999</c:v>
                </c:pt>
                <c:pt idx="2371">
                  <c:v>-0.9456</c:v>
                </c:pt>
                <c:pt idx="2372">
                  <c:v>-0.89080000000000004</c:v>
                </c:pt>
                <c:pt idx="2373">
                  <c:v>-0.83589999999999998</c:v>
                </c:pt>
                <c:pt idx="2374">
                  <c:v>-0.78110000000000002</c:v>
                </c:pt>
                <c:pt idx="2375">
                  <c:v>-0.72619999999999996</c:v>
                </c:pt>
                <c:pt idx="2376">
                  <c:v>-0.67130000000000001</c:v>
                </c:pt>
                <c:pt idx="2377">
                  <c:v>-0.56159999999999999</c:v>
                </c:pt>
                <c:pt idx="2378">
                  <c:v>-0.50680000000000003</c:v>
                </c:pt>
                <c:pt idx="2379">
                  <c:v>-0.45190000000000002</c:v>
                </c:pt>
                <c:pt idx="2380">
                  <c:v>-0.3422</c:v>
                </c:pt>
                <c:pt idx="2381">
                  <c:v>-0.2873</c:v>
                </c:pt>
                <c:pt idx="2382">
                  <c:v>-0.2324</c:v>
                </c:pt>
                <c:pt idx="2383">
                  <c:v>-0.17760000000000001</c:v>
                </c:pt>
                <c:pt idx="2384">
                  <c:v>-0.1227</c:v>
                </c:pt>
                <c:pt idx="2385">
                  <c:v>-6.7900000000000002E-2</c:v>
                </c:pt>
                <c:pt idx="2386">
                  <c:v>4.19E-2</c:v>
                </c:pt>
                <c:pt idx="2387">
                  <c:v>9.6699999999999994E-2</c:v>
                </c:pt>
                <c:pt idx="2388">
                  <c:v>0.15160000000000001</c:v>
                </c:pt>
                <c:pt idx="2389">
                  <c:v>0.20649999999999999</c:v>
                </c:pt>
                <c:pt idx="2390">
                  <c:v>0.26129999999999998</c:v>
                </c:pt>
                <c:pt idx="2391">
                  <c:v>0.31619999999999998</c:v>
                </c:pt>
                <c:pt idx="2392">
                  <c:v>0.371</c:v>
                </c:pt>
                <c:pt idx="2393">
                  <c:v>0.48080000000000001</c:v>
                </c:pt>
                <c:pt idx="2394">
                  <c:v>0.53559999999999997</c:v>
                </c:pt>
                <c:pt idx="2395">
                  <c:v>0.59050000000000002</c:v>
                </c:pt>
                <c:pt idx="2396">
                  <c:v>0.64529999999999998</c:v>
                </c:pt>
                <c:pt idx="2397">
                  <c:v>0.70020000000000004</c:v>
                </c:pt>
                <c:pt idx="2398">
                  <c:v>0.80989999999999995</c:v>
                </c:pt>
                <c:pt idx="2399">
                  <c:v>0.86480000000000001</c:v>
                </c:pt>
                <c:pt idx="2400">
                  <c:v>0.91969999999999996</c:v>
                </c:pt>
                <c:pt idx="2401">
                  <c:v>0.97450000000000003</c:v>
                </c:pt>
                <c:pt idx="2402">
                  <c:v>1.0294000000000001</c:v>
                </c:pt>
                <c:pt idx="2403">
                  <c:v>1.1391</c:v>
                </c:pt>
                <c:pt idx="2404">
                  <c:v>1.194</c:v>
                </c:pt>
                <c:pt idx="2405">
                  <c:v>1.2487999999999999</c:v>
                </c:pt>
                <c:pt idx="2406">
                  <c:v>1.3037000000000001</c:v>
                </c:pt>
                <c:pt idx="2407">
                  <c:v>1.3585</c:v>
                </c:pt>
                <c:pt idx="2408">
                  <c:v>1.4682999999999999</c:v>
                </c:pt>
                <c:pt idx="2409">
                  <c:v>1.5230999999999999</c:v>
                </c:pt>
                <c:pt idx="2410">
                  <c:v>1.5780000000000001</c:v>
                </c:pt>
                <c:pt idx="2411">
                  <c:v>1.6329</c:v>
                </c:pt>
                <c:pt idx="2412">
                  <c:v>1.7425999999999999</c:v>
                </c:pt>
                <c:pt idx="2413">
                  <c:v>1.7974000000000001</c:v>
                </c:pt>
                <c:pt idx="2414">
                  <c:v>1.8523000000000001</c:v>
                </c:pt>
                <c:pt idx="2415">
                  <c:v>1.9072</c:v>
                </c:pt>
                <c:pt idx="2416">
                  <c:v>1.962</c:v>
                </c:pt>
                <c:pt idx="2417">
                  <c:v>2.0169000000000001</c:v>
                </c:pt>
                <c:pt idx="2418">
                  <c:v>2.1265999999999998</c:v>
                </c:pt>
                <c:pt idx="2419">
                  <c:v>2.1815000000000002</c:v>
                </c:pt>
                <c:pt idx="2420">
                  <c:v>2.2363</c:v>
                </c:pt>
                <c:pt idx="2421">
                  <c:v>2.2911999999999999</c:v>
                </c:pt>
                <c:pt idx="2422">
                  <c:v>2.3460999999999999</c:v>
                </c:pt>
                <c:pt idx="2423">
                  <c:v>2.4009</c:v>
                </c:pt>
                <c:pt idx="2424">
                  <c:v>2.4558</c:v>
                </c:pt>
                <c:pt idx="2425">
                  <c:v>2.5655000000000001</c:v>
                </c:pt>
                <c:pt idx="2426">
                  <c:v>2.6204000000000001</c:v>
                </c:pt>
                <c:pt idx="2427">
                  <c:v>2.6751999999999998</c:v>
                </c:pt>
                <c:pt idx="2428">
                  <c:v>2.7301000000000002</c:v>
                </c:pt>
                <c:pt idx="2429">
                  <c:v>2.8397999999999999</c:v>
                </c:pt>
                <c:pt idx="2430">
                  <c:v>2.8946999999999998</c:v>
                </c:pt>
                <c:pt idx="2431">
                  <c:v>2.9495</c:v>
                </c:pt>
                <c:pt idx="2432">
                  <c:v>3.0592999999999999</c:v>
                </c:pt>
                <c:pt idx="2433">
                  <c:v>3.1141000000000001</c:v>
                </c:pt>
                <c:pt idx="2434">
                  <c:v>3.169</c:v>
                </c:pt>
                <c:pt idx="2435">
                  <c:v>3.2239</c:v>
                </c:pt>
                <c:pt idx="2436">
                  <c:v>3.2787000000000002</c:v>
                </c:pt>
                <c:pt idx="2437">
                  <c:v>3.3336000000000001</c:v>
                </c:pt>
                <c:pt idx="2438">
                  <c:v>3.3883999999999999</c:v>
                </c:pt>
                <c:pt idx="2439">
                  <c:v>3.4982000000000002</c:v>
                </c:pt>
                <c:pt idx="2440">
                  <c:v>3.5529999999999999</c:v>
                </c:pt>
                <c:pt idx="2441">
                  <c:v>3.6078999999999999</c:v>
                </c:pt>
                <c:pt idx="2442">
                  <c:v>3.6627000000000001</c:v>
                </c:pt>
                <c:pt idx="2443">
                  <c:v>3.7176</c:v>
                </c:pt>
                <c:pt idx="2444">
                  <c:v>3.8273000000000001</c:v>
                </c:pt>
                <c:pt idx="2445">
                  <c:v>3.8822000000000001</c:v>
                </c:pt>
                <c:pt idx="2446">
                  <c:v>3.9371</c:v>
                </c:pt>
                <c:pt idx="2447">
                  <c:v>3.9918999999999998</c:v>
                </c:pt>
                <c:pt idx="2448">
                  <c:v>4</c:v>
                </c:pt>
                <c:pt idx="2449">
                  <c:v>4</c:v>
                </c:pt>
                <c:pt idx="2450">
                  <c:v>4</c:v>
                </c:pt>
                <c:pt idx="2451">
                  <c:v>4</c:v>
                </c:pt>
                <c:pt idx="2452">
                  <c:v>4</c:v>
                </c:pt>
                <c:pt idx="2453">
                  <c:v>4</c:v>
                </c:pt>
                <c:pt idx="2454">
                  <c:v>4</c:v>
                </c:pt>
                <c:pt idx="2455">
                  <c:v>4</c:v>
                </c:pt>
                <c:pt idx="2456">
                  <c:v>4</c:v>
                </c:pt>
                <c:pt idx="2457">
                  <c:v>4</c:v>
                </c:pt>
                <c:pt idx="2458">
                  <c:v>4</c:v>
                </c:pt>
                <c:pt idx="2459">
                  <c:v>4</c:v>
                </c:pt>
                <c:pt idx="2460">
                  <c:v>4</c:v>
                </c:pt>
                <c:pt idx="2461">
                  <c:v>4</c:v>
                </c:pt>
                <c:pt idx="2462">
                  <c:v>4</c:v>
                </c:pt>
                <c:pt idx="2463">
                  <c:v>4</c:v>
                </c:pt>
                <c:pt idx="2464">
                  <c:v>4</c:v>
                </c:pt>
                <c:pt idx="2465">
                  <c:v>4</c:v>
                </c:pt>
                <c:pt idx="2466">
                  <c:v>4</c:v>
                </c:pt>
                <c:pt idx="2467">
                  <c:v>4</c:v>
                </c:pt>
                <c:pt idx="2468">
                  <c:v>4</c:v>
                </c:pt>
                <c:pt idx="2469">
                  <c:v>4</c:v>
                </c:pt>
                <c:pt idx="2470">
                  <c:v>4</c:v>
                </c:pt>
                <c:pt idx="2471">
                  <c:v>4</c:v>
                </c:pt>
                <c:pt idx="2472">
                  <c:v>4</c:v>
                </c:pt>
                <c:pt idx="2473">
                  <c:v>4</c:v>
                </c:pt>
                <c:pt idx="2474">
                  <c:v>3.9533999999999998</c:v>
                </c:pt>
                <c:pt idx="2475">
                  <c:v>3.8996</c:v>
                </c:pt>
                <c:pt idx="2476">
                  <c:v>3.8458000000000001</c:v>
                </c:pt>
                <c:pt idx="2477">
                  <c:v>3.7381000000000002</c:v>
                </c:pt>
                <c:pt idx="2478">
                  <c:v>3.6842999999999999</c:v>
                </c:pt>
                <c:pt idx="2479">
                  <c:v>3.6303999999999998</c:v>
                </c:pt>
                <c:pt idx="2480">
                  <c:v>3.5228000000000002</c:v>
                </c:pt>
                <c:pt idx="2481">
                  <c:v>3.4689000000000001</c:v>
                </c:pt>
                <c:pt idx="2482">
                  <c:v>3.4150999999999998</c:v>
                </c:pt>
                <c:pt idx="2483">
                  <c:v>3.3612000000000002</c:v>
                </c:pt>
                <c:pt idx="2484">
                  <c:v>3.3075000000000001</c:v>
                </c:pt>
                <c:pt idx="2485">
                  <c:v>3.2000999999999999</c:v>
                </c:pt>
                <c:pt idx="2486">
                  <c:v>3.1463999999999999</c:v>
                </c:pt>
                <c:pt idx="2487">
                  <c:v>3.0926999999999998</c:v>
                </c:pt>
                <c:pt idx="2488">
                  <c:v>2.9853000000000001</c:v>
                </c:pt>
                <c:pt idx="2489">
                  <c:v>2.9316</c:v>
                </c:pt>
                <c:pt idx="2490">
                  <c:v>2.8778999999999999</c:v>
                </c:pt>
                <c:pt idx="2491">
                  <c:v>2.8241999999999998</c:v>
                </c:pt>
                <c:pt idx="2492">
                  <c:v>2.7168000000000001</c:v>
                </c:pt>
                <c:pt idx="2493">
                  <c:v>2.6631</c:v>
                </c:pt>
                <c:pt idx="2494">
                  <c:v>2.6093999999999999</c:v>
                </c:pt>
                <c:pt idx="2495">
                  <c:v>2.5556999999999999</c:v>
                </c:pt>
                <c:pt idx="2496">
                  <c:v>2.5019999999999998</c:v>
                </c:pt>
                <c:pt idx="2497">
                  <c:v>2.3946000000000001</c:v>
                </c:pt>
                <c:pt idx="2498">
                  <c:v>2.3409</c:v>
                </c:pt>
                <c:pt idx="2499">
                  <c:v>2.2871999999999999</c:v>
                </c:pt>
                <c:pt idx="2500">
                  <c:v>2.2334999999999998</c:v>
                </c:pt>
                <c:pt idx="2501">
                  <c:v>2.1798000000000002</c:v>
                </c:pt>
                <c:pt idx="2502">
                  <c:v>2.0724</c:v>
                </c:pt>
                <c:pt idx="2503">
                  <c:v>2.0186999999999999</c:v>
                </c:pt>
                <c:pt idx="2504">
                  <c:v>1.9650000000000001</c:v>
                </c:pt>
                <c:pt idx="2505">
                  <c:v>1.9113</c:v>
                </c:pt>
                <c:pt idx="2506">
                  <c:v>1.8575999999999999</c:v>
                </c:pt>
                <c:pt idx="2507">
                  <c:v>1.8039000000000001</c:v>
                </c:pt>
                <c:pt idx="2508">
                  <c:v>1.7502</c:v>
                </c:pt>
                <c:pt idx="2509">
                  <c:v>1.6428</c:v>
                </c:pt>
                <c:pt idx="2510">
                  <c:v>1.5891</c:v>
                </c:pt>
                <c:pt idx="2511">
                  <c:v>1.5354000000000001</c:v>
                </c:pt>
                <c:pt idx="2512">
                  <c:v>1.4817</c:v>
                </c:pt>
                <c:pt idx="2513">
                  <c:v>1.3743000000000001</c:v>
                </c:pt>
                <c:pt idx="2514">
                  <c:v>1.3206</c:v>
                </c:pt>
                <c:pt idx="2515">
                  <c:v>1.2668999999999999</c:v>
                </c:pt>
                <c:pt idx="2516">
                  <c:v>1.2132000000000001</c:v>
                </c:pt>
                <c:pt idx="2517">
                  <c:v>1.1595</c:v>
                </c:pt>
                <c:pt idx="2518">
                  <c:v>1.1057999999999999</c:v>
                </c:pt>
                <c:pt idx="2519">
                  <c:v>1.0521</c:v>
                </c:pt>
                <c:pt idx="2520">
                  <c:v>0.99839999999999995</c:v>
                </c:pt>
                <c:pt idx="2521">
                  <c:v>0.94469999999999998</c:v>
                </c:pt>
                <c:pt idx="2522">
                  <c:v>0.83730000000000004</c:v>
                </c:pt>
                <c:pt idx="2523">
                  <c:v>0.78359999999999996</c:v>
                </c:pt>
                <c:pt idx="2524">
                  <c:v>0.72989999999999999</c:v>
                </c:pt>
                <c:pt idx="2525">
                  <c:v>0.62250000000000005</c:v>
                </c:pt>
                <c:pt idx="2526">
                  <c:v>0.56879999999999997</c:v>
                </c:pt>
                <c:pt idx="2527">
                  <c:v>0.5151</c:v>
                </c:pt>
                <c:pt idx="2528">
                  <c:v>0.40770000000000001</c:v>
                </c:pt>
                <c:pt idx="2529">
                  <c:v>0.35399999999999998</c:v>
                </c:pt>
                <c:pt idx="2530">
                  <c:v>0.30030000000000001</c:v>
                </c:pt>
                <c:pt idx="2531">
                  <c:v>0.24660000000000001</c:v>
                </c:pt>
                <c:pt idx="2532">
                  <c:v>0.19289999999999999</c:v>
                </c:pt>
                <c:pt idx="2533">
                  <c:v>8.5500000000000007E-2</c:v>
                </c:pt>
                <c:pt idx="2534">
                  <c:v>3.1800000000000002E-2</c:v>
                </c:pt>
                <c:pt idx="2535">
                  <c:v>-2.1899999999999999E-2</c:v>
                </c:pt>
                <c:pt idx="2536">
                  <c:v>-7.5600000000000001E-2</c:v>
                </c:pt>
                <c:pt idx="2537">
                  <c:v>-0.1293</c:v>
                </c:pt>
                <c:pt idx="2538">
                  <c:v>-0.23669999999999999</c:v>
                </c:pt>
                <c:pt idx="2539">
                  <c:v>-0.29039999999999999</c:v>
                </c:pt>
                <c:pt idx="2540">
                  <c:v>-0.34410000000000002</c:v>
                </c:pt>
                <c:pt idx="2541">
                  <c:v>-0.39779999999999999</c:v>
                </c:pt>
                <c:pt idx="2542">
                  <c:v>-0.50519999999999998</c:v>
                </c:pt>
                <c:pt idx="2543">
                  <c:v>-0.50519999999999998</c:v>
                </c:pt>
                <c:pt idx="2544">
                  <c:v>-0.61260000000000003</c:v>
                </c:pt>
                <c:pt idx="2545">
                  <c:v>-0.6663</c:v>
                </c:pt>
                <c:pt idx="2546">
                  <c:v>-6.6799999999999998E-2</c:v>
                </c:pt>
                <c:pt idx="2547">
                  <c:v>-1.9699999999999999E-2</c:v>
                </c:pt>
                <c:pt idx="2548">
                  <c:v>2.7400000000000001E-2</c:v>
                </c:pt>
                <c:pt idx="2549">
                  <c:v>0.1215</c:v>
                </c:pt>
              </c:numCache>
            </c:numRef>
          </c:val>
          <c:smooth val="0"/>
          <c:extLst>
            <c:ext xmlns:c16="http://schemas.microsoft.com/office/drawing/2014/chart" uri="{C3380CC4-5D6E-409C-BE32-E72D297353CC}">
              <c16:uniqueId val="{00000000-194D-4926-85A8-83EA8778EB61}"/>
            </c:ext>
          </c:extLst>
        </c:ser>
        <c:ser>
          <c:idx val="1"/>
          <c:order val="1"/>
          <c:tx>
            <c:strRef>
              <c:f>Sheet1!$C$1</c:f>
              <c:strCache>
                <c:ptCount val="1"/>
                <c:pt idx="0">
                  <c:v>Paddle position</c:v>
                </c:pt>
              </c:strCache>
            </c:strRef>
          </c:tx>
          <c:spPr>
            <a:solidFill>
              <a:srgbClr val="FFC400"/>
            </a:solidFill>
            <a:ln>
              <a:noFill/>
            </a:ln>
            <a:effectLst/>
            <a:sp3d/>
          </c:spPr>
          <c:cat>
            <c:numRef>
              <c:f>Sheet1!$A$2:$A$2551</c:f>
              <c:numCache>
                <c:formatCode>General</c:formatCode>
                <c:ptCount val="2550"/>
                <c:pt idx="1">
                  <c:v>2.7900000000000001E-2</c:v>
                </c:pt>
                <c:pt idx="2">
                  <c:v>4.9200000000000001E-2</c:v>
                </c:pt>
                <c:pt idx="3">
                  <c:v>7.3800000000000004E-2</c:v>
                </c:pt>
                <c:pt idx="4">
                  <c:v>0.10009999999999999</c:v>
                </c:pt>
                <c:pt idx="5">
                  <c:v>0.12330000000000001</c:v>
                </c:pt>
                <c:pt idx="6">
                  <c:v>0.1444</c:v>
                </c:pt>
                <c:pt idx="7">
                  <c:v>0.17050000000000001</c:v>
                </c:pt>
                <c:pt idx="8">
                  <c:v>0.19270000000000001</c:v>
                </c:pt>
                <c:pt idx="9">
                  <c:v>0.21540000000000001</c:v>
                </c:pt>
                <c:pt idx="10">
                  <c:v>0.2387</c:v>
                </c:pt>
                <c:pt idx="11">
                  <c:v>0.26</c:v>
                </c:pt>
                <c:pt idx="12">
                  <c:v>0.28320000000000001</c:v>
                </c:pt>
                <c:pt idx="13">
                  <c:v>0.30499999999999999</c:v>
                </c:pt>
                <c:pt idx="14">
                  <c:v>0.32719999999999999</c:v>
                </c:pt>
                <c:pt idx="15">
                  <c:v>0.34849999999999998</c:v>
                </c:pt>
                <c:pt idx="16">
                  <c:v>0.36930000000000002</c:v>
                </c:pt>
                <c:pt idx="17">
                  <c:v>0.39529999999999998</c:v>
                </c:pt>
                <c:pt idx="18">
                  <c:v>0.4214</c:v>
                </c:pt>
                <c:pt idx="19">
                  <c:v>0.44369999999999998</c:v>
                </c:pt>
                <c:pt idx="20">
                  <c:v>0.46450000000000002</c:v>
                </c:pt>
                <c:pt idx="21">
                  <c:v>0.48909999999999998</c:v>
                </c:pt>
                <c:pt idx="22">
                  <c:v>0.51180000000000003</c:v>
                </c:pt>
                <c:pt idx="23">
                  <c:v>0.53369999999999995</c:v>
                </c:pt>
                <c:pt idx="24">
                  <c:v>0.55549999999999999</c:v>
                </c:pt>
                <c:pt idx="25">
                  <c:v>0.57769999999999999</c:v>
                </c:pt>
                <c:pt idx="26">
                  <c:v>0.59770000000000001</c:v>
                </c:pt>
                <c:pt idx="27">
                  <c:v>0.61950000000000005</c:v>
                </c:pt>
                <c:pt idx="28">
                  <c:v>0.64029999999999998</c:v>
                </c:pt>
                <c:pt idx="29">
                  <c:v>0.66039999999999999</c:v>
                </c:pt>
                <c:pt idx="30">
                  <c:v>0.68220000000000003</c:v>
                </c:pt>
                <c:pt idx="31">
                  <c:v>0.70379999999999998</c:v>
                </c:pt>
                <c:pt idx="32">
                  <c:v>0.7248</c:v>
                </c:pt>
                <c:pt idx="33">
                  <c:v>0.74609999999999999</c:v>
                </c:pt>
                <c:pt idx="34">
                  <c:v>0.76719999999999999</c:v>
                </c:pt>
                <c:pt idx="35">
                  <c:v>0.79279999999999995</c:v>
                </c:pt>
                <c:pt idx="36">
                  <c:v>0.8145</c:v>
                </c:pt>
                <c:pt idx="37">
                  <c:v>0.83620000000000005</c:v>
                </c:pt>
                <c:pt idx="38">
                  <c:v>0.86009999999999998</c:v>
                </c:pt>
                <c:pt idx="39">
                  <c:v>0.88080000000000003</c:v>
                </c:pt>
                <c:pt idx="40">
                  <c:v>0.90139999999999998</c:v>
                </c:pt>
                <c:pt idx="41">
                  <c:v>0.92459999999999998</c:v>
                </c:pt>
                <c:pt idx="42">
                  <c:v>0.94699999999999995</c:v>
                </c:pt>
                <c:pt idx="43">
                  <c:v>0.97109999999999996</c:v>
                </c:pt>
                <c:pt idx="44">
                  <c:v>0.99390000000000001</c:v>
                </c:pt>
                <c:pt idx="45">
                  <c:v>1.0157</c:v>
                </c:pt>
                <c:pt idx="46">
                  <c:v>1.0370999999999999</c:v>
                </c:pt>
                <c:pt idx="47">
                  <c:v>1.0590999999999999</c:v>
                </c:pt>
                <c:pt idx="48">
                  <c:v>1.0846</c:v>
                </c:pt>
                <c:pt idx="49">
                  <c:v>1.1055999999999999</c:v>
                </c:pt>
                <c:pt idx="50">
                  <c:v>1.1279999999999999</c:v>
                </c:pt>
                <c:pt idx="51">
                  <c:v>1.1487000000000001</c:v>
                </c:pt>
                <c:pt idx="52">
                  <c:v>1.1692</c:v>
                </c:pt>
                <c:pt idx="53">
                  <c:v>1.1933</c:v>
                </c:pt>
                <c:pt idx="54">
                  <c:v>1.2149000000000001</c:v>
                </c:pt>
                <c:pt idx="55">
                  <c:v>1.2375</c:v>
                </c:pt>
                <c:pt idx="56">
                  <c:v>1.2594000000000001</c:v>
                </c:pt>
                <c:pt idx="57">
                  <c:v>1.2825</c:v>
                </c:pt>
                <c:pt idx="58">
                  <c:v>1.3028</c:v>
                </c:pt>
                <c:pt idx="59">
                  <c:v>1.3253999999999999</c:v>
                </c:pt>
                <c:pt idx="60">
                  <c:v>1.3473999999999999</c:v>
                </c:pt>
                <c:pt idx="61">
                  <c:v>1.3675999999999999</c:v>
                </c:pt>
                <c:pt idx="62">
                  <c:v>1.3898999999999999</c:v>
                </c:pt>
                <c:pt idx="63">
                  <c:v>1.4158999999999999</c:v>
                </c:pt>
                <c:pt idx="64">
                  <c:v>1.4362999999999999</c:v>
                </c:pt>
                <c:pt idx="65">
                  <c:v>1.4634</c:v>
                </c:pt>
                <c:pt idx="66">
                  <c:v>1.4837</c:v>
                </c:pt>
                <c:pt idx="67">
                  <c:v>1.5039</c:v>
                </c:pt>
                <c:pt idx="68">
                  <c:v>1.5251999999999999</c:v>
                </c:pt>
                <c:pt idx="69">
                  <c:v>1.5469999999999999</c:v>
                </c:pt>
                <c:pt idx="70">
                  <c:v>1.5737000000000001</c:v>
                </c:pt>
                <c:pt idx="71">
                  <c:v>1.5942000000000001</c:v>
                </c:pt>
                <c:pt idx="72">
                  <c:v>1.6244000000000001</c:v>
                </c:pt>
                <c:pt idx="73">
                  <c:v>1.6495</c:v>
                </c:pt>
                <c:pt idx="74">
                  <c:v>1.6702999999999999</c:v>
                </c:pt>
                <c:pt idx="75">
                  <c:v>1.6930000000000001</c:v>
                </c:pt>
                <c:pt idx="76">
                  <c:v>1.7189000000000001</c:v>
                </c:pt>
                <c:pt idx="77">
                  <c:v>1.742</c:v>
                </c:pt>
                <c:pt idx="78">
                  <c:v>1.7678</c:v>
                </c:pt>
                <c:pt idx="79">
                  <c:v>1.7895000000000001</c:v>
                </c:pt>
                <c:pt idx="80">
                  <c:v>1.8132999999999999</c:v>
                </c:pt>
                <c:pt idx="81">
                  <c:v>1.857</c:v>
                </c:pt>
                <c:pt idx="82">
                  <c:v>1.8785000000000001</c:v>
                </c:pt>
                <c:pt idx="83">
                  <c:v>1.8991</c:v>
                </c:pt>
                <c:pt idx="84">
                  <c:v>1.9248000000000001</c:v>
                </c:pt>
                <c:pt idx="85">
                  <c:v>1.9449000000000001</c:v>
                </c:pt>
                <c:pt idx="86">
                  <c:v>1.9686999999999999</c:v>
                </c:pt>
                <c:pt idx="87">
                  <c:v>1.9939</c:v>
                </c:pt>
                <c:pt idx="88">
                  <c:v>2.0152999999999999</c:v>
                </c:pt>
                <c:pt idx="89">
                  <c:v>2.0409999999999999</c:v>
                </c:pt>
                <c:pt idx="90">
                  <c:v>2.0619999999999998</c:v>
                </c:pt>
                <c:pt idx="91">
                  <c:v>2.0825999999999998</c:v>
                </c:pt>
                <c:pt idx="92">
                  <c:v>2.1049000000000002</c:v>
                </c:pt>
                <c:pt idx="93">
                  <c:v>2.1284999999999998</c:v>
                </c:pt>
                <c:pt idx="94">
                  <c:v>2.1518000000000002</c:v>
                </c:pt>
                <c:pt idx="95">
                  <c:v>2.1739999999999999</c:v>
                </c:pt>
                <c:pt idx="96">
                  <c:v>2.1949000000000001</c:v>
                </c:pt>
                <c:pt idx="97">
                  <c:v>2.2162000000000002</c:v>
                </c:pt>
                <c:pt idx="98">
                  <c:v>2.2363</c:v>
                </c:pt>
                <c:pt idx="99">
                  <c:v>2.258</c:v>
                </c:pt>
                <c:pt idx="100">
                  <c:v>2.2797999999999998</c:v>
                </c:pt>
                <c:pt idx="101">
                  <c:v>2.3033000000000001</c:v>
                </c:pt>
                <c:pt idx="102">
                  <c:v>2.3246000000000002</c:v>
                </c:pt>
                <c:pt idx="103">
                  <c:v>2.3492000000000002</c:v>
                </c:pt>
                <c:pt idx="104">
                  <c:v>2.3752</c:v>
                </c:pt>
                <c:pt idx="105">
                  <c:v>2.3957999999999999</c:v>
                </c:pt>
                <c:pt idx="106">
                  <c:v>2.4173</c:v>
                </c:pt>
                <c:pt idx="107">
                  <c:v>2.4379</c:v>
                </c:pt>
                <c:pt idx="108">
                  <c:v>2.4588999999999999</c:v>
                </c:pt>
                <c:pt idx="109">
                  <c:v>2.4839000000000002</c:v>
                </c:pt>
                <c:pt idx="110">
                  <c:v>2.5055000000000001</c:v>
                </c:pt>
                <c:pt idx="111">
                  <c:v>2.5320999999999998</c:v>
                </c:pt>
                <c:pt idx="112">
                  <c:v>2.5543999999999998</c:v>
                </c:pt>
                <c:pt idx="113">
                  <c:v>2.5829</c:v>
                </c:pt>
                <c:pt idx="114">
                  <c:v>2.6040999999999999</c:v>
                </c:pt>
                <c:pt idx="115">
                  <c:v>2.6292</c:v>
                </c:pt>
                <c:pt idx="116">
                  <c:v>2.6545999999999998</c:v>
                </c:pt>
                <c:pt idx="117">
                  <c:v>2.6762999999999999</c:v>
                </c:pt>
                <c:pt idx="118">
                  <c:v>2.7035999999999998</c:v>
                </c:pt>
                <c:pt idx="119">
                  <c:v>2.7239</c:v>
                </c:pt>
                <c:pt idx="120">
                  <c:v>2.7450000000000001</c:v>
                </c:pt>
                <c:pt idx="121">
                  <c:v>2.7679999999999998</c:v>
                </c:pt>
                <c:pt idx="122">
                  <c:v>2.7926000000000002</c:v>
                </c:pt>
                <c:pt idx="123">
                  <c:v>2.8136999999999999</c:v>
                </c:pt>
                <c:pt idx="124">
                  <c:v>2.8405999999999998</c:v>
                </c:pt>
                <c:pt idx="125">
                  <c:v>2.8631000000000002</c:v>
                </c:pt>
                <c:pt idx="126">
                  <c:v>2.8896999999999999</c:v>
                </c:pt>
                <c:pt idx="127">
                  <c:v>2.9171999999999998</c:v>
                </c:pt>
                <c:pt idx="128">
                  <c:v>2.9373999999999998</c:v>
                </c:pt>
                <c:pt idx="129">
                  <c:v>2.9653999999999998</c:v>
                </c:pt>
                <c:pt idx="130">
                  <c:v>2.9874999999999998</c:v>
                </c:pt>
                <c:pt idx="131">
                  <c:v>3.0082</c:v>
                </c:pt>
                <c:pt idx="132">
                  <c:v>3.0358999999999998</c:v>
                </c:pt>
                <c:pt idx="133">
                  <c:v>3.0569999999999999</c:v>
                </c:pt>
                <c:pt idx="134">
                  <c:v>3.0771999999999999</c:v>
                </c:pt>
                <c:pt idx="135">
                  <c:v>3.0998000000000001</c:v>
                </c:pt>
                <c:pt idx="136">
                  <c:v>3.1238999999999999</c:v>
                </c:pt>
                <c:pt idx="137">
                  <c:v>3.1442000000000001</c:v>
                </c:pt>
                <c:pt idx="138">
                  <c:v>3.1678999999999999</c:v>
                </c:pt>
                <c:pt idx="139">
                  <c:v>3.1964000000000001</c:v>
                </c:pt>
                <c:pt idx="140">
                  <c:v>3.2229000000000001</c:v>
                </c:pt>
                <c:pt idx="141">
                  <c:v>3.2433000000000001</c:v>
                </c:pt>
                <c:pt idx="142">
                  <c:v>3.2706</c:v>
                </c:pt>
                <c:pt idx="143">
                  <c:v>3.2968000000000002</c:v>
                </c:pt>
                <c:pt idx="144">
                  <c:v>3.3178999999999998</c:v>
                </c:pt>
                <c:pt idx="145">
                  <c:v>3.3401000000000001</c:v>
                </c:pt>
                <c:pt idx="146">
                  <c:v>3.3605999999999998</c:v>
                </c:pt>
                <c:pt idx="147">
                  <c:v>3.3860000000000001</c:v>
                </c:pt>
                <c:pt idx="148">
                  <c:v>3.4113000000000002</c:v>
                </c:pt>
                <c:pt idx="149">
                  <c:v>3.4352</c:v>
                </c:pt>
                <c:pt idx="150">
                  <c:v>3.4588000000000001</c:v>
                </c:pt>
                <c:pt idx="151">
                  <c:v>3.4805999999999999</c:v>
                </c:pt>
                <c:pt idx="152">
                  <c:v>3.5013000000000001</c:v>
                </c:pt>
                <c:pt idx="153">
                  <c:v>3.5285000000000002</c:v>
                </c:pt>
                <c:pt idx="154">
                  <c:v>3.5556999999999999</c:v>
                </c:pt>
                <c:pt idx="155">
                  <c:v>3.5767000000000002</c:v>
                </c:pt>
                <c:pt idx="156">
                  <c:v>3.597</c:v>
                </c:pt>
                <c:pt idx="157">
                  <c:v>3.6191</c:v>
                </c:pt>
                <c:pt idx="158">
                  <c:v>3.6425999999999998</c:v>
                </c:pt>
                <c:pt idx="159">
                  <c:v>3.6657999999999999</c:v>
                </c:pt>
                <c:pt idx="160">
                  <c:v>3.6888000000000001</c:v>
                </c:pt>
                <c:pt idx="161">
                  <c:v>3.7189000000000001</c:v>
                </c:pt>
                <c:pt idx="162">
                  <c:v>3.7410999999999999</c:v>
                </c:pt>
                <c:pt idx="163">
                  <c:v>3.7631999999999999</c:v>
                </c:pt>
                <c:pt idx="164">
                  <c:v>3.7858000000000001</c:v>
                </c:pt>
                <c:pt idx="165">
                  <c:v>3.8113999999999999</c:v>
                </c:pt>
                <c:pt idx="166">
                  <c:v>3.8323</c:v>
                </c:pt>
                <c:pt idx="167">
                  <c:v>3.8578999999999999</c:v>
                </c:pt>
                <c:pt idx="168">
                  <c:v>3.8849</c:v>
                </c:pt>
                <c:pt idx="169">
                  <c:v>3.9102999999999999</c:v>
                </c:pt>
                <c:pt idx="170">
                  <c:v>3.9321000000000002</c:v>
                </c:pt>
                <c:pt idx="171">
                  <c:v>3.9521999999999999</c:v>
                </c:pt>
                <c:pt idx="172">
                  <c:v>3.9731000000000001</c:v>
                </c:pt>
                <c:pt idx="173">
                  <c:v>4.0000999999999998</c:v>
                </c:pt>
                <c:pt idx="174">
                  <c:v>4.0202999999999998</c:v>
                </c:pt>
                <c:pt idx="175">
                  <c:v>4.0438000000000001</c:v>
                </c:pt>
                <c:pt idx="176">
                  <c:v>4.0705</c:v>
                </c:pt>
                <c:pt idx="177">
                  <c:v>4.0964</c:v>
                </c:pt>
                <c:pt idx="178">
                  <c:v>4.1219000000000001</c:v>
                </c:pt>
                <c:pt idx="179">
                  <c:v>4.1482999999999999</c:v>
                </c:pt>
                <c:pt idx="180">
                  <c:v>4.1753999999999998</c:v>
                </c:pt>
                <c:pt idx="181">
                  <c:v>4.1997</c:v>
                </c:pt>
                <c:pt idx="182">
                  <c:v>4.2267000000000001</c:v>
                </c:pt>
                <c:pt idx="183">
                  <c:v>4.2529000000000003</c:v>
                </c:pt>
                <c:pt idx="184">
                  <c:v>4.274</c:v>
                </c:pt>
                <c:pt idx="185">
                  <c:v>4.2995000000000001</c:v>
                </c:pt>
                <c:pt idx="186">
                  <c:v>4.3228</c:v>
                </c:pt>
                <c:pt idx="187">
                  <c:v>4.3495999999999997</c:v>
                </c:pt>
                <c:pt idx="188">
                  <c:v>4.3777999999999997</c:v>
                </c:pt>
                <c:pt idx="189">
                  <c:v>4.4055999999999997</c:v>
                </c:pt>
                <c:pt idx="190">
                  <c:v>4.4321000000000002</c:v>
                </c:pt>
                <c:pt idx="191">
                  <c:v>4.4580000000000002</c:v>
                </c:pt>
                <c:pt idx="192">
                  <c:v>4.4802999999999997</c:v>
                </c:pt>
                <c:pt idx="193">
                  <c:v>4.5022000000000002</c:v>
                </c:pt>
                <c:pt idx="194">
                  <c:v>4.5304000000000002</c:v>
                </c:pt>
                <c:pt idx="195">
                  <c:v>4.556</c:v>
                </c:pt>
                <c:pt idx="196">
                  <c:v>4.5766999999999998</c:v>
                </c:pt>
                <c:pt idx="197">
                  <c:v>4.5974000000000004</c:v>
                </c:pt>
                <c:pt idx="198">
                  <c:v>4.6180000000000003</c:v>
                </c:pt>
                <c:pt idx="199">
                  <c:v>4.6395999999999997</c:v>
                </c:pt>
                <c:pt idx="200">
                  <c:v>4.6658999999999997</c:v>
                </c:pt>
                <c:pt idx="201">
                  <c:v>4.6886999999999999</c:v>
                </c:pt>
                <c:pt idx="202">
                  <c:v>4.7127999999999997</c:v>
                </c:pt>
                <c:pt idx="203">
                  <c:v>4.7416999999999998</c:v>
                </c:pt>
                <c:pt idx="204">
                  <c:v>4.7678000000000003</c:v>
                </c:pt>
                <c:pt idx="205">
                  <c:v>4.7957000000000001</c:v>
                </c:pt>
                <c:pt idx="206">
                  <c:v>4.8167</c:v>
                </c:pt>
                <c:pt idx="207">
                  <c:v>4.8371000000000004</c:v>
                </c:pt>
                <c:pt idx="208">
                  <c:v>4.8571</c:v>
                </c:pt>
                <c:pt idx="209">
                  <c:v>4.8841999999999999</c:v>
                </c:pt>
                <c:pt idx="210">
                  <c:v>4.9073000000000002</c:v>
                </c:pt>
                <c:pt idx="211">
                  <c:v>4.9297000000000004</c:v>
                </c:pt>
                <c:pt idx="212">
                  <c:v>4.9539999999999997</c:v>
                </c:pt>
                <c:pt idx="213">
                  <c:v>4.9751000000000003</c:v>
                </c:pt>
                <c:pt idx="214">
                  <c:v>4.9965000000000002</c:v>
                </c:pt>
                <c:pt idx="215">
                  <c:v>5.0168999999999997</c:v>
                </c:pt>
                <c:pt idx="216">
                  <c:v>5.0433000000000003</c:v>
                </c:pt>
                <c:pt idx="217">
                  <c:v>5.0666000000000002</c:v>
                </c:pt>
                <c:pt idx="218">
                  <c:v>5.0922999999999998</c:v>
                </c:pt>
                <c:pt idx="219">
                  <c:v>5.1155999999999997</c:v>
                </c:pt>
                <c:pt idx="220">
                  <c:v>5.1410999999999998</c:v>
                </c:pt>
                <c:pt idx="221">
                  <c:v>5.1677</c:v>
                </c:pt>
                <c:pt idx="222">
                  <c:v>5.1955</c:v>
                </c:pt>
                <c:pt idx="223">
                  <c:v>5.2191000000000001</c:v>
                </c:pt>
                <c:pt idx="224">
                  <c:v>5.2469000000000001</c:v>
                </c:pt>
                <c:pt idx="225">
                  <c:v>5.2737999999999996</c:v>
                </c:pt>
                <c:pt idx="226">
                  <c:v>5.3023999999999996</c:v>
                </c:pt>
                <c:pt idx="227">
                  <c:v>5.3236999999999997</c:v>
                </c:pt>
                <c:pt idx="228">
                  <c:v>5.3444000000000003</c:v>
                </c:pt>
                <c:pt idx="229">
                  <c:v>5.3647</c:v>
                </c:pt>
                <c:pt idx="230">
                  <c:v>5.3884999999999996</c:v>
                </c:pt>
                <c:pt idx="231">
                  <c:v>5.4142999999999999</c:v>
                </c:pt>
                <c:pt idx="232">
                  <c:v>5.4362000000000004</c:v>
                </c:pt>
                <c:pt idx="233">
                  <c:v>5.4584999999999999</c:v>
                </c:pt>
                <c:pt idx="234">
                  <c:v>5.4824000000000002</c:v>
                </c:pt>
                <c:pt idx="235">
                  <c:v>5.5087000000000002</c:v>
                </c:pt>
                <c:pt idx="236">
                  <c:v>5.5296000000000003</c:v>
                </c:pt>
                <c:pt idx="237">
                  <c:v>5.5511999999999997</c:v>
                </c:pt>
                <c:pt idx="238">
                  <c:v>5.5747999999999998</c:v>
                </c:pt>
                <c:pt idx="239">
                  <c:v>5.5968999999999998</c:v>
                </c:pt>
                <c:pt idx="240">
                  <c:v>5.6227999999999998</c:v>
                </c:pt>
                <c:pt idx="241">
                  <c:v>5.6440999999999999</c:v>
                </c:pt>
                <c:pt idx="242">
                  <c:v>5.6696</c:v>
                </c:pt>
                <c:pt idx="243">
                  <c:v>5.6959999999999997</c:v>
                </c:pt>
                <c:pt idx="244">
                  <c:v>5.7172000000000001</c:v>
                </c:pt>
                <c:pt idx="245">
                  <c:v>5.7384000000000004</c:v>
                </c:pt>
                <c:pt idx="246">
                  <c:v>5.7588999999999997</c:v>
                </c:pt>
                <c:pt idx="247">
                  <c:v>5.7839</c:v>
                </c:pt>
                <c:pt idx="248">
                  <c:v>5.8089000000000004</c:v>
                </c:pt>
                <c:pt idx="249">
                  <c:v>5.8334000000000001</c:v>
                </c:pt>
                <c:pt idx="250">
                  <c:v>5.8548</c:v>
                </c:pt>
                <c:pt idx="251">
                  <c:v>5.8815999999999997</c:v>
                </c:pt>
                <c:pt idx="252">
                  <c:v>5.9062999999999999</c:v>
                </c:pt>
                <c:pt idx="253">
                  <c:v>5.9318999999999997</c:v>
                </c:pt>
                <c:pt idx="254">
                  <c:v>5.952</c:v>
                </c:pt>
                <c:pt idx="255">
                  <c:v>5.9752000000000001</c:v>
                </c:pt>
                <c:pt idx="256">
                  <c:v>5.9980000000000002</c:v>
                </c:pt>
                <c:pt idx="257">
                  <c:v>6.0190999999999999</c:v>
                </c:pt>
                <c:pt idx="258">
                  <c:v>6.0399000000000003</c:v>
                </c:pt>
                <c:pt idx="259">
                  <c:v>6.0643000000000002</c:v>
                </c:pt>
                <c:pt idx="260">
                  <c:v>6.0879000000000003</c:v>
                </c:pt>
                <c:pt idx="261">
                  <c:v>6.1131000000000002</c:v>
                </c:pt>
                <c:pt idx="262">
                  <c:v>6.1365999999999996</c:v>
                </c:pt>
                <c:pt idx="263">
                  <c:v>6.1623000000000001</c:v>
                </c:pt>
                <c:pt idx="264">
                  <c:v>6.1844999999999999</c:v>
                </c:pt>
                <c:pt idx="265">
                  <c:v>6.2098000000000004</c:v>
                </c:pt>
                <c:pt idx="266">
                  <c:v>6.2337999999999996</c:v>
                </c:pt>
                <c:pt idx="267">
                  <c:v>6.2576999999999998</c:v>
                </c:pt>
                <c:pt idx="268">
                  <c:v>6.2820999999999998</c:v>
                </c:pt>
                <c:pt idx="269">
                  <c:v>6.3044000000000002</c:v>
                </c:pt>
                <c:pt idx="270">
                  <c:v>6.3254999999999999</c:v>
                </c:pt>
                <c:pt idx="271">
                  <c:v>6.3483999999999998</c:v>
                </c:pt>
                <c:pt idx="272">
                  <c:v>6.3686999999999996</c:v>
                </c:pt>
                <c:pt idx="273">
                  <c:v>6.3902000000000001</c:v>
                </c:pt>
                <c:pt idx="274">
                  <c:v>6.4153000000000002</c:v>
                </c:pt>
                <c:pt idx="275">
                  <c:v>6.4352999999999998</c:v>
                </c:pt>
                <c:pt idx="276">
                  <c:v>6.4610000000000003</c:v>
                </c:pt>
                <c:pt idx="277">
                  <c:v>6.4813999999999998</c:v>
                </c:pt>
                <c:pt idx="278">
                  <c:v>6.5054999999999996</c:v>
                </c:pt>
                <c:pt idx="279">
                  <c:v>6.53</c:v>
                </c:pt>
                <c:pt idx="280">
                  <c:v>6.5541</c:v>
                </c:pt>
                <c:pt idx="281">
                  <c:v>6.5763999999999996</c:v>
                </c:pt>
                <c:pt idx="282">
                  <c:v>6.5998000000000001</c:v>
                </c:pt>
                <c:pt idx="283">
                  <c:v>6.6257999999999999</c:v>
                </c:pt>
                <c:pt idx="284">
                  <c:v>6.6509</c:v>
                </c:pt>
                <c:pt idx="285">
                  <c:v>6.6756000000000002</c:v>
                </c:pt>
                <c:pt idx="286">
                  <c:v>6.6961000000000004</c:v>
                </c:pt>
                <c:pt idx="287">
                  <c:v>6.7183000000000002</c:v>
                </c:pt>
                <c:pt idx="288">
                  <c:v>6.7398999999999996</c:v>
                </c:pt>
                <c:pt idx="289">
                  <c:v>6.7619999999999996</c:v>
                </c:pt>
                <c:pt idx="290">
                  <c:v>6.7845000000000004</c:v>
                </c:pt>
                <c:pt idx="291">
                  <c:v>6.8103999999999996</c:v>
                </c:pt>
                <c:pt idx="292">
                  <c:v>6.8307000000000002</c:v>
                </c:pt>
                <c:pt idx="293">
                  <c:v>6.8567999999999998</c:v>
                </c:pt>
                <c:pt idx="294">
                  <c:v>6.8779000000000003</c:v>
                </c:pt>
                <c:pt idx="295">
                  <c:v>6.9001999999999999</c:v>
                </c:pt>
                <c:pt idx="296">
                  <c:v>6.9206000000000003</c:v>
                </c:pt>
                <c:pt idx="297">
                  <c:v>6.9478</c:v>
                </c:pt>
                <c:pt idx="298">
                  <c:v>6.9730999999999996</c:v>
                </c:pt>
                <c:pt idx="299">
                  <c:v>6.9945000000000004</c:v>
                </c:pt>
                <c:pt idx="300">
                  <c:v>7.0204000000000004</c:v>
                </c:pt>
                <c:pt idx="301">
                  <c:v>7.0407999999999999</c:v>
                </c:pt>
                <c:pt idx="302">
                  <c:v>7.0618999999999996</c:v>
                </c:pt>
                <c:pt idx="303">
                  <c:v>7.0860000000000003</c:v>
                </c:pt>
                <c:pt idx="304">
                  <c:v>7.1124000000000001</c:v>
                </c:pt>
                <c:pt idx="305">
                  <c:v>7.1326000000000001</c:v>
                </c:pt>
                <c:pt idx="306">
                  <c:v>7.1546000000000003</c:v>
                </c:pt>
                <c:pt idx="307">
                  <c:v>7.1825000000000001</c:v>
                </c:pt>
                <c:pt idx="308">
                  <c:v>7.2042000000000002</c:v>
                </c:pt>
                <c:pt idx="309">
                  <c:v>7.2257999999999996</c:v>
                </c:pt>
                <c:pt idx="310">
                  <c:v>7.2462</c:v>
                </c:pt>
                <c:pt idx="311">
                  <c:v>7.2771999999999997</c:v>
                </c:pt>
                <c:pt idx="312">
                  <c:v>7.3003</c:v>
                </c:pt>
                <c:pt idx="313">
                  <c:v>7.3211000000000004</c:v>
                </c:pt>
                <c:pt idx="314">
                  <c:v>7.3461999999999996</c:v>
                </c:pt>
                <c:pt idx="315">
                  <c:v>7.3695000000000004</c:v>
                </c:pt>
                <c:pt idx="316">
                  <c:v>7.3933</c:v>
                </c:pt>
                <c:pt idx="317">
                  <c:v>7.4135</c:v>
                </c:pt>
                <c:pt idx="318">
                  <c:v>7.4397000000000002</c:v>
                </c:pt>
                <c:pt idx="319">
                  <c:v>7.4671000000000003</c:v>
                </c:pt>
                <c:pt idx="320">
                  <c:v>7.4878</c:v>
                </c:pt>
                <c:pt idx="321">
                  <c:v>7.5091000000000001</c:v>
                </c:pt>
                <c:pt idx="322">
                  <c:v>7.5315000000000003</c:v>
                </c:pt>
                <c:pt idx="323">
                  <c:v>7.5533999999999999</c:v>
                </c:pt>
                <c:pt idx="324">
                  <c:v>7.5777999999999999</c:v>
                </c:pt>
                <c:pt idx="325">
                  <c:v>7.6010999999999997</c:v>
                </c:pt>
                <c:pt idx="326">
                  <c:v>7.6238999999999999</c:v>
                </c:pt>
                <c:pt idx="327">
                  <c:v>7.6460999999999997</c:v>
                </c:pt>
                <c:pt idx="328">
                  <c:v>7.6722000000000001</c:v>
                </c:pt>
                <c:pt idx="329">
                  <c:v>7.6928999999999998</c:v>
                </c:pt>
                <c:pt idx="330">
                  <c:v>7.7160000000000002</c:v>
                </c:pt>
                <c:pt idx="331">
                  <c:v>7.7366999999999999</c:v>
                </c:pt>
                <c:pt idx="332">
                  <c:v>7.7628000000000004</c:v>
                </c:pt>
                <c:pt idx="333">
                  <c:v>7.79</c:v>
                </c:pt>
                <c:pt idx="334">
                  <c:v>7.8109000000000002</c:v>
                </c:pt>
                <c:pt idx="335">
                  <c:v>7.8380000000000001</c:v>
                </c:pt>
                <c:pt idx="336">
                  <c:v>7.8631000000000002</c:v>
                </c:pt>
                <c:pt idx="337">
                  <c:v>7.8895999999999997</c:v>
                </c:pt>
                <c:pt idx="338">
                  <c:v>7.9122000000000003</c:v>
                </c:pt>
                <c:pt idx="339">
                  <c:v>7.9356</c:v>
                </c:pt>
                <c:pt idx="340">
                  <c:v>7.9568000000000003</c:v>
                </c:pt>
                <c:pt idx="341">
                  <c:v>7.9781000000000004</c:v>
                </c:pt>
                <c:pt idx="342">
                  <c:v>8.0058000000000007</c:v>
                </c:pt>
                <c:pt idx="343">
                  <c:v>8.0289000000000001</c:v>
                </c:pt>
                <c:pt idx="344">
                  <c:v>8.0561000000000007</c:v>
                </c:pt>
                <c:pt idx="345">
                  <c:v>8.0829000000000004</c:v>
                </c:pt>
                <c:pt idx="346">
                  <c:v>8.1100999999999992</c:v>
                </c:pt>
                <c:pt idx="347">
                  <c:v>8.1329999999999991</c:v>
                </c:pt>
                <c:pt idx="348">
                  <c:v>8.1615000000000002</c:v>
                </c:pt>
                <c:pt idx="349">
                  <c:v>8.1876999999999995</c:v>
                </c:pt>
                <c:pt idx="350">
                  <c:v>8.2146000000000008</c:v>
                </c:pt>
                <c:pt idx="351">
                  <c:v>8.2363999999999997</c:v>
                </c:pt>
                <c:pt idx="352">
                  <c:v>8.2568000000000001</c:v>
                </c:pt>
                <c:pt idx="353">
                  <c:v>8.2789999999999999</c:v>
                </c:pt>
                <c:pt idx="354">
                  <c:v>8.3008000000000006</c:v>
                </c:pt>
                <c:pt idx="355">
                  <c:v>8.3248999999999995</c:v>
                </c:pt>
                <c:pt idx="356">
                  <c:v>8.3477999999999994</c:v>
                </c:pt>
                <c:pt idx="357">
                  <c:v>8.3714999999999993</c:v>
                </c:pt>
                <c:pt idx="358">
                  <c:v>8.3926999999999996</c:v>
                </c:pt>
                <c:pt idx="359">
                  <c:v>8.4144000000000005</c:v>
                </c:pt>
                <c:pt idx="360">
                  <c:v>8.4347999999999992</c:v>
                </c:pt>
                <c:pt idx="361">
                  <c:v>8.4564000000000004</c:v>
                </c:pt>
                <c:pt idx="362">
                  <c:v>8.4774999999999991</c:v>
                </c:pt>
                <c:pt idx="363">
                  <c:v>8.4999000000000002</c:v>
                </c:pt>
                <c:pt idx="364">
                  <c:v>8.5212000000000003</c:v>
                </c:pt>
                <c:pt idx="365">
                  <c:v>8.5473999999999997</c:v>
                </c:pt>
                <c:pt idx="366">
                  <c:v>8.5707000000000004</c:v>
                </c:pt>
                <c:pt idx="367">
                  <c:v>8.5981000000000005</c:v>
                </c:pt>
                <c:pt idx="368">
                  <c:v>8.6183999999999994</c:v>
                </c:pt>
                <c:pt idx="369">
                  <c:v>8.6445000000000007</c:v>
                </c:pt>
                <c:pt idx="370">
                  <c:v>8.6646000000000001</c:v>
                </c:pt>
                <c:pt idx="371">
                  <c:v>8.6852</c:v>
                </c:pt>
                <c:pt idx="372">
                  <c:v>8.7118000000000002</c:v>
                </c:pt>
                <c:pt idx="373">
                  <c:v>8.7350999999999992</c:v>
                </c:pt>
                <c:pt idx="374">
                  <c:v>8.7645</c:v>
                </c:pt>
                <c:pt idx="375">
                  <c:v>8.7910000000000004</c:v>
                </c:pt>
                <c:pt idx="376">
                  <c:v>8.8186999999999998</c:v>
                </c:pt>
                <c:pt idx="377">
                  <c:v>8.8409999999999993</c:v>
                </c:pt>
                <c:pt idx="378">
                  <c:v>8.8630999999999993</c:v>
                </c:pt>
                <c:pt idx="379">
                  <c:v>8.8849999999999998</c:v>
                </c:pt>
                <c:pt idx="380">
                  <c:v>8.9060000000000006</c:v>
                </c:pt>
                <c:pt idx="381">
                  <c:v>8.9289000000000005</c:v>
                </c:pt>
                <c:pt idx="382">
                  <c:v>8.9535999999999998</c:v>
                </c:pt>
                <c:pt idx="383">
                  <c:v>8.9742999999999995</c:v>
                </c:pt>
                <c:pt idx="384">
                  <c:v>8.9995999999999992</c:v>
                </c:pt>
                <c:pt idx="385">
                  <c:v>9.0225000000000009</c:v>
                </c:pt>
                <c:pt idx="386">
                  <c:v>9.0447000000000006</c:v>
                </c:pt>
                <c:pt idx="387">
                  <c:v>9.0647000000000002</c:v>
                </c:pt>
                <c:pt idx="388">
                  <c:v>9.0858000000000008</c:v>
                </c:pt>
                <c:pt idx="389">
                  <c:v>9.1118000000000006</c:v>
                </c:pt>
                <c:pt idx="390">
                  <c:v>9.1318999999999999</c:v>
                </c:pt>
                <c:pt idx="391">
                  <c:v>9.1592000000000002</c:v>
                </c:pt>
                <c:pt idx="392">
                  <c:v>9.1872000000000007</c:v>
                </c:pt>
                <c:pt idx="393">
                  <c:v>9.2150999999999996</c:v>
                </c:pt>
                <c:pt idx="394">
                  <c:v>9.2360000000000007</c:v>
                </c:pt>
                <c:pt idx="395">
                  <c:v>9.2606000000000002</c:v>
                </c:pt>
                <c:pt idx="396">
                  <c:v>9.2876999999999992</c:v>
                </c:pt>
                <c:pt idx="397">
                  <c:v>9.3135999999999992</c:v>
                </c:pt>
                <c:pt idx="398">
                  <c:v>9.3353999999999999</c:v>
                </c:pt>
                <c:pt idx="399">
                  <c:v>9.3584999999999994</c:v>
                </c:pt>
                <c:pt idx="400">
                  <c:v>9.3824000000000005</c:v>
                </c:pt>
                <c:pt idx="401">
                  <c:v>9.4055</c:v>
                </c:pt>
                <c:pt idx="402">
                  <c:v>9.4295000000000009</c:v>
                </c:pt>
                <c:pt idx="403">
                  <c:v>9.4503000000000004</c:v>
                </c:pt>
                <c:pt idx="404">
                  <c:v>9.4724000000000004</c:v>
                </c:pt>
                <c:pt idx="405">
                  <c:v>9.4940999999999995</c:v>
                </c:pt>
                <c:pt idx="406">
                  <c:v>9.5157000000000007</c:v>
                </c:pt>
                <c:pt idx="407">
                  <c:v>9.5374999999999996</c:v>
                </c:pt>
                <c:pt idx="408">
                  <c:v>9.5631000000000004</c:v>
                </c:pt>
                <c:pt idx="409">
                  <c:v>9.5845000000000002</c:v>
                </c:pt>
                <c:pt idx="410">
                  <c:v>9.6107999999999993</c:v>
                </c:pt>
                <c:pt idx="411">
                  <c:v>9.6328999999999994</c:v>
                </c:pt>
                <c:pt idx="412">
                  <c:v>9.6578999999999997</c:v>
                </c:pt>
                <c:pt idx="413">
                  <c:v>9.6793999999999993</c:v>
                </c:pt>
                <c:pt idx="414">
                  <c:v>9.7002000000000006</c:v>
                </c:pt>
                <c:pt idx="415">
                  <c:v>9.7287999999999997</c:v>
                </c:pt>
                <c:pt idx="416">
                  <c:v>9.7573000000000008</c:v>
                </c:pt>
                <c:pt idx="417">
                  <c:v>9.7797000000000001</c:v>
                </c:pt>
                <c:pt idx="418">
                  <c:v>9.8026999999999997</c:v>
                </c:pt>
                <c:pt idx="419">
                  <c:v>9.8231999999999999</c:v>
                </c:pt>
                <c:pt idx="420">
                  <c:v>9.8482000000000003</c:v>
                </c:pt>
                <c:pt idx="421">
                  <c:v>9.8719000000000001</c:v>
                </c:pt>
                <c:pt idx="422">
                  <c:v>9.8940999999999999</c:v>
                </c:pt>
                <c:pt idx="423">
                  <c:v>9.9146000000000001</c:v>
                </c:pt>
                <c:pt idx="424">
                  <c:v>9.9397000000000002</c:v>
                </c:pt>
                <c:pt idx="425">
                  <c:v>9.9621999999999993</c:v>
                </c:pt>
                <c:pt idx="426">
                  <c:v>9.9830000000000005</c:v>
                </c:pt>
                <c:pt idx="427">
                  <c:v>10.0093</c:v>
                </c:pt>
                <c:pt idx="428">
                  <c:v>10.0336</c:v>
                </c:pt>
                <c:pt idx="429">
                  <c:v>10.0542</c:v>
                </c:pt>
                <c:pt idx="430">
                  <c:v>10.081799999999999</c:v>
                </c:pt>
                <c:pt idx="431">
                  <c:v>10.1036</c:v>
                </c:pt>
                <c:pt idx="432">
                  <c:v>10.125500000000001</c:v>
                </c:pt>
                <c:pt idx="433">
                  <c:v>10.153499999999999</c:v>
                </c:pt>
                <c:pt idx="434">
                  <c:v>10.175000000000001</c:v>
                </c:pt>
                <c:pt idx="435">
                  <c:v>10.1981</c:v>
                </c:pt>
                <c:pt idx="436">
                  <c:v>10.222200000000001</c:v>
                </c:pt>
                <c:pt idx="437">
                  <c:v>10.2437</c:v>
                </c:pt>
                <c:pt idx="438">
                  <c:v>10.2646</c:v>
                </c:pt>
                <c:pt idx="439">
                  <c:v>10.2857</c:v>
                </c:pt>
                <c:pt idx="440">
                  <c:v>10.306100000000001</c:v>
                </c:pt>
                <c:pt idx="441">
                  <c:v>10.332100000000001</c:v>
                </c:pt>
                <c:pt idx="442">
                  <c:v>10.3575</c:v>
                </c:pt>
                <c:pt idx="443">
                  <c:v>10.3781</c:v>
                </c:pt>
                <c:pt idx="444">
                  <c:v>10.399800000000001</c:v>
                </c:pt>
                <c:pt idx="445">
                  <c:v>10.4214</c:v>
                </c:pt>
                <c:pt idx="446">
                  <c:v>10.442399999999999</c:v>
                </c:pt>
                <c:pt idx="447">
                  <c:v>10.4694</c:v>
                </c:pt>
                <c:pt idx="448">
                  <c:v>10.4955</c:v>
                </c:pt>
                <c:pt idx="449">
                  <c:v>10.517200000000001</c:v>
                </c:pt>
                <c:pt idx="450">
                  <c:v>10.5451</c:v>
                </c:pt>
                <c:pt idx="451">
                  <c:v>10.5654</c:v>
                </c:pt>
                <c:pt idx="452">
                  <c:v>10.5914</c:v>
                </c:pt>
                <c:pt idx="453">
                  <c:v>10.618600000000001</c:v>
                </c:pt>
                <c:pt idx="454">
                  <c:v>10.642200000000001</c:v>
                </c:pt>
                <c:pt idx="455">
                  <c:v>10.6678</c:v>
                </c:pt>
                <c:pt idx="456">
                  <c:v>10.687799999999999</c:v>
                </c:pt>
                <c:pt idx="457">
                  <c:v>10.714700000000001</c:v>
                </c:pt>
                <c:pt idx="458">
                  <c:v>10.7371</c:v>
                </c:pt>
                <c:pt idx="459">
                  <c:v>10.760899999999999</c:v>
                </c:pt>
                <c:pt idx="460">
                  <c:v>10.782400000000001</c:v>
                </c:pt>
                <c:pt idx="461">
                  <c:v>10.804399999999999</c:v>
                </c:pt>
                <c:pt idx="462">
                  <c:v>10.8279</c:v>
                </c:pt>
                <c:pt idx="463">
                  <c:v>10.8512</c:v>
                </c:pt>
                <c:pt idx="464">
                  <c:v>10.879200000000001</c:v>
                </c:pt>
                <c:pt idx="465">
                  <c:v>10.900499999999999</c:v>
                </c:pt>
                <c:pt idx="466">
                  <c:v>10.921200000000001</c:v>
                </c:pt>
                <c:pt idx="467">
                  <c:v>10.943199999999999</c:v>
                </c:pt>
                <c:pt idx="468">
                  <c:v>10.9651</c:v>
                </c:pt>
                <c:pt idx="469">
                  <c:v>10.9917</c:v>
                </c:pt>
                <c:pt idx="470">
                  <c:v>11.0121</c:v>
                </c:pt>
                <c:pt idx="471">
                  <c:v>11.033300000000001</c:v>
                </c:pt>
                <c:pt idx="472">
                  <c:v>11.0548</c:v>
                </c:pt>
                <c:pt idx="473">
                  <c:v>11.0824</c:v>
                </c:pt>
                <c:pt idx="474">
                  <c:v>11.1027</c:v>
                </c:pt>
                <c:pt idx="475">
                  <c:v>11.125</c:v>
                </c:pt>
                <c:pt idx="476">
                  <c:v>11.1495</c:v>
                </c:pt>
                <c:pt idx="477">
                  <c:v>11.1747</c:v>
                </c:pt>
                <c:pt idx="478">
                  <c:v>11.201599999999999</c:v>
                </c:pt>
                <c:pt idx="479">
                  <c:v>11.2265</c:v>
                </c:pt>
                <c:pt idx="480">
                  <c:v>11.250400000000001</c:v>
                </c:pt>
                <c:pt idx="481">
                  <c:v>11.2738</c:v>
                </c:pt>
                <c:pt idx="482">
                  <c:v>11.301600000000001</c:v>
                </c:pt>
                <c:pt idx="483">
                  <c:v>11.324299999999999</c:v>
                </c:pt>
                <c:pt idx="484">
                  <c:v>11.346500000000001</c:v>
                </c:pt>
                <c:pt idx="485">
                  <c:v>11.373200000000001</c:v>
                </c:pt>
                <c:pt idx="486">
                  <c:v>11.393700000000001</c:v>
                </c:pt>
                <c:pt idx="487">
                  <c:v>11.418799999999999</c:v>
                </c:pt>
                <c:pt idx="488">
                  <c:v>11.4422</c:v>
                </c:pt>
                <c:pt idx="489">
                  <c:v>11.463900000000001</c:v>
                </c:pt>
                <c:pt idx="490">
                  <c:v>11.489000000000001</c:v>
                </c:pt>
                <c:pt idx="491">
                  <c:v>11.509600000000001</c:v>
                </c:pt>
                <c:pt idx="492">
                  <c:v>11.5329</c:v>
                </c:pt>
                <c:pt idx="493">
                  <c:v>11.555099999999999</c:v>
                </c:pt>
                <c:pt idx="494">
                  <c:v>11.577500000000001</c:v>
                </c:pt>
                <c:pt idx="495">
                  <c:v>11.601100000000001</c:v>
                </c:pt>
                <c:pt idx="496">
                  <c:v>11.621600000000001</c:v>
                </c:pt>
                <c:pt idx="497">
                  <c:v>11.643000000000001</c:v>
                </c:pt>
                <c:pt idx="498">
                  <c:v>11.6692</c:v>
                </c:pt>
                <c:pt idx="499">
                  <c:v>11.691000000000001</c:v>
                </c:pt>
                <c:pt idx="500">
                  <c:v>11.713800000000001</c:v>
                </c:pt>
                <c:pt idx="501">
                  <c:v>11.734500000000001</c:v>
                </c:pt>
                <c:pt idx="502">
                  <c:v>11.758699999999999</c:v>
                </c:pt>
                <c:pt idx="503">
                  <c:v>11.7812</c:v>
                </c:pt>
                <c:pt idx="504">
                  <c:v>11.8012</c:v>
                </c:pt>
                <c:pt idx="505">
                  <c:v>11.824999999999999</c:v>
                </c:pt>
                <c:pt idx="506">
                  <c:v>11.8537</c:v>
                </c:pt>
                <c:pt idx="507">
                  <c:v>11.8817</c:v>
                </c:pt>
                <c:pt idx="508">
                  <c:v>11.901999999999999</c:v>
                </c:pt>
                <c:pt idx="509">
                  <c:v>11.922800000000001</c:v>
                </c:pt>
                <c:pt idx="510">
                  <c:v>11.943</c:v>
                </c:pt>
                <c:pt idx="511">
                  <c:v>11.9697</c:v>
                </c:pt>
                <c:pt idx="512">
                  <c:v>12.021800000000001</c:v>
                </c:pt>
                <c:pt idx="513">
                  <c:v>12.0419</c:v>
                </c:pt>
                <c:pt idx="514">
                  <c:v>12.066800000000001</c:v>
                </c:pt>
                <c:pt idx="515">
                  <c:v>12.089700000000001</c:v>
                </c:pt>
                <c:pt idx="516">
                  <c:v>12.113799999999999</c:v>
                </c:pt>
                <c:pt idx="517">
                  <c:v>12.1424</c:v>
                </c:pt>
                <c:pt idx="518">
                  <c:v>12.162800000000001</c:v>
                </c:pt>
                <c:pt idx="519">
                  <c:v>12.1892</c:v>
                </c:pt>
                <c:pt idx="520">
                  <c:v>12.2096</c:v>
                </c:pt>
                <c:pt idx="521">
                  <c:v>12.2371</c:v>
                </c:pt>
                <c:pt idx="522">
                  <c:v>12.2636</c:v>
                </c:pt>
                <c:pt idx="523">
                  <c:v>12.291499999999999</c:v>
                </c:pt>
                <c:pt idx="524">
                  <c:v>12.3178</c:v>
                </c:pt>
                <c:pt idx="525">
                  <c:v>12.341799999999999</c:v>
                </c:pt>
                <c:pt idx="526">
                  <c:v>12.3634</c:v>
                </c:pt>
                <c:pt idx="527">
                  <c:v>12.383900000000001</c:v>
                </c:pt>
                <c:pt idx="528">
                  <c:v>12.4062</c:v>
                </c:pt>
                <c:pt idx="529">
                  <c:v>12.427199999999999</c:v>
                </c:pt>
                <c:pt idx="530">
                  <c:v>12.4565</c:v>
                </c:pt>
                <c:pt idx="531">
                  <c:v>12.4846</c:v>
                </c:pt>
                <c:pt idx="532">
                  <c:v>12.5082</c:v>
                </c:pt>
                <c:pt idx="533">
                  <c:v>12.531700000000001</c:v>
                </c:pt>
                <c:pt idx="534">
                  <c:v>12.558400000000001</c:v>
                </c:pt>
                <c:pt idx="535">
                  <c:v>12.579599999999999</c:v>
                </c:pt>
                <c:pt idx="536">
                  <c:v>12.6046</c:v>
                </c:pt>
                <c:pt idx="537">
                  <c:v>12.625</c:v>
                </c:pt>
                <c:pt idx="538">
                  <c:v>12.6496</c:v>
                </c:pt>
                <c:pt idx="539">
                  <c:v>12.700900000000001</c:v>
                </c:pt>
                <c:pt idx="540">
                  <c:v>12.724399999999999</c:v>
                </c:pt>
                <c:pt idx="541">
                  <c:v>12.7479</c:v>
                </c:pt>
                <c:pt idx="542">
                  <c:v>12.773400000000001</c:v>
                </c:pt>
                <c:pt idx="543">
                  <c:v>12.7957</c:v>
                </c:pt>
                <c:pt idx="544">
                  <c:v>12.816000000000001</c:v>
                </c:pt>
                <c:pt idx="545">
                  <c:v>12.837899999999999</c:v>
                </c:pt>
                <c:pt idx="546">
                  <c:v>12.858499999999999</c:v>
                </c:pt>
                <c:pt idx="547">
                  <c:v>12.8805</c:v>
                </c:pt>
                <c:pt idx="548">
                  <c:v>12.900700000000001</c:v>
                </c:pt>
                <c:pt idx="549">
                  <c:v>12.9283</c:v>
                </c:pt>
                <c:pt idx="550">
                  <c:v>12.949199999999999</c:v>
                </c:pt>
                <c:pt idx="551">
                  <c:v>12.969900000000001</c:v>
                </c:pt>
                <c:pt idx="552">
                  <c:v>12.994999999999999</c:v>
                </c:pt>
                <c:pt idx="553">
                  <c:v>13.017300000000001</c:v>
                </c:pt>
                <c:pt idx="554">
                  <c:v>13.0375</c:v>
                </c:pt>
                <c:pt idx="555">
                  <c:v>13.058</c:v>
                </c:pt>
                <c:pt idx="556">
                  <c:v>13.078099999999999</c:v>
                </c:pt>
                <c:pt idx="557">
                  <c:v>13.106400000000001</c:v>
                </c:pt>
                <c:pt idx="558">
                  <c:v>13.132199999999999</c:v>
                </c:pt>
                <c:pt idx="559">
                  <c:v>13.1525</c:v>
                </c:pt>
                <c:pt idx="560">
                  <c:v>13.1798</c:v>
                </c:pt>
                <c:pt idx="561">
                  <c:v>13.2042</c:v>
                </c:pt>
                <c:pt idx="562">
                  <c:v>13.2323</c:v>
                </c:pt>
                <c:pt idx="563">
                  <c:v>13.2585</c:v>
                </c:pt>
                <c:pt idx="564">
                  <c:v>13.286</c:v>
                </c:pt>
                <c:pt idx="565">
                  <c:v>13.3149</c:v>
                </c:pt>
                <c:pt idx="566">
                  <c:v>13.342499999999999</c:v>
                </c:pt>
                <c:pt idx="567">
                  <c:v>13.3628</c:v>
                </c:pt>
                <c:pt idx="568">
                  <c:v>13.388199999999999</c:v>
                </c:pt>
                <c:pt idx="569">
                  <c:v>13.408799999999999</c:v>
                </c:pt>
                <c:pt idx="570">
                  <c:v>13.430899999999999</c:v>
                </c:pt>
                <c:pt idx="571">
                  <c:v>13.451700000000001</c:v>
                </c:pt>
                <c:pt idx="572">
                  <c:v>13.472799999999999</c:v>
                </c:pt>
                <c:pt idx="573">
                  <c:v>13.493</c:v>
                </c:pt>
                <c:pt idx="574">
                  <c:v>13.520200000000001</c:v>
                </c:pt>
                <c:pt idx="575">
                  <c:v>13.5473</c:v>
                </c:pt>
                <c:pt idx="576">
                  <c:v>13.5718</c:v>
                </c:pt>
                <c:pt idx="577">
                  <c:v>13.5931</c:v>
                </c:pt>
                <c:pt idx="578">
                  <c:v>13.613300000000001</c:v>
                </c:pt>
                <c:pt idx="579">
                  <c:v>13.6412</c:v>
                </c:pt>
                <c:pt idx="580">
                  <c:v>13.6614</c:v>
                </c:pt>
                <c:pt idx="581">
                  <c:v>13.683199999999999</c:v>
                </c:pt>
                <c:pt idx="582">
                  <c:v>13.7036</c:v>
                </c:pt>
                <c:pt idx="583">
                  <c:v>13.73</c:v>
                </c:pt>
                <c:pt idx="584">
                  <c:v>13.7506</c:v>
                </c:pt>
                <c:pt idx="585">
                  <c:v>13.7706</c:v>
                </c:pt>
                <c:pt idx="586">
                  <c:v>13.7957</c:v>
                </c:pt>
                <c:pt idx="587">
                  <c:v>13.816599999999999</c:v>
                </c:pt>
                <c:pt idx="588">
                  <c:v>13.8368</c:v>
                </c:pt>
                <c:pt idx="589">
                  <c:v>13.859500000000001</c:v>
                </c:pt>
                <c:pt idx="590">
                  <c:v>13.8865</c:v>
                </c:pt>
                <c:pt idx="591">
                  <c:v>13.9122</c:v>
                </c:pt>
                <c:pt idx="592">
                  <c:v>13.9352</c:v>
                </c:pt>
                <c:pt idx="593">
                  <c:v>13.9567</c:v>
                </c:pt>
                <c:pt idx="594">
                  <c:v>13.976800000000001</c:v>
                </c:pt>
                <c:pt idx="595">
                  <c:v>13.9971</c:v>
                </c:pt>
                <c:pt idx="596">
                  <c:v>14.0243</c:v>
                </c:pt>
                <c:pt idx="597">
                  <c:v>14.0464</c:v>
                </c:pt>
                <c:pt idx="598">
                  <c:v>14.071999999999999</c:v>
                </c:pt>
                <c:pt idx="599">
                  <c:v>14.0952</c:v>
                </c:pt>
                <c:pt idx="600">
                  <c:v>14.122400000000001</c:v>
                </c:pt>
                <c:pt idx="601">
                  <c:v>14.1478</c:v>
                </c:pt>
                <c:pt idx="602">
                  <c:v>14.172700000000001</c:v>
                </c:pt>
                <c:pt idx="603">
                  <c:v>14.195600000000001</c:v>
                </c:pt>
                <c:pt idx="604">
                  <c:v>14.2165</c:v>
                </c:pt>
                <c:pt idx="605">
                  <c:v>14.236700000000001</c:v>
                </c:pt>
                <c:pt idx="606">
                  <c:v>14.261799999999999</c:v>
                </c:pt>
                <c:pt idx="607">
                  <c:v>14.282299999999999</c:v>
                </c:pt>
                <c:pt idx="608">
                  <c:v>14.3027</c:v>
                </c:pt>
                <c:pt idx="609">
                  <c:v>14.3238</c:v>
                </c:pt>
                <c:pt idx="610">
                  <c:v>14.348699999999999</c:v>
                </c:pt>
                <c:pt idx="611">
                  <c:v>14.3696</c:v>
                </c:pt>
                <c:pt idx="612">
                  <c:v>14.395</c:v>
                </c:pt>
                <c:pt idx="613">
                  <c:v>14.418100000000001</c:v>
                </c:pt>
                <c:pt idx="614">
                  <c:v>14.438700000000001</c:v>
                </c:pt>
                <c:pt idx="615">
                  <c:v>14.4657</c:v>
                </c:pt>
                <c:pt idx="616">
                  <c:v>14.487399999999999</c:v>
                </c:pt>
                <c:pt idx="617">
                  <c:v>14.5083</c:v>
                </c:pt>
                <c:pt idx="618">
                  <c:v>14.5345</c:v>
                </c:pt>
                <c:pt idx="619">
                  <c:v>14.561199999999999</c:v>
                </c:pt>
                <c:pt idx="620">
                  <c:v>14.585699999999999</c:v>
                </c:pt>
                <c:pt idx="621">
                  <c:v>14.611800000000001</c:v>
                </c:pt>
                <c:pt idx="622">
                  <c:v>14.635999999999999</c:v>
                </c:pt>
                <c:pt idx="623">
                  <c:v>14.6584</c:v>
                </c:pt>
                <c:pt idx="624">
                  <c:v>14.679399999999999</c:v>
                </c:pt>
                <c:pt idx="625">
                  <c:v>14.701499999999999</c:v>
                </c:pt>
                <c:pt idx="626">
                  <c:v>14.722200000000001</c:v>
                </c:pt>
                <c:pt idx="627">
                  <c:v>14.7485</c:v>
                </c:pt>
                <c:pt idx="628">
                  <c:v>14.7712</c:v>
                </c:pt>
                <c:pt idx="629">
                  <c:v>14.7967</c:v>
                </c:pt>
                <c:pt idx="630">
                  <c:v>14.817299999999999</c:v>
                </c:pt>
                <c:pt idx="631">
                  <c:v>14.837899999999999</c:v>
                </c:pt>
                <c:pt idx="632">
                  <c:v>14.8651</c:v>
                </c:pt>
                <c:pt idx="633">
                  <c:v>14.8857</c:v>
                </c:pt>
                <c:pt idx="634">
                  <c:v>14.908200000000001</c:v>
                </c:pt>
                <c:pt idx="635">
                  <c:v>14.9313</c:v>
                </c:pt>
                <c:pt idx="636">
                  <c:v>14.9544</c:v>
                </c:pt>
                <c:pt idx="637">
                  <c:v>14.9839</c:v>
                </c:pt>
                <c:pt idx="638">
                  <c:v>15.004300000000001</c:v>
                </c:pt>
                <c:pt idx="639">
                  <c:v>15.0258</c:v>
                </c:pt>
                <c:pt idx="640">
                  <c:v>15.0459</c:v>
                </c:pt>
                <c:pt idx="641">
                  <c:v>15.073600000000001</c:v>
                </c:pt>
                <c:pt idx="642">
                  <c:v>15.0976</c:v>
                </c:pt>
                <c:pt idx="643">
                  <c:v>15.117800000000001</c:v>
                </c:pt>
                <c:pt idx="644">
                  <c:v>15.1381</c:v>
                </c:pt>
                <c:pt idx="645">
                  <c:v>15.1609</c:v>
                </c:pt>
                <c:pt idx="646">
                  <c:v>15.183400000000001</c:v>
                </c:pt>
                <c:pt idx="647">
                  <c:v>15.209899999999999</c:v>
                </c:pt>
                <c:pt idx="648">
                  <c:v>15.2331</c:v>
                </c:pt>
                <c:pt idx="649">
                  <c:v>15.254200000000001</c:v>
                </c:pt>
                <c:pt idx="650">
                  <c:v>15.2753</c:v>
                </c:pt>
                <c:pt idx="651">
                  <c:v>15.297700000000001</c:v>
                </c:pt>
                <c:pt idx="652">
                  <c:v>15.318</c:v>
                </c:pt>
                <c:pt idx="653">
                  <c:v>15.344900000000001</c:v>
                </c:pt>
                <c:pt idx="654">
                  <c:v>15.3651</c:v>
                </c:pt>
                <c:pt idx="655">
                  <c:v>15.3919</c:v>
                </c:pt>
                <c:pt idx="656">
                  <c:v>15.4122</c:v>
                </c:pt>
                <c:pt idx="657">
                  <c:v>15.4345</c:v>
                </c:pt>
                <c:pt idx="658">
                  <c:v>15.457599999999999</c:v>
                </c:pt>
                <c:pt idx="659">
                  <c:v>15.485900000000001</c:v>
                </c:pt>
                <c:pt idx="660">
                  <c:v>15.5098</c:v>
                </c:pt>
                <c:pt idx="661">
                  <c:v>15.5349</c:v>
                </c:pt>
                <c:pt idx="662">
                  <c:v>15.5573</c:v>
                </c:pt>
                <c:pt idx="663">
                  <c:v>15.5848</c:v>
                </c:pt>
                <c:pt idx="664">
                  <c:v>15.6099</c:v>
                </c:pt>
                <c:pt idx="665">
                  <c:v>15.633100000000001</c:v>
                </c:pt>
                <c:pt idx="666">
                  <c:v>15.6541</c:v>
                </c:pt>
                <c:pt idx="667">
                  <c:v>15.685</c:v>
                </c:pt>
                <c:pt idx="668">
                  <c:v>15.7075</c:v>
                </c:pt>
                <c:pt idx="669">
                  <c:v>15.7317</c:v>
                </c:pt>
                <c:pt idx="670">
                  <c:v>15.7522</c:v>
                </c:pt>
                <c:pt idx="671">
                  <c:v>15.7722</c:v>
                </c:pt>
                <c:pt idx="672">
                  <c:v>15.7951</c:v>
                </c:pt>
                <c:pt idx="673">
                  <c:v>15.817399999999999</c:v>
                </c:pt>
                <c:pt idx="674">
                  <c:v>15.8413</c:v>
                </c:pt>
                <c:pt idx="675">
                  <c:v>15.8621</c:v>
                </c:pt>
                <c:pt idx="676">
                  <c:v>15.884</c:v>
                </c:pt>
                <c:pt idx="677">
                  <c:v>16.217300000000002</c:v>
                </c:pt>
                <c:pt idx="678">
                  <c:v>16.2408</c:v>
                </c:pt>
                <c:pt idx="679">
                  <c:v>16.272400000000001</c:v>
                </c:pt>
                <c:pt idx="680">
                  <c:v>16.2974</c:v>
                </c:pt>
                <c:pt idx="681">
                  <c:v>16.327500000000001</c:v>
                </c:pt>
                <c:pt idx="682">
                  <c:v>16.3506</c:v>
                </c:pt>
                <c:pt idx="683">
                  <c:v>16.373100000000001</c:v>
                </c:pt>
                <c:pt idx="684">
                  <c:v>16.427299999999999</c:v>
                </c:pt>
                <c:pt idx="685">
                  <c:v>16.448899999999998</c:v>
                </c:pt>
                <c:pt idx="686">
                  <c:v>16.474699999999999</c:v>
                </c:pt>
                <c:pt idx="687">
                  <c:v>16.496700000000001</c:v>
                </c:pt>
                <c:pt idx="688">
                  <c:v>16.518799999999999</c:v>
                </c:pt>
                <c:pt idx="689">
                  <c:v>16.541399999999999</c:v>
                </c:pt>
                <c:pt idx="690">
                  <c:v>16.566800000000001</c:v>
                </c:pt>
                <c:pt idx="691">
                  <c:v>16.5913</c:v>
                </c:pt>
                <c:pt idx="692">
                  <c:v>16.613299999999999</c:v>
                </c:pt>
                <c:pt idx="693">
                  <c:v>16.64</c:v>
                </c:pt>
                <c:pt idx="694">
                  <c:v>16.666899999999998</c:v>
                </c:pt>
                <c:pt idx="695">
                  <c:v>16.687100000000001</c:v>
                </c:pt>
                <c:pt idx="696">
                  <c:v>16.713699999999999</c:v>
                </c:pt>
                <c:pt idx="697">
                  <c:v>16.735399999999998</c:v>
                </c:pt>
                <c:pt idx="698">
                  <c:v>16.7559</c:v>
                </c:pt>
                <c:pt idx="699">
                  <c:v>16.777200000000001</c:v>
                </c:pt>
                <c:pt idx="700">
                  <c:v>16.798200000000001</c:v>
                </c:pt>
                <c:pt idx="701">
                  <c:v>16.8216</c:v>
                </c:pt>
                <c:pt idx="702">
                  <c:v>16.8461</c:v>
                </c:pt>
                <c:pt idx="703">
                  <c:v>16.871400000000001</c:v>
                </c:pt>
                <c:pt idx="704">
                  <c:v>16.896100000000001</c:v>
                </c:pt>
                <c:pt idx="705">
                  <c:v>16.921900000000001</c:v>
                </c:pt>
                <c:pt idx="706">
                  <c:v>16.9421</c:v>
                </c:pt>
                <c:pt idx="707">
                  <c:v>16.9648</c:v>
                </c:pt>
                <c:pt idx="708">
                  <c:v>16.985700000000001</c:v>
                </c:pt>
                <c:pt idx="709">
                  <c:v>17.0108</c:v>
                </c:pt>
                <c:pt idx="710">
                  <c:v>17.031700000000001</c:v>
                </c:pt>
                <c:pt idx="711">
                  <c:v>17.052600000000002</c:v>
                </c:pt>
                <c:pt idx="712">
                  <c:v>17.074200000000001</c:v>
                </c:pt>
                <c:pt idx="713">
                  <c:v>17.096399999999999</c:v>
                </c:pt>
                <c:pt idx="714">
                  <c:v>17.117699999999999</c:v>
                </c:pt>
                <c:pt idx="715">
                  <c:v>17.144500000000001</c:v>
                </c:pt>
                <c:pt idx="716">
                  <c:v>17.169899999999998</c:v>
                </c:pt>
                <c:pt idx="717">
                  <c:v>17.191500000000001</c:v>
                </c:pt>
                <c:pt idx="718">
                  <c:v>17.2163</c:v>
                </c:pt>
                <c:pt idx="719">
                  <c:v>17.242699999999999</c:v>
                </c:pt>
                <c:pt idx="720">
                  <c:v>17.2684</c:v>
                </c:pt>
                <c:pt idx="721">
                  <c:v>17.293900000000001</c:v>
                </c:pt>
                <c:pt idx="722">
                  <c:v>17.317900000000002</c:v>
                </c:pt>
                <c:pt idx="723">
                  <c:v>17.342300000000002</c:v>
                </c:pt>
                <c:pt idx="724">
                  <c:v>17.3626</c:v>
                </c:pt>
                <c:pt idx="725">
                  <c:v>17.386399999999998</c:v>
                </c:pt>
                <c:pt idx="726">
                  <c:v>17.410299999999999</c:v>
                </c:pt>
                <c:pt idx="727">
                  <c:v>17.434999999999999</c:v>
                </c:pt>
                <c:pt idx="728">
                  <c:v>17.456</c:v>
                </c:pt>
                <c:pt idx="729">
                  <c:v>17.479800000000001</c:v>
                </c:pt>
                <c:pt idx="730">
                  <c:v>17.502600000000001</c:v>
                </c:pt>
                <c:pt idx="731">
                  <c:v>17.523099999999999</c:v>
                </c:pt>
                <c:pt idx="732">
                  <c:v>17.5471</c:v>
                </c:pt>
                <c:pt idx="733">
                  <c:v>17.5717</c:v>
                </c:pt>
                <c:pt idx="734">
                  <c:v>17.595800000000001</c:v>
                </c:pt>
                <c:pt idx="735">
                  <c:v>17.6173</c:v>
                </c:pt>
                <c:pt idx="736">
                  <c:v>17.638300000000001</c:v>
                </c:pt>
                <c:pt idx="737">
                  <c:v>17.6662</c:v>
                </c:pt>
                <c:pt idx="738">
                  <c:v>17.686399999999999</c:v>
                </c:pt>
                <c:pt idx="739">
                  <c:v>17.708500000000001</c:v>
                </c:pt>
                <c:pt idx="740">
                  <c:v>17.7349</c:v>
                </c:pt>
                <c:pt idx="741">
                  <c:v>17.755500000000001</c:v>
                </c:pt>
                <c:pt idx="742">
                  <c:v>17.784300000000002</c:v>
                </c:pt>
                <c:pt idx="743">
                  <c:v>17.811900000000001</c:v>
                </c:pt>
                <c:pt idx="744">
                  <c:v>17.862400000000001</c:v>
                </c:pt>
                <c:pt idx="745">
                  <c:v>17.891100000000002</c:v>
                </c:pt>
                <c:pt idx="746">
                  <c:v>17.914300000000001</c:v>
                </c:pt>
                <c:pt idx="747">
                  <c:v>17.936699999999998</c:v>
                </c:pt>
                <c:pt idx="748">
                  <c:v>17.964200000000002</c:v>
                </c:pt>
                <c:pt idx="749">
                  <c:v>17.989999999999998</c:v>
                </c:pt>
                <c:pt idx="750">
                  <c:v>18.017399999999999</c:v>
                </c:pt>
                <c:pt idx="751">
                  <c:v>18.042999999999999</c:v>
                </c:pt>
                <c:pt idx="752">
                  <c:v>18.065100000000001</c:v>
                </c:pt>
                <c:pt idx="753">
                  <c:v>18.090299999999999</c:v>
                </c:pt>
                <c:pt idx="754">
                  <c:v>18.1114</c:v>
                </c:pt>
                <c:pt idx="755">
                  <c:v>18.1386</c:v>
                </c:pt>
                <c:pt idx="756">
                  <c:v>18.160599999999999</c:v>
                </c:pt>
                <c:pt idx="757">
                  <c:v>18.182500000000001</c:v>
                </c:pt>
                <c:pt idx="758">
                  <c:v>18.2072</c:v>
                </c:pt>
                <c:pt idx="759">
                  <c:v>18.234200000000001</c:v>
                </c:pt>
                <c:pt idx="760">
                  <c:v>18.2608</c:v>
                </c:pt>
                <c:pt idx="761">
                  <c:v>18.2836</c:v>
                </c:pt>
                <c:pt idx="762">
                  <c:v>18.305</c:v>
                </c:pt>
                <c:pt idx="763">
                  <c:v>18.329499999999999</c:v>
                </c:pt>
                <c:pt idx="764">
                  <c:v>18.350300000000001</c:v>
                </c:pt>
                <c:pt idx="765">
                  <c:v>18.374600000000001</c:v>
                </c:pt>
                <c:pt idx="766">
                  <c:v>18.3962</c:v>
                </c:pt>
                <c:pt idx="767">
                  <c:v>18.416699999999999</c:v>
                </c:pt>
                <c:pt idx="768">
                  <c:v>18.446999999999999</c:v>
                </c:pt>
                <c:pt idx="769">
                  <c:v>18.467099999999999</c:v>
                </c:pt>
                <c:pt idx="770">
                  <c:v>18.493099999999998</c:v>
                </c:pt>
                <c:pt idx="771">
                  <c:v>18.5169</c:v>
                </c:pt>
                <c:pt idx="772">
                  <c:v>18.5379</c:v>
                </c:pt>
                <c:pt idx="773">
                  <c:v>18.561699999999998</c:v>
                </c:pt>
                <c:pt idx="774">
                  <c:v>18.582999999999998</c:v>
                </c:pt>
                <c:pt idx="775">
                  <c:v>18.606000000000002</c:v>
                </c:pt>
                <c:pt idx="776">
                  <c:v>18.6265</c:v>
                </c:pt>
                <c:pt idx="777">
                  <c:v>18.6494</c:v>
                </c:pt>
                <c:pt idx="778">
                  <c:v>18.675899999999999</c:v>
                </c:pt>
                <c:pt idx="779">
                  <c:v>18.7027</c:v>
                </c:pt>
                <c:pt idx="780">
                  <c:v>18.725200000000001</c:v>
                </c:pt>
                <c:pt idx="781">
                  <c:v>18.749099999999999</c:v>
                </c:pt>
                <c:pt idx="782">
                  <c:v>18.7758</c:v>
                </c:pt>
                <c:pt idx="783">
                  <c:v>18.796900000000001</c:v>
                </c:pt>
                <c:pt idx="784">
                  <c:v>18.8184</c:v>
                </c:pt>
                <c:pt idx="785">
                  <c:v>18.845500000000001</c:v>
                </c:pt>
                <c:pt idx="786">
                  <c:v>18.8657</c:v>
                </c:pt>
                <c:pt idx="787">
                  <c:v>18.894500000000001</c:v>
                </c:pt>
                <c:pt idx="788">
                  <c:v>18.917100000000001</c:v>
                </c:pt>
                <c:pt idx="789">
                  <c:v>18.940300000000001</c:v>
                </c:pt>
                <c:pt idx="790">
                  <c:v>18.964500000000001</c:v>
                </c:pt>
                <c:pt idx="791">
                  <c:v>18.990600000000001</c:v>
                </c:pt>
                <c:pt idx="792">
                  <c:v>19.017099999999999</c:v>
                </c:pt>
                <c:pt idx="793">
                  <c:v>19.037299999999998</c:v>
                </c:pt>
                <c:pt idx="794">
                  <c:v>19.0626</c:v>
                </c:pt>
                <c:pt idx="795">
                  <c:v>19.093</c:v>
                </c:pt>
                <c:pt idx="796">
                  <c:v>19.117000000000001</c:v>
                </c:pt>
                <c:pt idx="797">
                  <c:v>19.1373</c:v>
                </c:pt>
                <c:pt idx="798">
                  <c:v>19.1586</c:v>
                </c:pt>
                <c:pt idx="799">
                  <c:v>19.178899999999999</c:v>
                </c:pt>
                <c:pt idx="800">
                  <c:v>19.206600000000002</c:v>
                </c:pt>
                <c:pt idx="801">
                  <c:v>19.229299999999999</c:v>
                </c:pt>
                <c:pt idx="802">
                  <c:v>19.253900000000002</c:v>
                </c:pt>
                <c:pt idx="803">
                  <c:v>19.279900000000001</c:v>
                </c:pt>
                <c:pt idx="804">
                  <c:v>19.301100000000002</c:v>
                </c:pt>
                <c:pt idx="805">
                  <c:v>19.327100000000002</c:v>
                </c:pt>
                <c:pt idx="806">
                  <c:v>19.353899999999999</c:v>
                </c:pt>
                <c:pt idx="807">
                  <c:v>19.380600000000001</c:v>
                </c:pt>
                <c:pt idx="808">
                  <c:v>19.4069</c:v>
                </c:pt>
                <c:pt idx="809">
                  <c:v>19.430700000000002</c:v>
                </c:pt>
                <c:pt idx="810">
                  <c:v>19.456800000000001</c:v>
                </c:pt>
                <c:pt idx="811">
                  <c:v>19.477499999999999</c:v>
                </c:pt>
                <c:pt idx="812">
                  <c:v>19.499300000000002</c:v>
                </c:pt>
                <c:pt idx="813">
                  <c:v>19.522200000000002</c:v>
                </c:pt>
                <c:pt idx="814">
                  <c:v>19.5458</c:v>
                </c:pt>
                <c:pt idx="815">
                  <c:v>19.566600000000001</c:v>
                </c:pt>
                <c:pt idx="816">
                  <c:v>19.590699999999998</c:v>
                </c:pt>
                <c:pt idx="817">
                  <c:v>19.6114</c:v>
                </c:pt>
                <c:pt idx="818">
                  <c:v>19.636700000000001</c:v>
                </c:pt>
                <c:pt idx="819">
                  <c:v>19.657800000000002</c:v>
                </c:pt>
                <c:pt idx="820">
                  <c:v>19.6797</c:v>
                </c:pt>
                <c:pt idx="821">
                  <c:v>19.7044</c:v>
                </c:pt>
                <c:pt idx="822">
                  <c:v>19.724699999999999</c:v>
                </c:pt>
                <c:pt idx="823">
                  <c:v>19.745999999999999</c:v>
                </c:pt>
                <c:pt idx="824">
                  <c:v>19.768599999999999</c:v>
                </c:pt>
                <c:pt idx="825">
                  <c:v>19.7912</c:v>
                </c:pt>
                <c:pt idx="826">
                  <c:v>19.814800000000002</c:v>
                </c:pt>
                <c:pt idx="827">
                  <c:v>19.841999999999999</c:v>
                </c:pt>
                <c:pt idx="828">
                  <c:v>19.868400000000001</c:v>
                </c:pt>
                <c:pt idx="829">
                  <c:v>19.892499999999998</c:v>
                </c:pt>
                <c:pt idx="830">
                  <c:v>19.914400000000001</c:v>
                </c:pt>
                <c:pt idx="831">
                  <c:v>19.936900000000001</c:v>
                </c:pt>
                <c:pt idx="832">
                  <c:v>19.9605</c:v>
                </c:pt>
                <c:pt idx="833">
                  <c:v>19.980799999999999</c:v>
                </c:pt>
                <c:pt idx="834">
                  <c:v>20.002199999999998</c:v>
                </c:pt>
                <c:pt idx="835">
                  <c:v>20.024999999999999</c:v>
                </c:pt>
                <c:pt idx="836">
                  <c:v>20.0472</c:v>
                </c:pt>
                <c:pt idx="837">
                  <c:v>20.073499999999999</c:v>
                </c:pt>
                <c:pt idx="838">
                  <c:v>20.094200000000001</c:v>
                </c:pt>
                <c:pt idx="839">
                  <c:v>20.118200000000002</c:v>
                </c:pt>
                <c:pt idx="840">
                  <c:v>20.138300000000001</c:v>
                </c:pt>
                <c:pt idx="841">
                  <c:v>20.159199999999998</c:v>
                </c:pt>
                <c:pt idx="842">
                  <c:v>20.180499999999999</c:v>
                </c:pt>
                <c:pt idx="843">
                  <c:v>20.200600000000001</c:v>
                </c:pt>
                <c:pt idx="844">
                  <c:v>20.2209</c:v>
                </c:pt>
                <c:pt idx="845">
                  <c:v>20.245200000000001</c:v>
                </c:pt>
                <c:pt idx="846">
                  <c:v>20.266100000000002</c:v>
                </c:pt>
                <c:pt idx="847">
                  <c:v>20.2926</c:v>
                </c:pt>
                <c:pt idx="848">
                  <c:v>20.313800000000001</c:v>
                </c:pt>
                <c:pt idx="849">
                  <c:v>20.335799999999999</c:v>
                </c:pt>
                <c:pt idx="850">
                  <c:v>20.3583</c:v>
                </c:pt>
                <c:pt idx="851">
                  <c:v>20.378399999999999</c:v>
                </c:pt>
                <c:pt idx="852">
                  <c:v>20.398499999999999</c:v>
                </c:pt>
                <c:pt idx="853">
                  <c:v>20.420000000000002</c:v>
                </c:pt>
                <c:pt idx="854">
                  <c:v>20.440899999999999</c:v>
                </c:pt>
                <c:pt idx="855">
                  <c:v>20.462700000000002</c:v>
                </c:pt>
                <c:pt idx="856">
                  <c:v>20.483000000000001</c:v>
                </c:pt>
                <c:pt idx="857">
                  <c:v>20.503499999999999</c:v>
                </c:pt>
                <c:pt idx="858">
                  <c:v>20.525300000000001</c:v>
                </c:pt>
                <c:pt idx="859">
                  <c:v>20.551500000000001</c:v>
                </c:pt>
                <c:pt idx="860">
                  <c:v>20.577100000000002</c:v>
                </c:pt>
                <c:pt idx="861">
                  <c:v>20.603899999999999</c:v>
                </c:pt>
                <c:pt idx="862">
                  <c:v>20.624199999999998</c:v>
                </c:pt>
                <c:pt idx="863">
                  <c:v>20.647500000000001</c:v>
                </c:pt>
                <c:pt idx="864">
                  <c:v>20.671099999999999</c:v>
                </c:pt>
                <c:pt idx="865">
                  <c:v>20.697600000000001</c:v>
                </c:pt>
                <c:pt idx="866">
                  <c:v>20.729099999999999</c:v>
                </c:pt>
                <c:pt idx="867">
                  <c:v>20.75</c:v>
                </c:pt>
                <c:pt idx="868">
                  <c:v>20.7729</c:v>
                </c:pt>
                <c:pt idx="869">
                  <c:v>20.794799999999999</c:v>
                </c:pt>
                <c:pt idx="870">
                  <c:v>20.817499999999999</c:v>
                </c:pt>
                <c:pt idx="871">
                  <c:v>20.8444</c:v>
                </c:pt>
                <c:pt idx="872">
                  <c:v>20.867999999999999</c:v>
                </c:pt>
                <c:pt idx="873">
                  <c:v>20.894400000000001</c:v>
                </c:pt>
                <c:pt idx="874">
                  <c:v>20.917200000000001</c:v>
                </c:pt>
                <c:pt idx="875">
                  <c:v>20.937999999999999</c:v>
                </c:pt>
                <c:pt idx="876">
                  <c:v>20.958600000000001</c:v>
                </c:pt>
                <c:pt idx="877">
                  <c:v>20.978899999999999</c:v>
                </c:pt>
                <c:pt idx="878">
                  <c:v>21.0002</c:v>
                </c:pt>
                <c:pt idx="879">
                  <c:v>21.0212</c:v>
                </c:pt>
                <c:pt idx="880">
                  <c:v>21.047899999999998</c:v>
                </c:pt>
                <c:pt idx="881">
                  <c:v>21.074200000000001</c:v>
                </c:pt>
                <c:pt idx="882">
                  <c:v>21.097300000000001</c:v>
                </c:pt>
                <c:pt idx="883">
                  <c:v>21.118200000000002</c:v>
                </c:pt>
                <c:pt idx="884">
                  <c:v>21.142499999999998</c:v>
                </c:pt>
                <c:pt idx="885">
                  <c:v>21.163</c:v>
                </c:pt>
                <c:pt idx="886">
                  <c:v>21.184799999999999</c:v>
                </c:pt>
                <c:pt idx="887">
                  <c:v>21.2072</c:v>
                </c:pt>
                <c:pt idx="888">
                  <c:v>21.229199999999999</c:v>
                </c:pt>
                <c:pt idx="889">
                  <c:v>21.249400000000001</c:v>
                </c:pt>
                <c:pt idx="890">
                  <c:v>21.274999999999999</c:v>
                </c:pt>
                <c:pt idx="891">
                  <c:v>21.298500000000001</c:v>
                </c:pt>
                <c:pt idx="892">
                  <c:v>21.319299999999998</c:v>
                </c:pt>
                <c:pt idx="893">
                  <c:v>21.3416</c:v>
                </c:pt>
                <c:pt idx="894">
                  <c:v>21.365600000000001</c:v>
                </c:pt>
                <c:pt idx="895">
                  <c:v>21.388300000000001</c:v>
                </c:pt>
                <c:pt idx="896">
                  <c:v>21.414400000000001</c:v>
                </c:pt>
                <c:pt idx="897">
                  <c:v>21.436399999999999</c:v>
                </c:pt>
                <c:pt idx="898">
                  <c:v>21.457799999999999</c:v>
                </c:pt>
                <c:pt idx="899">
                  <c:v>21.480399999999999</c:v>
                </c:pt>
                <c:pt idx="900">
                  <c:v>21.504000000000001</c:v>
                </c:pt>
                <c:pt idx="901">
                  <c:v>21.524000000000001</c:v>
                </c:pt>
                <c:pt idx="902">
                  <c:v>21.547000000000001</c:v>
                </c:pt>
                <c:pt idx="903">
                  <c:v>21.5687</c:v>
                </c:pt>
                <c:pt idx="904">
                  <c:v>21.590900000000001</c:v>
                </c:pt>
                <c:pt idx="905">
                  <c:v>21.6127</c:v>
                </c:pt>
                <c:pt idx="906">
                  <c:v>21.6343</c:v>
                </c:pt>
                <c:pt idx="907">
                  <c:v>21.656500000000001</c:v>
                </c:pt>
                <c:pt idx="908">
                  <c:v>21.6782</c:v>
                </c:pt>
                <c:pt idx="909">
                  <c:v>21.700600000000001</c:v>
                </c:pt>
                <c:pt idx="910">
                  <c:v>21.721399999999999</c:v>
                </c:pt>
                <c:pt idx="911">
                  <c:v>21.741700000000002</c:v>
                </c:pt>
                <c:pt idx="912">
                  <c:v>21.763200000000001</c:v>
                </c:pt>
                <c:pt idx="913">
                  <c:v>21.785699999999999</c:v>
                </c:pt>
                <c:pt idx="914">
                  <c:v>21.806899999999999</c:v>
                </c:pt>
                <c:pt idx="915">
                  <c:v>21.8278</c:v>
                </c:pt>
                <c:pt idx="916">
                  <c:v>21.854199999999999</c:v>
                </c:pt>
                <c:pt idx="917">
                  <c:v>21.875</c:v>
                </c:pt>
                <c:pt idx="918">
                  <c:v>21.895700000000001</c:v>
                </c:pt>
                <c:pt idx="919">
                  <c:v>21.9209</c:v>
                </c:pt>
                <c:pt idx="920">
                  <c:v>21.943200000000001</c:v>
                </c:pt>
                <c:pt idx="921">
                  <c:v>21.9679</c:v>
                </c:pt>
                <c:pt idx="922">
                  <c:v>21.988099999999999</c:v>
                </c:pt>
                <c:pt idx="923">
                  <c:v>22.008099999999999</c:v>
                </c:pt>
                <c:pt idx="924">
                  <c:v>22.0288</c:v>
                </c:pt>
                <c:pt idx="925">
                  <c:v>22.0505</c:v>
                </c:pt>
                <c:pt idx="926">
                  <c:v>22.073</c:v>
                </c:pt>
                <c:pt idx="927">
                  <c:v>22.093599999999999</c:v>
                </c:pt>
                <c:pt idx="928">
                  <c:v>22.114599999999999</c:v>
                </c:pt>
                <c:pt idx="929">
                  <c:v>22.1401</c:v>
                </c:pt>
                <c:pt idx="930">
                  <c:v>22.162199999999999</c:v>
                </c:pt>
                <c:pt idx="931">
                  <c:v>22.187799999999999</c:v>
                </c:pt>
                <c:pt idx="932">
                  <c:v>22.209299999999999</c:v>
                </c:pt>
                <c:pt idx="933">
                  <c:v>22.234200000000001</c:v>
                </c:pt>
                <c:pt idx="934">
                  <c:v>22.255400000000002</c:v>
                </c:pt>
                <c:pt idx="935">
                  <c:v>22.276499999999999</c:v>
                </c:pt>
                <c:pt idx="936">
                  <c:v>22.302600000000002</c:v>
                </c:pt>
                <c:pt idx="937">
                  <c:v>22.322600000000001</c:v>
                </c:pt>
                <c:pt idx="938">
                  <c:v>22.342700000000001</c:v>
                </c:pt>
                <c:pt idx="939">
                  <c:v>22.366800000000001</c:v>
                </c:pt>
                <c:pt idx="940">
                  <c:v>22.387699999999999</c:v>
                </c:pt>
                <c:pt idx="941">
                  <c:v>22.409099999999999</c:v>
                </c:pt>
                <c:pt idx="942">
                  <c:v>22.434799999999999</c:v>
                </c:pt>
                <c:pt idx="943">
                  <c:v>22.455100000000002</c:v>
                </c:pt>
                <c:pt idx="944">
                  <c:v>22.4785</c:v>
                </c:pt>
                <c:pt idx="945">
                  <c:v>22.4986</c:v>
                </c:pt>
                <c:pt idx="946">
                  <c:v>22.521100000000001</c:v>
                </c:pt>
                <c:pt idx="947">
                  <c:v>22.543600000000001</c:v>
                </c:pt>
                <c:pt idx="948">
                  <c:v>22.563800000000001</c:v>
                </c:pt>
                <c:pt idx="949">
                  <c:v>22.585000000000001</c:v>
                </c:pt>
                <c:pt idx="950">
                  <c:v>22.6051</c:v>
                </c:pt>
                <c:pt idx="951">
                  <c:v>22.6252</c:v>
                </c:pt>
                <c:pt idx="952">
                  <c:v>22.649000000000001</c:v>
                </c:pt>
                <c:pt idx="953">
                  <c:v>22.671800000000001</c:v>
                </c:pt>
                <c:pt idx="954">
                  <c:v>22.694199999999999</c:v>
                </c:pt>
                <c:pt idx="955">
                  <c:v>22.714700000000001</c:v>
                </c:pt>
                <c:pt idx="956">
                  <c:v>22.7361</c:v>
                </c:pt>
                <c:pt idx="957">
                  <c:v>22.7577</c:v>
                </c:pt>
                <c:pt idx="958">
                  <c:v>22.7789</c:v>
                </c:pt>
                <c:pt idx="959">
                  <c:v>22.800799999999999</c:v>
                </c:pt>
                <c:pt idx="960">
                  <c:v>22.821100000000001</c:v>
                </c:pt>
                <c:pt idx="961">
                  <c:v>22.8429</c:v>
                </c:pt>
                <c:pt idx="962">
                  <c:v>22.865100000000002</c:v>
                </c:pt>
                <c:pt idx="963">
                  <c:v>22.8872</c:v>
                </c:pt>
                <c:pt idx="964">
                  <c:v>22.909300000000002</c:v>
                </c:pt>
                <c:pt idx="965">
                  <c:v>22.931999999999999</c:v>
                </c:pt>
                <c:pt idx="966">
                  <c:v>22.952300000000001</c:v>
                </c:pt>
                <c:pt idx="967">
                  <c:v>22.9773</c:v>
                </c:pt>
                <c:pt idx="968">
                  <c:v>22.998200000000001</c:v>
                </c:pt>
                <c:pt idx="969">
                  <c:v>23.021000000000001</c:v>
                </c:pt>
                <c:pt idx="970">
                  <c:v>23.042400000000001</c:v>
                </c:pt>
                <c:pt idx="971">
                  <c:v>23.0625</c:v>
                </c:pt>
                <c:pt idx="972">
                  <c:v>23.082799999999999</c:v>
                </c:pt>
                <c:pt idx="973">
                  <c:v>23.103100000000001</c:v>
                </c:pt>
                <c:pt idx="974">
                  <c:v>23.1282</c:v>
                </c:pt>
                <c:pt idx="975">
                  <c:v>23.1492</c:v>
                </c:pt>
                <c:pt idx="976">
                  <c:v>23.170300000000001</c:v>
                </c:pt>
                <c:pt idx="977">
                  <c:v>23.193200000000001</c:v>
                </c:pt>
                <c:pt idx="978">
                  <c:v>23.215800000000002</c:v>
                </c:pt>
                <c:pt idx="979">
                  <c:v>23.238099999999999</c:v>
                </c:pt>
                <c:pt idx="980">
                  <c:v>23.2605</c:v>
                </c:pt>
                <c:pt idx="981">
                  <c:v>23.281199999999998</c:v>
                </c:pt>
                <c:pt idx="982">
                  <c:v>23.3035</c:v>
                </c:pt>
                <c:pt idx="983">
                  <c:v>23.3264</c:v>
                </c:pt>
                <c:pt idx="984">
                  <c:v>23.351199999999999</c:v>
                </c:pt>
                <c:pt idx="985">
                  <c:v>23.373000000000001</c:v>
                </c:pt>
                <c:pt idx="986">
                  <c:v>23.3947</c:v>
                </c:pt>
                <c:pt idx="987">
                  <c:v>23.417999999999999</c:v>
                </c:pt>
                <c:pt idx="988">
                  <c:v>23.4405</c:v>
                </c:pt>
                <c:pt idx="989">
                  <c:v>23.462499999999999</c:v>
                </c:pt>
                <c:pt idx="990">
                  <c:v>23.4895</c:v>
                </c:pt>
                <c:pt idx="991">
                  <c:v>23.5108</c:v>
                </c:pt>
                <c:pt idx="992">
                  <c:v>23.5319</c:v>
                </c:pt>
                <c:pt idx="993">
                  <c:v>23.555399999999999</c:v>
                </c:pt>
                <c:pt idx="994">
                  <c:v>23.577200000000001</c:v>
                </c:pt>
                <c:pt idx="995">
                  <c:v>23.597899999999999</c:v>
                </c:pt>
                <c:pt idx="996">
                  <c:v>23.620100000000001</c:v>
                </c:pt>
                <c:pt idx="997">
                  <c:v>23.6419</c:v>
                </c:pt>
                <c:pt idx="998">
                  <c:v>23.662600000000001</c:v>
                </c:pt>
                <c:pt idx="999">
                  <c:v>23.687000000000001</c:v>
                </c:pt>
                <c:pt idx="1000">
                  <c:v>23.708300000000001</c:v>
                </c:pt>
                <c:pt idx="1001">
                  <c:v>23.728999999999999</c:v>
                </c:pt>
                <c:pt idx="1002">
                  <c:v>23.756699999999999</c:v>
                </c:pt>
                <c:pt idx="1003">
                  <c:v>23.778099999999998</c:v>
                </c:pt>
                <c:pt idx="1004">
                  <c:v>23.8033</c:v>
                </c:pt>
                <c:pt idx="1005">
                  <c:v>23.8262</c:v>
                </c:pt>
                <c:pt idx="1006">
                  <c:v>23.848299999999998</c:v>
                </c:pt>
                <c:pt idx="1007">
                  <c:v>23.870100000000001</c:v>
                </c:pt>
                <c:pt idx="1008">
                  <c:v>23.891300000000001</c:v>
                </c:pt>
                <c:pt idx="1009">
                  <c:v>23.9193</c:v>
                </c:pt>
                <c:pt idx="1010">
                  <c:v>23.939499999999999</c:v>
                </c:pt>
                <c:pt idx="1011">
                  <c:v>23.9802</c:v>
                </c:pt>
                <c:pt idx="1012">
                  <c:v>24.002400000000002</c:v>
                </c:pt>
                <c:pt idx="1013">
                  <c:v>24.0365</c:v>
                </c:pt>
                <c:pt idx="1014">
                  <c:v>24.062100000000001</c:v>
                </c:pt>
                <c:pt idx="1015">
                  <c:v>24.093800000000002</c:v>
                </c:pt>
                <c:pt idx="1016">
                  <c:v>24.1173</c:v>
                </c:pt>
                <c:pt idx="1017">
                  <c:v>24.145299999999999</c:v>
                </c:pt>
                <c:pt idx="1018">
                  <c:v>24.170999999999999</c:v>
                </c:pt>
                <c:pt idx="1019">
                  <c:v>24.202999999999999</c:v>
                </c:pt>
                <c:pt idx="1020">
                  <c:v>24.223099999999999</c:v>
                </c:pt>
                <c:pt idx="1021">
                  <c:v>24.254300000000001</c:v>
                </c:pt>
                <c:pt idx="1022">
                  <c:v>24.275200000000002</c:v>
                </c:pt>
                <c:pt idx="1023">
                  <c:v>24.301100000000002</c:v>
                </c:pt>
                <c:pt idx="1024">
                  <c:v>24.322600000000001</c:v>
                </c:pt>
                <c:pt idx="1025">
                  <c:v>24.353300000000001</c:v>
                </c:pt>
                <c:pt idx="1026">
                  <c:v>24.375699999999998</c:v>
                </c:pt>
                <c:pt idx="1027">
                  <c:v>24.402699999999999</c:v>
                </c:pt>
                <c:pt idx="1028">
                  <c:v>24.429300000000001</c:v>
                </c:pt>
                <c:pt idx="1029">
                  <c:v>24.458300000000001</c:v>
                </c:pt>
                <c:pt idx="1030">
                  <c:v>24.487100000000002</c:v>
                </c:pt>
                <c:pt idx="1031">
                  <c:v>24.5167</c:v>
                </c:pt>
                <c:pt idx="1032">
                  <c:v>24.5442</c:v>
                </c:pt>
                <c:pt idx="1033">
                  <c:v>24.5733</c:v>
                </c:pt>
                <c:pt idx="1034">
                  <c:v>24.595300000000002</c:v>
                </c:pt>
                <c:pt idx="1035">
                  <c:v>24.618200000000002</c:v>
                </c:pt>
                <c:pt idx="1036">
                  <c:v>24.646799999999999</c:v>
                </c:pt>
                <c:pt idx="1037">
                  <c:v>24.676100000000002</c:v>
                </c:pt>
                <c:pt idx="1038">
                  <c:v>24.702999999999999</c:v>
                </c:pt>
                <c:pt idx="1039">
                  <c:v>24.7273</c:v>
                </c:pt>
                <c:pt idx="1040">
                  <c:v>24.759399999999999</c:v>
                </c:pt>
                <c:pt idx="1041">
                  <c:v>24.785900000000002</c:v>
                </c:pt>
                <c:pt idx="1042">
                  <c:v>24.8108</c:v>
                </c:pt>
                <c:pt idx="1043">
                  <c:v>24.8309</c:v>
                </c:pt>
                <c:pt idx="1044">
                  <c:v>24.853100000000001</c:v>
                </c:pt>
                <c:pt idx="1045">
                  <c:v>24.877099999999999</c:v>
                </c:pt>
                <c:pt idx="1046">
                  <c:v>24.904399999999999</c:v>
                </c:pt>
                <c:pt idx="1047">
                  <c:v>24.927099999999999</c:v>
                </c:pt>
                <c:pt idx="1048">
                  <c:v>24.954599999999999</c:v>
                </c:pt>
                <c:pt idx="1049">
                  <c:v>24.978000000000002</c:v>
                </c:pt>
                <c:pt idx="1050">
                  <c:v>24.998100000000001</c:v>
                </c:pt>
                <c:pt idx="1051">
                  <c:v>25.020600000000002</c:v>
                </c:pt>
                <c:pt idx="1052">
                  <c:v>25.044899999999998</c:v>
                </c:pt>
                <c:pt idx="1053">
                  <c:v>25.0703</c:v>
                </c:pt>
                <c:pt idx="1054">
                  <c:v>25.093299999999999</c:v>
                </c:pt>
                <c:pt idx="1055">
                  <c:v>25.1221</c:v>
                </c:pt>
                <c:pt idx="1056">
                  <c:v>25.150700000000001</c:v>
                </c:pt>
                <c:pt idx="1057">
                  <c:v>25.177499999999998</c:v>
                </c:pt>
                <c:pt idx="1058">
                  <c:v>25.206199999999999</c:v>
                </c:pt>
                <c:pt idx="1059">
                  <c:v>25.2331</c:v>
                </c:pt>
                <c:pt idx="1060">
                  <c:v>25.257100000000001</c:v>
                </c:pt>
                <c:pt idx="1061">
                  <c:v>25.285799999999998</c:v>
                </c:pt>
                <c:pt idx="1062">
                  <c:v>25.314699999999998</c:v>
                </c:pt>
                <c:pt idx="1063">
                  <c:v>25.339200000000002</c:v>
                </c:pt>
                <c:pt idx="1064">
                  <c:v>25.3614</c:v>
                </c:pt>
                <c:pt idx="1065">
                  <c:v>25.381399999999999</c:v>
                </c:pt>
                <c:pt idx="1066">
                  <c:v>25.407599999999999</c:v>
                </c:pt>
                <c:pt idx="1067">
                  <c:v>25.434000000000001</c:v>
                </c:pt>
                <c:pt idx="1068">
                  <c:v>25.4587</c:v>
                </c:pt>
                <c:pt idx="1069">
                  <c:v>25.480499999999999</c:v>
                </c:pt>
                <c:pt idx="1070">
                  <c:v>25.51</c:v>
                </c:pt>
                <c:pt idx="1071">
                  <c:v>25.530799999999999</c:v>
                </c:pt>
                <c:pt idx="1072">
                  <c:v>25.552399999999999</c:v>
                </c:pt>
                <c:pt idx="1073">
                  <c:v>25.5763</c:v>
                </c:pt>
                <c:pt idx="1074">
                  <c:v>25.602799999999998</c:v>
                </c:pt>
                <c:pt idx="1075">
                  <c:v>25.626000000000001</c:v>
                </c:pt>
                <c:pt idx="1076">
                  <c:v>25.649100000000001</c:v>
                </c:pt>
                <c:pt idx="1077">
                  <c:v>25.6751</c:v>
                </c:pt>
                <c:pt idx="1078">
                  <c:v>25.6966</c:v>
                </c:pt>
                <c:pt idx="1079">
                  <c:v>25.717600000000001</c:v>
                </c:pt>
                <c:pt idx="1080">
                  <c:v>25.740300000000001</c:v>
                </c:pt>
                <c:pt idx="1081">
                  <c:v>25.770299999999999</c:v>
                </c:pt>
                <c:pt idx="1082">
                  <c:v>25.792899999999999</c:v>
                </c:pt>
                <c:pt idx="1083">
                  <c:v>25.816600000000001</c:v>
                </c:pt>
                <c:pt idx="1084">
                  <c:v>25.841000000000001</c:v>
                </c:pt>
                <c:pt idx="1085">
                  <c:v>25.863700000000001</c:v>
                </c:pt>
                <c:pt idx="1086">
                  <c:v>25.888100000000001</c:v>
                </c:pt>
                <c:pt idx="1087">
                  <c:v>25.912099999999999</c:v>
                </c:pt>
                <c:pt idx="1088">
                  <c:v>25.936</c:v>
                </c:pt>
                <c:pt idx="1089">
                  <c:v>25.961200000000002</c:v>
                </c:pt>
                <c:pt idx="1090">
                  <c:v>25.985800000000001</c:v>
                </c:pt>
                <c:pt idx="1091">
                  <c:v>26.007300000000001</c:v>
                </c:pt>
                <c:pt idx="1092">
                  <c:v>26.0352</c:v>
                </c:pt>
                <c:pt idx="1093">
                  <c:v>26.056899999999999</c:v>
                </c:pt>
                <c:pt idx="1094">
                  <c:v>26.077300000000001</c:v>
                </c:pt>
                <c:pt idx="1095">
                  <c:v>26.098299999999998</c:v>
                </c:pt>
                <c:pt idx="1096">
                  <c:v>26.124500000000001</c:v>
                </c:pt>
                <c:pt idx="1097">
                  <c:v>26.148700000000002</c:v>
                </c:pt>
                <c:pt idx="1098">
                  <c:v>26.170400000000001</c:v>
                </c:pt>
                <c:pt idx="1099">
                  <c:v>26.192399999999999</c:v>
                </c:pt>
                <c:pt idx="1100">
                  <c:v>26.216100000000001</c:v>
                </c:pt>
                <c:pt idx="1101">
                  <c:v>26.237100000000002</c:v>
                </c:pt>
                <c:pt idx="1102">
                  <c:v>26.2578</c:v>
                </c:pt>
                <c:pt idx="1103">
                  <c:v>26.279599999999999</c:v>
                </c:pt>
                <c:pt idx="1104">
                  <c:v>26.3049</c:v>
                </c:pt>
                <c:pt idx="1105">
                  <c:v>26.330300000000001</c:v>
                </c:pt>
                <c:pt idx="1106">
                  <c:v>26.354299999999999</c:v>
                </c:pt>
                <c:pt idx="1107">
                  <c:v>26.374500000000001</c:v>
                </c:pt>
                <c:pt idx="1108">
                  <c:v>26.398599999999998</c:v>
                </c:pt>
                <c:pt idx="1109">
                  <c:v>26.421299999999999</c:v>
                </c:pt>
                <c:pt idx="1110">
                  <c:v>26.4468</c:v>
                </c:pt>
                <c:pt idx="1111">
                  <c:v>26.468800000000002</c:v>
                </c:pt>
                <c:pt idx="1112">
                  <c:v>26.4938</c:v>
                </c:pt>
                <c:pt idx="1113">
                  <c:v>26.5199</c:v>
                </c:pt>
                <c:pt idx="1114">
                  <c:v>26.541</c:v>
                </c:pt>
                <c:pt idx="1115">
                  <c:v>26.561299999999999</c:v>
                </c:pt>
                <c:pt idx="1116">
                  <c:v>26.582699999999999</c:v>
                </c:pt>
                <c:pt idx="1117">
                  <c:v>26.604199999999999</c:v>
                </c:pt>
                <c:pt idx="1118">
                  <c:v>26.6267</c:v>
                </c:pt>
                <c:pt idx="1119">
                  <c:v>26.648900000000001</c:v>
                </c:pt>
                <c:pt idx="1120">
                  <c:v>26.676200000000001</c:v>
                </c:pt>
                <c:pt idx="1121">
                  <c:v>26.697600000000001</c:v>
                </c:pt>
                <c:pt idx="1122">
                  <c:v>26.720199999999998</c:v>
                </c:pt>
                <c:pt idx="1123">
                  <c:v>26.741800000000001</c:v>
                </c:pt>
                <c:pt idx="1124">
                  <c:v>26.761900000000001</c:v>
                </c:pt>
                <c:pt idx="1125">
                  <c:v>26.785</c:v>
                </c:pt>
                <c:pt idx="1126">
                  <c:v>26.8065</c:v>
                </c:pt>
                <c:pt idx="1127">
                  <c:v>26.826799999999999</c:v>
                </c:pt>
                <c:pt idx="1128">
                  <c:v>26.847000000000001</c:v>
                </c:pt>
                <c:pt idx="1129">
                  <c:v>26.869299999999999</c:v>
                </c:pt>
                <c:pt idx="1130">
                  <c:v>26.897400000000001</c:v>
                </c:pt>
                <c:pt idx="1131">
                  <c:v>26.919599999999999</c:v>
                </c:pt>
                <c:pt idx="1132">
                  <c:v>26.940100000000001</c:v>
                </c:pt>
                <c:pt idx="1133">
                  <c:v>26.9649</c:v>
                </c:pt>
                <c:pt idx="1134">
                  <c:v>26.984999999999999</c:v>
                </c:pt>
                <c:pt idx="1135">
                  <c:v>27.007200000000001</c:v>
                </c:pt>
                <c:pt idx="1136">
                  <c:v>27.029299999999999</c:v>
                </c:pt>
                <c:pt idx="1137">
                  <c:v>27.0549</c:v>
                </c:pt>
                <c:pt idx="1138">
                  <c:v>27.074999999999999</c:v>
                </c:pt>
                <c:pt idx="1139">
                  <c:v>27.098400000000002</c:v>
                </c:pt>
                <c:pt idx="1140">
                  <c:v>27.120899999999999</c:v>
                </c:pt>
                <c:pt idx="1141">
                  <c:v>27.141500000000001</c:v>
                </c:pt>
                <c:pt idx="1142">
                  <c:v>27.167400000000001</c:v>
                </c:pt>
                <c:pt idx="1143">
                  <c:v>27.188800000000001</c:v>
                </c:pt>
                <c:pt idx="1144">
                  <c:v>27.2105</c:v>
                </c:pt>
                <c:pt idx="1145">
                  <c:v>27.231000000000002</c:v>
                </c:pt>
                <c:pt idx="1146">
                  <c:v>27.252700000000001</c:v>
                </c:pt>
                <c:pt idx="1147">
                  <c:v>27.275300000000001</c:v>
                </c:pt>
                <c:pt idx="1148">
                  <c:v>27.2974</c:v>
                </c:pt>
                <c:pt idx="1149">
                  <c:v>27.317900000000002</c:v>
                </c:pt>
                <c:pt idx="1150">
                  <c:v>27.339700000000001</c:v>
                </c:pt>
                <c:pt idx="1151">
                  <c:v>27.360499999999998</c:v>
                </c:pt>
                <c:pt idx="1152">
                  <c:v>27.380600000000001</c:v>
                </c:pt>
                <c:pt idx="1153">
                  <c:v>27.4069</c:v>
                </c:pt>
                <c:pt idx="1154">
                  <c:v>27.428699999999999</c:v>
                </c:pt>
                <c:pt idx="1155">
                  <c:v>27.453399999999998</c:v>
                </c:pt>
                <c:pt idx="1156">
                  <c:v>27.475300000000001</c:v>
                </c:pt>
                <c:pt idx="1157">
                  <c:v>27.4968</c:v>
                </c:pt>
                <c:pt idx="1158">
                  <c:v>27.519400000000001</c:v>
                </c:pt>
                <c:pt idx="1159">
                  <c:v>27.546199999999999</c:v>
                </c:pt>
                <c:pt idx="1160">
                  <c:v>27.5717</c:v>
                </c:pt>
                <c:pt idx="1161">
                  <c:v>27.592199999999998</c:v>
                </c:pt>
                <c:pt idx="1162">
                  <c:v>27.613</c:v>
                </c:pt>
                <c:pt idx="1163">
                  <c:v>27.6341</c:v>
                </c:pt>
                <c:pt idx="1164">
                  <c:v>27.660399999999999</c:v>
                </c:pt>
                <c:pt idx="1165">
                  <c:v>27.682500000000001</c:v>
                </c:pt>
                <c:pt idx="1166">
                  <c:v>27.702999999999999</c:v>
                </c:pt>
                <c:pt idx="1167">
                  <c:v>27.726199999999999</c:v>
                </c:pt>
                <c:pt idx="1168">
                  <c:v>27.746700000000001</c:v>
                </c:pt>
                <c:pt idx="1169">
                  <c:v>27.772500000000001</c:v>
                </c:pt>
                <c:pt idx="1170">
                  <c:v>27.7941</c:v>
                </c:pt>
                <c:pt idx="1171">
                  <c:v>27.82</c:v>
                </c:pt>
                <c:pt idx="1172">
                  <c:v>27.841899999999999</c:v>
                </c:pt>
                <c:pt idx="1173">
                  <c:v>27.863900000000001</c:v>
                </c:pt>
                <c:pt idx="1174">
                  <c:v>27.884</c:v>
                </c:pt>
                <c:pt idx="1175">
                  <c:v>27.9057</c:v>
                </c:pt>
                <c:pt idx="1176">
                  <c:v>27.930900000000001</c:v>
                </c:pt>
                <c:pt idx="1177">
                  <c:v>27.953600000000002</c:v>
                </c:pt>
                <c:pt idx="1178">
                  <c:v>27.977399999999999</c:v>
                </c:pt>
                <c:pt idx="1179">
                  <c:v>27.997399999999999</c:v>
                </c:pt>
                <c:pt idx="1180">
                  <c:v>28.019300000000001</c:v>
                </c:pt>
                <c:pt idx="1181">
                  <c:v>28.0395</c:v>
                </c:pt>
                <c:pt idx="1182">
                  <c:v>28.061499999999999</c:v>
                </c:pt>
                <c:pt idx="1183">
                  <c:v>28.082100000000001</c:v>
                </c:pt>
                <c:pt idx="1184">
                  <c:v>28.103000000000002</c:v>
                </c:pt>
                <c:pt idx="1185">
                  <c:v>28.124300000000002</c:v>
                </c:pt>
                <c:pt idx="1186">
                  <c:v>28.145299999999999</c:v>
                </c:pt>
                <c:pt idx="1187">
                  <c:v>28.167400000000001</c:v>
                </c:pt>
                <c:pt idx="1188">
                  <c:v>28.188500000000001</c:v>
                </c:pt>
                <c:pt idx="1189">
                  <c:v>28.2117</c:v>
                </c:pt>
                <c:pt idx="1190">
                  <c:v>28.244299999999999</c:v>
                </c:pt>
                <c:pt idx="1191">
                  <c:v>28.270900000000001</c:v>
                </c:pt>
                <c:pt idx="1192">
                  <c:v>28.292400000000001</c:v>
                </c:pt>
                <c:pt idx="1193">
                  <c:v>28.314499999999999</c:v>
                </c:pt>
                <c:pt idx="1194">
                  <c:v>28.335599999999999</c:v>
                </c:pt>
                <c:pt idx="1195">
                  <c:v>28.355899999999998</c:v>
                </c:pt>
                <c:pt idx="1196">
                  <c:v>28.383400000000002</c:v>
                </c:pt>
                <c:pt idx="1197">
                  <c:v>28.405799999999999</c:v>
                </c:pt>
                <c:pt idx="1198">
                  <c:v>28.434699999999999</c:v>
                </c:pt>
                <c:pt idx="1199">
                  <c:v>28.454799999999999</c:v>
                </c:pt>
                <c:pt idx="1200">
                  <c:v>28.477900000000002</c:v>
                </c:pt>
                <c:pt idx="1201">
                  <c:v>28.505700000000001</c:v>
                </c:pt>
                <c:pt idx="1202">
                  <c:v>28.5274</c:v>
                </c:pt>
                <c:pt idx="1203">
                  <c:v>28.550599999999999</c:v>
                </c:pt>
                <c:pt idx="1204">
                  <c:v>28.571400000000001</c:v>
                </c:pt>
                <c:pt idx="1205">
                  <c:v>28.593599999999999</c:v>
                </c:pt>
                <c:pt idx="1206">
                  <c:v>28.616800000000001</c:v>
                </c:pt>
                <c:pt idx="1207">
                  <c:v>28.637499999999999</c:v>
                </c:pt>
                <c:pt idx="1208">
                  <c:v>28.664999999999999</c:v>
                </c:pt>
                <c:pt idx="1209">
                  <c:v>28.6858</c:v>
                </c:pt>
                <c:pt idx="1210">
                  <c:v>28.708200000000001</c:v>
                </c:pt>
                <c:pt idx="1211">
                  <c:v>28.7315</c:v>
                </c:pt>
                <c:pt idx="1212">
                  <c:v>28.7547</c:v>
                </c:pt>
                <c:pt idx="1213">
                  <c:v>28.777000000000001</c:v>
                </c:pt>
                <c:pt idx="1214">
                  <c:v>28.797499999999999</c:v>
                </c:pt>
                <c:pt idx="1215">
                  <c:v>28.825199999999999</c:v>
                </c:pt>
                <c:pt idx="1216">
                  <c:v>28.8477</c:v>
                </c:pt>
                <c:pt idx="1217">
                  <c:v>28.869299999999999</c:v>
                </c:pt>
                <c:pt idx="1218">
                  <c:v>28.8901</c:v>
                </c:pt>
                <c:pt idx="1219">
                  <c:v>28.912299999999998</c:v>
                </c:pt>
                <c:pt idx="1220">
                  <c:v>28.9392</c:v>
                </c:pt>
                <c:pt idx="1221">
                  <c:v>28.962199999999999</c:v>
                </c:pt>
                <c:pt idx="1222">
                  <c:v>28.9832</c:v>
                </c:pt>
                <c:pt idx="1223">
                  <c:v>29.0045</c:v>
                </c:pt>
                <c:pt idx="1224">
                  <c:v>29.024899999999999</c:v>
                </c:pt>
                <c:pt idx="1225">
                  <c:v>29.047699999999999</c:v>
                </c:pt>
                <c:pt idx="1226">
                  <c:v>29.0701</c:v>
                </c:pt>
                <c:pt idx="1227">
                  <c:v>29.090900000000001</c:v>
                </c:pt>
                <c:pt idx="1228">
                  <c:v>29.111899999999999</c:v>
                </c:pt>
                <c:pt idx="1229">
                  <c:v>29.132200000000001</c:v>
                </c:pt>
                <c:pt idx="1230">
                  <c:v>29.154699999999998</c:v>
                </c:pt>
                <c:pt idx="1231">
                  <c:v>29.1815</c:v>
                </c:pt>
                <c:pt idx="1232">
                  <c:v>29.203399999999998</c:v>
                </c:pt>
                <c:pt idx="1233">
                  <c:v>29.229700000000001</c:v>
                </c:pt>
                <c:pt idx="1234">
                  <c:v>29.2514</c:v>
                </c:pt>
                <c:pt idx="1235">
                  <c:v>29.2761</c:v>
                </c:pt>
                <c:pt idx="1236">
                  <c:v>29.298999999999999</c:v>
                </c:pt>
                <c:pt idx="1237">
                  <c:v>29.3261</c:v>
                </c:pt>
                <c:pt idx="1238">
                  <c:v>29.347799999999999</c:v>
                </c:pt>
                <c:pt idx="1239">
                  <c:v>29.369299999999999</c:v>
                </c:pt>
                <c:pt idx="1240">
                  <c:v>29.3947</c:v>
                </c:pt>
                <c:pt idx="1241">
                  <c:v>29.415400000000002</c:v>
                </c:pt>
                <c:pt idx="1242">
                  <c:v>29.441099999999999</c:v>
                </c:pt>
                <c:pt idx="1243">
                  <c:v>29.4634</c:v>
                </c:pt>
                <c:pt idx="1244">
                  <c:v>29.483899999999998</c:v>
                </c:pt>
                <c:pt idx="1245">
                  <c:v>29.506499999999999</c:v>
                </c:pt>
                <c:pt idx="1246">
                  <c:v>29.526700000000002</c:v>
                </c:pt>
                <c:pt idx="1247">
                  <c:v>29.547999999999998</c:v>
                </c:pt>
                <c:pt idx="1248">
                  <c:v>29.568999999999999</c:v>
                </c:pt>
                <c:pt idx="1249">
                  <c:v>29.594100000000001</c:v>
                </c:pt>
                <c:pt idx="1250">
                  <c:v>29.614999999999998</c:v>
                </c:pt>
                <c:pt idx="1251">
                  <c:v>29.6358</c:v>
                </c:pt>
                <c:pt idx="1252">
                  <c:v>29.6584</c:v>
                </c:pt>
                <c:pt idx="1253">
                  <c:v>29.680199999999999</c:v>
                </c:pt>
                <c:pt idx="1254">
                  <c:v>29.703600000000002</c:v>
                </c:pt>
                <c:pt idx="1255">
                  <c:v>29.724399999999999</c:v>
                </c:pt>
                <c:pt idx="1256">
                  <c:v>29.747900000000001</c:v>
                </c:pt>
                <c:pt idx="1257">
                  <c:v>29.7698</c:v>
                </c:pt>
                <c:pt idx="1258">
                  <c:v>29.796700000000001</c:v>
                </c:pt>
                <c:pt idx="1259">
                  <c:v>29.822600000000001</c:v>
                </c:pt>
                <c:pt idx="1260">
                  <c:v>29.848099999999999</c:v>
                </c:pt>
                <c:pt idx="1261">
                  <c:v>29.868500000000001</c:v>
                </c:pt>
                <c:pt idx="1262">
                  <c:v>29.889500000000002</c:v>
                </c:pt>
                <c:pt idx="1263">
                  <c:v>29.911799999999999</c:v>
                </c:pt>
                <c:pt idx="1264">
                  <c:v>29.932200000000002</c:v>
                </c:pt>
                <c:pt idx="1265">
                  <c:v>29.953600000000002</c:v>
                </c:pt>
                <c:pt idx="1266">
                  <c:v>29.973700000000001</c:v>
                </c:pt>
                <c:pt idx="1267">
                  <c:v>29.995999999999999</c:v>
                </c:pt>
                <c:pt idx="1268">
                  <c:v>30.018699999999999</c:v>
                </c:pt>
                <c:pt idx="1269">
                  <c:v>30.0396</c:v>
                </c:pt>
                <c:pt idx="1270">
                  <c:v>30.06</c:v>
                </c:pt>
                <c:pt idx="1271">
                  <c:v>30.0823</c:v>
                </c:pt>
                <c:pt idx="1272">
                  <c:v>30.104700000000001</c:v>
                </c:pt>
                <c:pt idx="1273">
                  <c:v>30.126000000000001</c:v>
                </c:pt>
                <c:pt idx="1274">
                  <c:v>30.1525</c:v>
                </c:pt>
                <c:pt idx="1275">
                  <c:v>30.174299999999999</c:v>
                </c:pt>
                <c:pt idx="1276">
                  <c:v>30.195399999999999</c:v>
                </c:pt>
                <c:pt idx="1277">
                  <c:v>30.216799999999999</c:v>
                </c:pt>
                <c:pt idx="1278">
                  <c:v>30.238900000000001</c:v>
                </c:pt>
                <c:pt idx="1279">
                  <c:v>30.260899999999999</c:v>
                </c:pt>
                <c:pt idx="1280">
                  <c:v>30.281199999999998</c:v>
                </c:pt>
                <c:pt idx="1281">
                  <c:v>30.301600000000001</c:v>
                </c:pt>
                <c:pt idx="1282">
                  <c:v>30.3216</c:v>
                </c:pt>
                <c:pt idx="1283">
                  <c:v>30.3432</c:v>
                </c:pt>
                <c:pt idx="1284">
                  <c:v>30.366900000000001</c:v>
                </c:pt>
                <c:pt idx="1285">
                  <c:v>30.389099999999999</c:v>
                </c:pt>
                <c:pt idx="1286">
                  <c:v>30.409400000000002</c:v>
                </c:pt>
                <c:pt idx="1287">
                  <c:v>30.4344</c:v>
                </c:pt>
                <c:pt idx="1288">
                  <c:v>30.454999999999998</c:v>
                </c:pt>
                <c:pt idx="1289">
                  <c:v>30.4817</c:v>
                </c:pt>
                <c:pt idx="1290">
                  <c:v>30.503499999999999</c:v>
                </c:pt>
                <c:pt idx="1291">
                  <c:v>30.525300000000001</c:v>
                </c:pt>
                <c:pt idx="1292">
                  <c:v>30.546700000000001</c:v>
                </c:pt>
                <c:pt idx="1293">
                  <c:v>30.573699999999999</c:v>
                </c:pt>
                <c:pt idx="1294">
                  <c:v>30.595199999999998</c:v>
                </c:pt>
                <c:pt idx="1295">
                  <c:v>30.6157</c:v>
                </c:pt>
                <c:pt idx="1296">
                  <c:v>30.6374</c:v>
                </c:pt>
                <c:pt idx="1297">
                  <c:v>30.663799999999998</c:v>
                </c:pt>
                <c:pt idx="1298">
                  <c:v>30.686</c:v>
                </c:pt>
                <c:pt idx="1299">
                  <c:v>30.707699999999999</c:v>
                </c:pt>
                <c:pt idx="1300">
                  <c:v>30.729299999999999</c:v>
                </c:pt>
                <c:pt idx="1301">
                  <c:v>30.752800000000001</c:v>
                </c:pt>
                <c:pt idx="1302">
                  <c:v>30.775300000000001</c:v>
                </c:pt>
                <c:pt idx="1303">
                  <c:v>30.797799999999999</c:v>
                </c:pt>
                <c:pt idx="1304">
                  <c:v>30.8188</c:v>
                </c:pt>
                <c:pt idx="1305">
                  <c:v>30.84</c:v>
                </c:pt>
                <c:pt idx="1306">
                  <c:v>30.865100000000002</c:v>
                </c:pt>
                <c:pt idx="1307">
                  <c:v>30.885999999999999</c:v>
                </c:pt>
                <c:pt idx="1308">
                  <c:v>30.9084</c:v>
                </c:pt>
                <c:pt idx="1309">
                  <c:v>30.934200000000001</c:v>
                </c:pt>
                <c:pt idx="1310">
                  <c:v>30.9558</c:v>
                </c:pt>
                <c:pt idx="1311">
                  <c:v>30.982500000000002</c:v>
                </c:pt>
                <c:pt idx="1312">
                  <c:v>31.0062</c:v>
                </c:pt>
                <c:pt idx="1313">
                  <c:v>31.028400000000001</c:v>
                </c:pt>
                <c:pt idx="1314">
                  <c:v>31.050999999999998</c:v>
                </c:pt>
                <c:pt idx="1315">
                  <c:v>31.072199999999999</c:v>
                </c:pt>
                <c:pt idx="1316">
                  <c:v>31.0946</c:v>
                </c:pt>
                <c:pt idx="1317">
                  <c:v>31.115300000000001</c:v>
                </c:pt>
                <c:pt idx="1318">
                  <c:v>31.142600000000002</c:v>
                </c:pt>
                <c:pt idx="1319">
                  <c:v>31.1629</c:v>
                </c:pt>
                <c:pt idx="1320">
                  <c:v>31.189</c:v>
                </c:pt>
                <c:pt idx="1321">
                  <c:v>31.209700000000002</c:v>
                </c:pt>
                <c:pt idx="1322">
                  <c:v>31.231100000000001</c:v>
                </c:pt>
                <c:pt idx="1323">
                  <c:v>31.258700000000001</c:v>
                </c:pt>
                <c:pt idx="1324">
                  <c:v>31.2791</c:v>
                </c:pt>
                <c:pt idx="1325">
                  <c:v>31.302</c:v>
                </c:pt>
                <c:pt idx="1326">
                  <c:v>31.322700000000001</c:v>
                </c:pt>
                <c:pt idx="1327">
                  <c:v>31.346299999999999</c:v>
                </c:pt>
                <c:pt idx="1328">
                  <c:v>31.3718</c:v>
                </c:pt>
                <c:pt idx="1329">
                  <c:v>31.398399999999999</c:v>
                </c:pt>
                <c:pt idx="1330">
                  <c:v>31.4194</c:v>
                </c:pt>
                <c:pt idx="1331">
                  <c:v>31.441600000000001</c:v>
                </c:pt>
                <c:pt idx="1332">
                  <c:v>31.465599999999998</c:v>
                </c:pt>
                <c:pt idx="1333">
                  <c:v>31.494199999999999</c:v>
                </c:pt>
                <c:pt idx="1334">
                  <c:v>31.516999999999999</c:v>
                </c:pt>
                <c:pt idx="1335">
                  <c:v>31.558499999999999</c:v>
                </c:pt>
                <c:pt idx="1336">
                  <c:v>31.578900000000001</c:v>
                </c:pt>
                <c:pt idx="1337">
                  <c:v>31.599299999999999</c:v>
                </c:pt>
                <c:pt idx="1338">
                  <c:v>31.6219</c:v>
                </c:pt>
                <c:pt idx="1339">
                  <c:v>31.641999999999999</c:v>
                </c:pt>
                <c:pt idx="1340">
                  <c:v>31.662600000000001</c:v>
                </c:pt>
                <c:pt idx="1341">
                  <c:v>31.683599999999998</c:v>
                </c:pt>
                <c:pt idx="1342">
                  <c:v>31.704699999999999</c:v>
                </c:pt>
                <c:pt idx="1343">
                  <c:v>31.7287</c:v>
                </c:pt>
                <c:pt idx="1344">
                  <c:v>31.750699999999998</c:v>
                </c:pt>
                <c:pt idx="1345">
                  <c:v>31.7758</c:v>
                </c:pt>
                <c:pt idx="1346">
                  <c:v>31.795999999999999</c:v>
                </c:pt>
                <c:pt idx="1347">
                  <c:v>31.816800000000001</c:v>
                </c:pt>
                <c:pt idx="1348">
                  <c:v>31.842300000000002</c:v>
                </c:pt>
                <c:pt idx="1349">
                  <c:v>31.868400000000001</c:v>
                </c:pt>
                <c:pt idx="1350">
                  <c:v>31.889199999999999</c:v>
                </c:pt>
                <c:pt idx="1351">
                  <c:v>31.9117</c:v>
                </c:pt>
                <c:pt idx="1352">
                  <c:v>31.936599999999999</c:v>
                </c:pt>
                <c:pt idx="1353">
                  <c:v>31.957699999999999</c:v>
                </c:pt>
                <c:pt idx="1354">
                  <c:v>31.982700000000001</c:v>
                </c:pt>
                <c:pt idx="1355">
                  <c:v>32.005299999999998</c:v>
                </c:pt>
                <c:pt idx="1356">
                  <c:v>32.0334</c:v>
                </c:pt>
                <c:pt idx="1357">
                  <c:v>32.053800000000003</c:v>
                </c:pt>
                <c:pt idx="1358">
                  <c:v>32.0792</c:v>
                </c:pt>
                <c:pt idx="1359">
                  <c:v>32.101399999999998</c:v>
                </c:pt>
                <c:pt idx="1360">
                  <c:v>32.122999999999998</c:v>
                </c:pt>
                <c:pt idx="1361">
                  <c:v>32.147799999999997</c:v>
                </c:pt>
                <c:pt idx="1362">
                  <c:v>32.17</c:v>
                </c:pt>
                <c:pt idx="1363">
                  <c:v>32.192599999999999</c:v>
                </c:pt>
                <c:pt idx="1364">
                  <c:v>32.213099999999997</c:v>
                </c:pt>
                <c:pt idx="1365">
                  <c:v>32.234499999999997</c:v>
                </c:pt>
                <c:pt idx="1366">
                  <c:v>32.258200000000002</c:v>
                </c:pt>
                <c:pt idx="1367">
                  <c:v>32.2819</c:v>
                </c:pt>
                <c:pt idx="1368">
                  <c:v>32.307600000000001</c:v>
                </c:pt>
                <c:pt idx="1369">
                  <c:v>32.329599999999999</c:v>
                </c:pt>
                <c:pt idx="1370">
                  <c:v>32.351700000000001</c:v>
                </c:pt>
                <c:pt idx="1371">
                  <c:v>32.375700000000002</c:v>
                </c:pt>
                <c:pt idx="1372">
                  <c:v>32.397599999999997</c:v>
                </c:pt>
                <c:pt idx="1373">
                  <c:v>32.424300000000002</c:v>
                </c:pt>
                <c:pt idx="1374">
                  <c:v>32.448599999999999</c:v>
                </c:pt>
                <c:pt idx="1375">
                  <c:v>32.468600000000002</c:v>
                </c:pt>
                <c:pt idx="1376">
                  <c:v>32.489800000000002</c:v>
                </c:pt>
                <c:pt idx="1377">
                  <c:v>32.512300000000003</c:v>
                </c:pt>
                <c:pt idx="1378">
                  <c:v>32.538600000000002</c:v>
                </c:pt>
                <c:pt idx="1379">
                  <c:v>32.560600000000001</c:v>
                </c:pt>
                <c:pt idx="1380">
                  <c:v>32.583399999999997</c:v>
                </c:pt>
                <c:pt idx="1381">
                  <c:v>32.6066</c:v>
                </c:pt>
                <c:pt idx="1382">
                  <c:v>32.628599999999999</c:v>
                </c:pt>
                <c:pt idx="1383">
                  <c:v>32.649799999999999</c:v>
                </c:pt>
                <c:pt idx="1384">
                  <c:v>32.670999999999999</c:v>
                </c:pt>
                <c:pt idx="1385">
                  <c:v>32.695700000000002</c:v>
                </c:pt>
                <c:pt idx="1386">
                  <c:v>32.718499999999999</c:v>
                </c:pt>
                <c:pt idx="1387">
                  <c:v>32.745699999999999</c:v>
                </c:pt>
                <c:pt idx="1388">
                  <c:v>32.765900000000002</c:v>
                </c:pt>
                <c:pt idx="1389">
                  <c:v>32.792299999999997</c:v>
                </c:pt>
                <c:pt idx="1390">
                  <c:v>32.819099999999999</c:v>
                </c:pt>
                <c:pt idx="1391">
                  <c:v>32.840200000000003</c:v>
                </c:pt>
                <c:pt idx="1392">
                  <c:v>32.864899999999999</c:v>
                </c:pt>
                <c:pt idx="1393">
                  <c:v>32.888399999999997</c:v>
                </c:pt>
                <c:pt idx="1394">
                  <c:v>32.912999999999997</c:v>
                </c:pt>
                <c:pt idx="1395">
                  <c:v>32.935499999999998</c:v>
                </c:pt>
                <c:pt idx="1396">
                  <c:v>32.962299999999999</c:v>
                </c:pt>
                <c:pt idx="1397">
                  <c:v>32.9833</c:v>
                </c:pt>
                <c:pt idx="1398">
                  <c:v>33.007899999999999</c:v>
                </c:pt>
                <c:pt idx="1399">
                  <c:v>33.027999999999999</c:v>
                </c:pt>
                <c:pt idx="1400">
                  <c:v>33.051499999999997</c:v>
                </c:pt>
                <c:pt idx="1401">
                  <c:v>33.0717</c:v>
                </c:pt>
                <c:pt idx="1402">
                  <c:v>33.096800000000002</c:v>
                </c:pt>
                <c:pt idx="1403">
                  <c:v>33.117699999999999</c:v>
                </c:pt>
                <c:pt idx="1404">
                  <c:v>33.141599999999997</c:v>
                </c:pt>
                <c:pt idx="1405">
                  <c:v>33.1616</c:v>
                </c:pt>
                <c:pt idx="1406">
                  <c:v>33.181800000000003</c:v>
                </c:pt>
                <c:pt idx="1407">
                  <c:v>33.206499999999998</c:v>
                </c:pt>
                <c:pt idx="1408">
                  <c:v>33.232700000000001</c:v>
                </c:pt>
                <c:pt idx="1409">
                  <c:v>33.253700000000002</c:v>
                </c:pt>
                <c:pt idx="1410">
                  <c:v>33.274099999999997</c:v>
                </c:pt>
                <c:pt idx="1411">
                  <c:v>33.305300000000003</c:v>
                </c:pt>
                <c:pt idx="1412">
                  <c:v>33.325400000000002</c:v>
                </c:pt>
                <c:pt idx="1413">
                  <c:v>33.352899999999998</c:v>
                </c:pt>
                <c:pt idx="1414">
                  <c:v>33.373399999999997</c:v>
                </c:pt>
                <c:pt idx="1415">
                  <c:v>33.401899999999998</c:v>
                </c:pt>
                <c:pt idx="1416">
                  <c:v>33.425199999999997</c:v>
                </c:pt>
                <c:pt idx="1417">
                  <c:v>33.451599999999999</c:v>
                </c:pt>
                <c:pt idx="1418">
                  <c:v>33.476999999999997</c:v>
                </c:pt>
                <c:pt idx="1419">
                  <c:v>33.502000000000002</c:v>
                </c:pt>
                <c:pt idx="1420">
                  <c:v>33.524700000000003</c:v>
                </c:pt>
                <c:pt idx="1421">
                  <c:v>33.545699999999997</c:v>
                </c:pt>
                <c:pt idx="1422">
                  <c:v>33.569699999999997</c:v>
                </c:pt>
                <c:pt idx="1423">
                  <c:v>33.594999999999999</c:v>
                </c:pt>
                <c:pt idx="1424">
                  <c:v>33.615099999999998</c:v>
                </c:pt>
                <c:pt idx="1425">
                  <c:v>33.638300000000001</c:v>
                </c:pt>
                <c:pt idx="1426">
                  <c:v>33.659799999999997</c:v>
                </c:pt>
                <c:pt idx="1427">
                  <c:v>33.680900000000001</c:v>
                </c:pt>
                <c:pt idx="1428">
                  <c:v>33.708799999999997</c:v>
                </c:pt>
                <c:pt idx="1429">
                  <c:v>33.730699999999999</c:v>
                </c:pt>
                <c:pt idx="1430">
                  <c:v>33.7562</c:v>
                </c:pt>
                <c:pt idx="1431">
                  <c:v>33.7774</c:v>
                </c:pt>
                <c:pt idx="1432">
                  <c:v>33.800400000000003</c:v>
                </c:pt>
                <c:pt idx="1433">
                  <c:v>33.828099999999999</c:v>
                </c:pt>
                <c:pt idx="1434">
                  <c:v>33.8489</c:v>
                </c:pt>
                <c:pt idx="1435">
                  <c:v>33.869</c:v>
                </c:pt>
                <c:pt idx="1436">
                  <c:v>33.891199999999998</c:v>
                </c:pt>
                <c:pt idx="1437">
                  <c:v>33.911900000000003</c:v>
                </c:pt>
                <c:pt idx="1438">
                  <c:v>33.957000000000001</c:v>
                </c:pt>
                <c:pt idx="1439">
                  <c:v>33.984699999999997</c:v>
                </c:pt>
                <c:pt idx="1440">
                  <c:v>34.008499999999998</c:v>
                </c:pt>
                <c:pt idx="1441">
                  <c:v>34.029899999999998</c:v>
                </c:pt>
                <c:pt idx="1442">
                  <c:v>34.051200000000001</c:v>
                </c:pt>
                <c:pt idx="1443">
                  <c:v>34.079900000000002</c:v>
                </c:pt>
                <c:pt idx="1444">
                  <c:v>34.101100000000002</c:v>
                </c:pt>
                <c:pt idx="1445">
                  <c:v>34.133600000000001</c:v>
                </c:pt>
                <c:pt idx="1446">
                  <c:v>34.154600000000002</c:v>
                </c:pt>
                <c:pt idx="1447">
                  <c:v>34.176400000000001</c:v>
                </c:pt>
                <c:pt idx="1448">
                  <c:v>34.199100000000001</c:v>
                </c:pt>
                <c:pt idx="1449">
                  <c:v>34.226399999999998</c:v>
                </c:pt>
                <c:pt idx="1450">
                  <c:v>34.25</c:v>
                </c:pt>
                <c:pt idx="1451">
                  <c:v>34.273000000000003</c:v>
                </c:pt>
                <c:pt idx="1452">
                  <c:v>34.293500000000002</c:v>
                </c:pt>
                <c:pt idx="1453">
                  <c:v>34.316400000000002</c:v>
                </c:pt>
                <c:pt idx="1454">
                  <c:v>34.338799999999999</c:v>
                </c:pt>
                <c:pt idx="1455">
                  <c:v>34.361800000000002</c:v>
                </c:pt>
                <c:pt idx="1456">
                  <c:v>34.392600000000002</c:v>
                </c:pt>
                <c:pt idx="1457">
                  <c:v>34.414700000000003</c:v>
                </c:pt>
                <c:pt idx="1458">
                  <c:v>34.4437</c:v>
                </c:pt>
                <c:pt idx="1459">
                  <c:v>34.464700000000001</c:v>
                </c:pt>
                <c:pt idx="1460">
                  <c:v>34.495100000000001</c:v>
                </c:pt>
                <c:pt idx="1461">
                  <c:v>34.517099999999999</c:v>
                </c:pt>
                <c:pt idx="1462">
                  <c:v>34.5413</c:v>
                </c:pt>
                <c:pt idx="1463">
                  <c:v>34.563200000000002</c:v>
                </c:pt>
                <c:pt idx="1464">
                  <c:v>34.585000000000001</c:v>
                </c:pt>
                <c:pt idx="1465">
                  <c:v>34.612000000000002</c:v>
                </c:pt>
                <c:pt idx="1466">
                  <c:v>34.640300000000003</c:v>
                </c:pt>
                <c:pt idx="1467">
                  <c:v>34.664900000000003</c:v>
                </c:pt>
                <c:pt idx="1468">
                  <c:v>34.685600000000001</c:v>
                </c:pt>
                <c:pt idx="1469">
                  <c:v>34.714300000000001</c:v>
                </c:pt>
                <c:pt idx="1470">
                  <c:v>34.737299999999998</c:v>
                </c:pt>
                <c:pt idx="1471">
                  <c:v>34.765300000000003</c:v>
                </c:pt>
                <c:pt idx="1472">
                  <c:v>34.785499999999999</c:v>
                </c:pt>
                <c:pt idx="1473">
                  <c:v>34.8142</c:v>
                </c:pt>
                <c:pt idx="1474">
                  <c:v>34.8367</c:v>
                </c:pt>
                <c:pt idx="1475">
                  <c:v>34.857900000000001</c:v>
                </c:pt>
                <c:pt idx="1476">
                  <c:v>34.883299999999998</c:v>
                </c:pt>
                <c:pt idx="1477">
                  <c:v>34.911999999999999</c:v>
                </c:pt>
                <c:pt idx="1478">
                  <c:v>34.941800000000001</c:v>
                </c:pt>
                <c:pt idx="1479">
                  <c:v>34.962000000000003</c:v>
                </c:pt>
                <c:pt idx="1480">
                  <c:v>34.982999999999997</c:v>
                </c:pt>
                <c:pt idx="1481">
                  <c:v>35.011899999999997</c:v>
                </c:pt>
                <c:pt idx="1482">
                  <c:v>35.0351</c:v>
                </c:pt>
                <c:pt idx="1483">
                  <c:v>35.055199999999999</c:v>
                </c:pt>
                <c:pt idx="1484">
                  <c:v>35.0837</c:v>
                </c:pt>
                <c:pt idx="1485">
                  <c:v>35.107399999999998</c:v>
                </c:pt>
                <c:pt idx="1486">
                  <c:v>35.137300000000003</c:v>
                </c:pt>
                <c:pt idx="1487">
                  <c:v>35.160499999999999</c:v>
                </c:pt>
                <c:pt idx="1488">
                  <c:v>35.190399999999997</c:v>
                </c:pt>
                <c:pt idx="1489">
                  <c:v>35.234400000000001</c:v>
                </c:pt>
                <c:pt idx="1490">
                  <c:v>35.2562</c:v>
                </c:pt>
                <c:pt idx="1491">
                  <c:v>35.276600000000002</c:v>
                </c:pt>
                <c:pt idx="1492">
                  <c:v>35.305</c:v>
                </c:pt>
                <c:pt idx="1493">
                  <c:v>35.327599999999997</c:v>
                </c:pt>
                <c:pt idx="1494">
                  <c:v>35.354300000000002</c:v>
                </c:pt>
                <c:pt idx="1495">
                  <c:v>35.3797</c:v>
                </c:pt>
                <c:pt idx="1496">
                  <c:v>35.401299999999999</c:v>
                </c:pt>
                <c:pt idx="1497">
                  <c:v>35.423400000000001</c:v>
                </c:pt>
                <c:pt idx="1498">
                  <c:v>35.4435</c:v>
                </c:pt>
                <c:pt idx="1499">
                  <c:v>35.465000000000003</c:v>
                </c:pt>
                <c:pt idx="1500">
                  <c:v>35.485500000000002</c:v>
                </c:pt>
                <c:pt idx="1501">
                  <c:v>35.5077</c:v>
                </c:pt>
                <c:pt idx="1502">
                  <c:v>35.530999999999999</c:v>
                </c:pt>
                <c:pt idx="1503">
                  <c:v>35.553699999999999</c:v>
                </c:pt>
                <c:pt idx="1504">
                  <c:v>35.579799999999999</c:v>
                </c:pt>
                <c:pt idx="1505">
                  <c:v>35.599899999999998</c:v>
                </c:pt>
                <c:pt idx="1506">
                  <c:v>35.627299999999998</c:v>
                </c:pt>
                <c:pt idx="1507">
                  <c:v>35.647799999999997</c:v>
                </c:pt>
                <c:pt idx="1508">
                  <c:v>35.6768</c:v>
                </c:pt>
                <c:pt idx="1509">
                  <c:v>35.696800000000003</c:v>
                </c:pt>
                <c:pt idx="1510">
                  <c:v>35.721200000000003</c:v>
                </c:pt>
                <c:pt idx="1511">
                  <c:v>35.747</c:v>
                </c:pt>
                <c:pt idx="1512">
                  <c:v>35.770899999999997</c:v>
                </c:pt>
                <c:pt idx="1513">
                  <c:v>35.792099999999998</c:v>
                </c:pt>
                <c:pt idx="1514">
                  <c:v>35.815100000000001</c:v>
                </c:pt>
                <c:pt idx="1515">
                  <c:v>35.838900000000002</c:v>
                </c:pt>
                <c:pt idx="1516">
                  <c:v>35.862200000000001</c:v>
                </c:pt>
                <c:pt idx="1517">
                  <c:v>35.883800000000001</c:v>
                </c:pt>
                <c:pt idx="1518">
                  <c:v>35.911900000000003</c:v>
                </c:pt>
                <c:pt idx="1519">
                  <c:v>35.935299999999998</c:v>
                </c:pt>
                <c:pt idx="1520">
                  <c:v>35.9587</c:v>
                </c:pt>
                <c:pt idx="1521">
                  <c:v>35.985999999999997</c:v>
                </c:pt>
                <c:pt idx="1522">
                  <c:v>36.006599999999999</c:v>
                </c:pt>
                <c:pt idx="1523">
                  <c:v>36.034799999999997</c:v>
                </c:pt>
                <c:pt idx="1524">
                  <c:v>36.056699999999999</c:v>
                </c:pt>
                <c:pt idx="1525">
                  <c:v>36.0792</c:v>
                </c:pt>
                <c:pt idx="1526">
                  <c:v>36.099600000000002</c:v>
                </c:pt>
                <c:pt idx="1527">
                  <c:v>36.125999999999998</c:v>
                </c:pt>
                <c:pt idx="1528">
                  <c:v>36.153300000000002</c:v>
                </c:pt>
                <c:pt idx="1529">
                  <c:v>36.175600000000003</c:v>
                </c:pt>
                <c:pt idx="1530">
                  <c:v>36.197499999999998</c:v>
                </c:pt>
                <c:pt idx="1531">
                  <c:v>36.219099999999997</c:v>
                </c:pt>
                <c:pt idx="1532">
                  <c:v>36.241700000000002</c:v>
                </c:pt>
                <c:pt idx="1533">
                  <c:v>36.263199999999998</c:v>
                </c:pt>
                <c:pt idx="1534">
                  <c:v>36.290599999999998</c:v>
                </c:pt>
                <c:pt idx="1535">
                  <c:v>36.316099999999999</c:v>
                </c:pt>
                <c:pt idx="1536">
                  <c:v>36.3461</c:v>
                </c:pt>
                <c:pt idx="1537">
                  <c:v>36.366900000000001</c:v>
                </c:pt>
                <c:pt idx="1538">
                  <c:v>36.389400000000002</c:v>
                </c:pt>
                <c:pt idx="1539">
                  <c:v>36.412100000000002</c:v>
                </c:pt>
                <c:pt idx="1540">
                  <c:v>36.433999999999997</c:v>
                </c:pt>
                <c:pt idx="1541">
                  <c:v>36.4589</c:v>
                </c:pt>
                <c:pt idx="1542">
                  <c:v>36.484200000000001</c:v>
                </c:pt>
                <c:pt idx="1543">
                  <c:v>36.506799999999998</c:v>
                </c:pt>
                <c:pt idx="1544">
                  <c:v>36.5274</c:v>
                </c:pt>
                <c:pt idx="1545">
                  <c:v>36.555700000000002</c:v>
                </c:pt>
                <c:pt idx="1546">
                  <c:v>36.576000000000001</c:v>
                </c:pt>
                <c:pt idx="1547">
                  <c:v>36.597799999999999</c:v>
                </c:pt>
                <c:pt idx="1548">
                  <c:v>36.626399999999997</c:v>
                </c:pt>
                <c:pt idx="1549">
                  <c:v>36.6492</c:v>
                </c:pt>
                <c:pt idx="1550">
                  <c:v>36.669600000000003</c:v>
                </c:pt>
                <c:pt idx="1551">
                  <c:v>36.689900000000002</c:v>
                </c:pt>
                <c:pt idx="1552">
                  <c:v>36.712299999999999</c:v>
                </c:pt>
                <c:pt idx="1553">
                  <c:v>36.733800000000002</c:v>
                </c:pt>
                <c:pt idx="1554">
                  <c:v>36.754600000000003</c:v>
                </c:pt>
                <c:pt idx="1555">
                  <c:v>36.780700000000003</c:v>
                </c:pt>
                <c:pt idx="1556">
                  <c:v>36.808599999999998</c:v>
                </c:pt>
                <c:pt idx="1557">
                  <c:v>36.831600000000002</c:v>
                </c:pt>
                <c:pt idx="1558">
                  <c:v>36.853999999999999</c:v>
                </c:pt>
                <c:pt idx="1559">
                  <c:v>36.887300000000003</c:v>
                </c:pt>
                <c:pt idx="1560">
                  <c:v>36.9114</c:v>
                </c:pt>
                <c:pt idx="1561">
                  <c:v>36.931899999999999</c:v>
                </c:pt>
                <c:pt idx="1562">
                  <c:v>36.957099999999997</c:v>
                </c:pt>
                <c:pt idx="1563">
                  <c:v>36.978099999999998</c:v>
                </c:pt>
                <c:pt idx="1564">
                  <c:v>37.004300000000001</c:v>
                </c:pt>
                <c:pt idx="1565">
                  <c:v>37.027900000000002</c:v>
                </c:pt>
                <c:pt idx="1566">
                  <c:v>37.049599999999998</c:v>
                </c:pt>
                <c:pt idx="1567">
                  <c:v>37.077599999999997</c:v>
                </c:pt>
                <c:pt idx="1568">
                  <c:v>37.104199999999999</c:v>
                </c:pt>
                <c:pt idx="1569">
                  <c:v>37.126300000000001</c:v>
                </c:pt>
                <c:pt idx="1570">
                  <c:v>37.148200000000003</c:v>
                </c:pt>
                <c:pt idx="1571">
                  <c:v>37.175699999999999</c:v>
                </c:pt>
                <c:pt idx="1572">
                  <c:v>37.198</c:v>
                </c:pt>
                <c:pt idx="1573">
                  <c:v>37.221200000000003</c:v>
                </c:pt>
                <c:pt idx="1574">
                  <c:v>37.243400000000001</c:v>
                </c:pt>
                <c:pt idx="1575">
                  <c:v>37.264000000000003</c:v>
                </c:pt>
                <c:pt idx="1576">
                  <c:v>37.2866</c:v>
                </c:pt>
                <c:pt idx="1577">
                  <c:v>37.309800000000003</c:v>
                </c:pt>
                <c:pt idx="1578">
                  <c:v>37.3309</c:v>
                </c:pt>
                <c:pt idx="1579">
                  <c:v>37.351900000000001</c:v>
                </c:pt>
                <c:pt idx="1580">
                  <c:v>37.380299999999998</c:v>
                </c:pt>
                <c:pt idx="1581">
                  <c:v>37.400300000000001</c:v>
                </c:pt>
                <c:pt idx="1582">
                  <c:v>37.421300000000002</c:v>
                </c:pt>
                <c:pt idx="1583">
                  <c:v>37.442700000000002</c:v>
                </c:pt>
                <c:pt idx="1584">
                  <c:v>37.4636</c:v>
                </c:pt>
                <c:pt idx="1585">
                  <c:v>37.484699999999997</c:v>
                </c:pt>
                <c:pt idx="1586">
                  <c:v>37.506399999999999</c:v>
                </c:pt>
                <c:pt idx="1587">
                  <c:v>37.533000000000001</c:v>
                </c:pt>
                <c:pt idx="1588">
                  <c:v>37.5535</c:v>
                </c:pt>
                <c:pt idx="1589">
                  <c:v>37.5745</c:v>
                </c:pt>
                <c:pt idx="1590">
                  <c:v>37.597299999999997</c:v>
                </c:pt>
                <c:pt idx="1591">
                  <c:v>37.627899999999997</c:v>
                </c:pt>
                <c:pt idx="1592">
                  <c:v>37.652700000000003</c:v>
                </c:pt>
                <c:pt idx="1593">
                  <c:v>37.675600000000003</c:v>
                </c:pt>
                <c:pt idx="1594">
                  <c:v>37.697800000000001</c:v>
                </c:pt>
                <c:pt idx="1595">
                  <c:v>37.721400000000003</c:v>
                </c:pt>
                <c:pt idx="1596">
                  <c:v>37.742899999999999</c:v>
                </c:pt>
                <c:pt idx="1597">
                  <c:v>37.766199999999998</c:v>
                </c:pt>
                <c:pt idx="1598">
                  <c:v>37.7941</c:v>
                </c:pt>
                <c:pt idx="1599">
                  <c:v>37.816299999999998</c:v>
                </c:pt>
                <c:pt idx="1600">
                  <c:v>37.837899999999998</c:v>
                </c:pt>
                <c:pt idx="1601">
                  <c:v>37.860900000000001</c:v>
                </c:pt>
                <c:pt idx="1602">
                  <c:v>37.884300000000003</c:v>
                </c:pt>
                <c:pt idx="1603">
                  <c:v>37.9099</c:v>
                </c:pt>
                <c:pt idx="1604">
                  <c:v>37.930700000000002</c:v>
                </c:pt>
                <c:pt idx="1605">
                  <c:v>37.955399999999997</c:v>
                </c:pt>
                <c:pt idx="1606">
                  <c:v>37.976300000000002</c:v>
                </c:pt>
                <c:pt idx="1607">
                  <c:v>37.997300000000003</c:v>
                </c:pt>
                <c:pt idx="1608">
                  <c:v>38.0182</c:v>
                </c:pt>
                <c:pt idx="1609">
                  <c:v>38.038400000000003</c:v>
                </c:pt>
                <c:pt idx="1610">
                  <c:v>38.059199999999997</c:v>
                </c:pt>
                <c:pt idx="1611">
                  <c:v>38.081899999999997</c:v>
                </c:pt>
                <c:pt idx="1612">
                  <c:v>38.107199999999999</c:v>
                </c:pt>
                <c:pt idx="1613">
                  <c:v>38.134900000000002</c:v>
                </c:pt>
                <c:pt idx="1614">
                  <c:v>38.157600000000002</c:v>
                </c:pt>
                <c:pt idx="1615">
                  <c:v>38.179600000000001</c:v>
                </c:pt>
                <c:pt idx="1616">
                  <c:v>38.2057</c:v>
                </c:pt>
                <c:pt idx="1617">
                  <c:v>38.233199999999997</c:v>
                </c:pt>
                <c:pt idx="1618">
                  <c:v>38.256300000000003</c:v>
                </c:pt>
                <c:pt idx="1619">
                  <c:v>38.283999999999999</c:v>
                </c:pt>
                <c:pt idx="1620">
                  <c:v>38.305500000000002</c:v>
                </c:pt>
                <c:pt idx="1621">
                  <c:v>38.326000000000001</c:v>
                </c:pt>
                <c:pt idx="1622">
                  <c:v>38.35</c:v>
                </c:pt>
                <c:pt idx="1623">
                  <c:v>38.373800000000003</c:v>
                </c:pt>
                <c:pt idx="1624">
                  <c:v>38.393999999999998</c:v>
                </c:pt>
                <c:pt idx="1625">
                  <c:v>38.414400000000001</c:v>
                </c:pt>
                <c:pt idx="1626">
                  <c:v>38.441899999999997</c:v>
                </c:pt>
                <c:pt idx="1627">
                  <c:v>38.4679</c:v>
                </c:pt>
                <c:pt idx="1628">
                  <c:v>38.492100000000001</c:v>
                </c:pt>
                <c:pt idx="1629">
                  <c:v>38.513100000000001</c:v>
                </c:pt>
                <c:pt idx="1630">
                  <c:v>38.533999999999999</c:v>
                </c:pt>
                <c:pt idx="1631">
                  <c:v>38.5548</c:v>
                </c:pt>
                <c:pt idx="1632">
                  <c:v>38.5749</c:v>
                </c:pt>
                <c:pt idx="1633">
                  <c:v>38.596800000000002</c:v>
                </c:pt>
                <c:pt idx="1634">
                  <c:v>38.617199999999997</c:v>
                </c:pt>
                <c:pt idx="1635">
                  <c:v>38.638399999999997</c:v>
                </c:pt>
                <c:pt idx="1636">
                  <c:v>38.659500000000001</c:v>
                </c:pt>
                <c:pt idx="1637">
                  <c:v>38.680300000000003</c:v>
                </c:pt>
                <c:pt idx="1638">
                  <c:v>38.702100000000002</c:v>
                </c:pt>
                <c:pt idx="1639">
                  <c:v>38.728099999999998</c:v>
                </c:pt>
                <c:pt idx="1640">
                  <c:v>38.7532</c:v>
                </c:pt>
                <c:pt idx="1641">
                  <c:v>38.776299999999999</c:v>
                </c:pt>
                <c:pt idx="1642">
                  <c:v>38.800199999999997</c:v>
                </c:pt>
                <c:pt idx="1643">
                  <c:v>38.822600000000001</c:v>
                </c:pt>
                <c:pt idx="1644">
                  <c:v>38.845199999999998</c:v>
                </c:pt>
                <c:pt idx="1645">
                  <c:v>38.866300000000003</c:v>
                </c:pt>
                <c:pt idx="1646">
                  <c:v>38.891199999999998</c:v>
                </c:pt>
                <c:pt idx="1647">
                  <c:v>38.911799999999999</c:v>
                </c:pt>
                <c:pt idx="1648">
                  <c:v>38.931800000000003</c:v>
                </c:pt>
                <c:pt idx="1649">
                  <c:v>38.957999999999998</c:v>
                </c:pt>
                <c:pt idx="1650">
                  <c:v>38.979199999999999</c:v>
                </c:pt>
                <c:pt idx="1651">
                  <c:v>38.999200000000002</c:v>
                </c:pt>
                <c:pt idx="1652">
                  <c:v>39.021299999999997</c:v>
                </c:pt>
                <c:pt idx="1653">
                  <c:v>39.042700000000004</c:v>
                </c:pt>
                <c:pt idx="1654">
                  <c:v>39.065300000000001</c:v>
                </c:pt>
                <c:pt idx="1655">
                  <c:v>39.086199999999998</c:v>
                </c:pt>
                <c:pt idx="1656">
                  <c:v>39.112499999999997</c:v>
                </c:pt>
                <c:pt idx="1657">
                  <c:v>39.133600000000001</c:v>
                </c:pt>
                <c:pt idx="1658">
                  <c:v>39.154899999999998</c:v>
                </c:pt>
                <c:pt idx="1659">
                  <c:v>39.177599999999998</c:v>
                </c:pt>
                <c:pt idx="1660">
                  <c:v>39.199399999999997</c:v>
                </c:pt>
                <c:pt idx="1661">
                  <c:v>39.224600000000002</c:v>
                </c:pt>
                <c:pt idx="1662">
                  <c:v>39.246200000000002</c:v>
                </c:pt>
                <c:pt idx="1663">
                  <c:v>39.2682</c:v>
                </c:pt>
                <c:pt idx="1664">
                  <c:v>39.290300000000002</c:v>
                </c:pt>
                <c:pt idx="1665">
                  <c:v>39.311700000000002</c:v>
                </c:pt>
                <c:pt idx="1666">
                  <c:v>39.334800000000001</c:v>
                </c:pt>
                <c:pt idx="1667">
                  <c:v>39.356699999999996</c:v>
                </c:pt>
                <c:pt idx="1668">
                  <c:v>39.383400000000002</c:v>
                </c:pt>
                <c:pt idx="1669">
                  <c:v>39.404000000000003</c:v>
                </c:pt>
                <c:pt idx="1670">
                  <c:v>39.4255</c:v>
                </c:pt>
                <c:pt idx="1671">
                  <c:v>39.4514</c:v>
                </c:pt>
                <c:pt idx="1672">
                  <c:v>39.471600000000002</c:v>
                </c:pt>
                <c:pt idx="1673">
                  <c:v>39.494399999999999</c:v>
                </c:pt>
                <c:pt idx="1674">
                  <c:v>39.5152</c:v>
                </c:pt>
                <c:pt idx="1675">
                  <c:v>39.537100000000002</c:v>
                </c:pt>
                <c:pt idx="1676">
                  <c:v>39.562100000000001</c:v>
                </c:pt>
                <c:pt idx="1677">
                  <c:v>39.582599999999999</c:v>
                </c:pt>
                <c:pt idx="1678">
                  <c:v>39.6053</c:v>
                </c:pt>
                <c:pt idx="1679">
                  <c:v>39.625799999999998</c:v>
                </c:pt>
                <c:pt idx="1680">
                  <c:v>39.648400000000002</c:v>
                </c:pt>
                <c:pt idx="1681">
                  <c:v>39.673000000000002</c:v>
                </c:pt>
                <c:pt idx="1682">
                  <c:v>39.697099999999999</c:v>
                </c:pt>
                <c:pt idx="1683">
                  <c:v>39.722700000000003</c:v>
                </c:pt>
                <c:pt idx="1684">
                  <c:v>39.751100000000001</c:v>
                </c:pt>
                <c:pt idx="1685">
                  <c:v>39.771900000000002</c:v>
                </c:pt>
                <c:pt idx="1686">
                  <c:v>39.793599999999998</c:v>
                </c:pt>
                <c:pt idx="1687">
                  <c:v>39.813699999999997</c:v>
                </c:pt>
                <c:pt idx="1688">
                  <c:v>39.841099999999997</c:v>
                </c:pt>
                <c:pt idx="1689">
                  <c:v>39.862699999999997</c:v>
                </c:pt>
                <c:pt idx="1690">
                  <c:v>39.885100000000001</c:v>
                </c:pt>
                <c:pt idx="1691">
                  <c:v>39.9071</c:v>
                </c:pt>
                <c:pt idx="1692">
                  <c:v>39.927700000000002</c:v>
                </c:pt>
                <c:pt idx="1693">
                  <c:v>39.950899999999997</c:v>
                </c:pt>
                <c:pt idx="1694">
                  <c:v>39.973399999999998</c:v>
                </c:pt>
                <c:pt idx="1695">
                  <c:v>40.003</c:v>
                </c:pt>
                <c:pt idx="1696">
                  <c:v>40.026699999999998</c:v>
                </c:pt>
                <c:pt idx="1697">
                  <c:v>40.055</c:v>
                </c:pt>
                <c:pt idx="1698">
                  <c:v>40.077599999999997</c:v>
                </c:pt>
                <c:pt idx="1699">
                  <c:v>40.104900000000001</c:v>
                </c:pt>
                <c:pt idx="1700">
                  <c:v>40.1265</c:v>
                </c:pt>
                <c:pt idx="1701">
                  <c:v>40.1511</c:v>
                </c:pt>
                <c:pt idx="1702">
                  <c:v>40.172800000000002</c:v>
                </c:pt>
                <c:pt idx="1703">
                  <c:v>40.192900000000002</c:v>
                </c:pt>
                <c:pt idx="1704">
                  <c:v>40.214300000000001</c:v>
                </c:pt>
                <c:pt idx="1705">
                  <c:v>40.2346</c:v>
                </c:pt>
                <c:pt idx="1706">
                  <c:v>40.2575</c:v>
                </c:pt>
                <c:pt idx="1707">
                  <c:v>40.280900000000003</c:v>
                </c:pt>
                <c:pt idx="1708">
                  <c:v>40.302999999999997</c:v>
                </c:pt>
                <c:pt idx="1709">
                  <c:v>40.326500000000003</c:v>
                </c:pt>
                <c:pt idx="1710">
                  <c:v>40.349899999999998</c:v>
                </c:pt>
                <c:pt idx="1711">
                  <c:v>40.372399999999999</c:v>
                </c:pt>
                <c:pt idx="1712">
                  <c:v>40.392499999999998</c:v>
                </c:pt>
                <c:pt idx="1713">
                  <c:v>40.413800000000002</c:v>
                </c:pt>
                <c:pt idx="1714">
                  <c:v>40.4345</c:v>
                </c:pt>
                <c:pt idx="1715">
                  <c:v>40.459099999999999</c:v>
                </c:pt>
                <c:pt idx="1716">
                  <c:v>40.479399999999998</c:v>
                </c:pt>
                <c:pt idx="1717">
                  <c:v>40.503300000000003</c:v>
                </c:pt>
                <c:pt idx="1718">
                  <c:v>40.524099999999997</c:v>
                </c:pt>
                <c:pt idx="1719">
                  <c:v>40.548000000000002</c:v>
                </c:pt>
                <c:pt idx="1720">
                  <c:v>40.567999999999998</c:v>
                </c:pt>
                <c:pt idx="1721">
                  <c:v>40.5899</c:v>
                </c:pt>
                <c:pt idx="1722">
                  <c:v>40.610300000000002</c:v>
                </c:pt>
                <c:pt idx="1723">
                  <c:v>40.630400000000002</c:v>
                </c:pt>
                <c:pt idx="1724">
                  <c:v>40.651699999999998</c:v>
                </c:pt>
                <c:pt idx="1725">
                  <c:v>40.6753</c:v>
                </c:pt>
                <c:pt idx="1726">
                  <c:v>40.695399999999999</c:v>
                </c:pt>
                <c:pt idx="1727">
                  <c:v>40.716299999999997</c:v>
                </c:pt>
                <c:pt idx="1728">
                  <c:v>40.738300000000002</c:v>
                </c:pt>
                <c:pt idx="1729">
                  <c:v>40.7605</c:v>
                </c:pt>
                <c:pt idx="1730">
                  <c:v>40.780700000000003</c:v>
                </c:pt>
                <c:pt idx="1731">
                  <c:v>40.801299999999998</c:v>
                </c:pt>
                <c:pt idx="1732">
                  <c:v>40.821599999999997</c:v>
                </c:pt>
                <c:pt idx="1733">
                  <c:v>40.843699999999998</c:v>
                </c:pt>
                <c:pt idx="1734">
                  <c:v>40.865600000000001</c:v>
                </c:pt>
                <c:pt idx="1735">
                  <c:v>40.891300000000001</c:v>
                </c:pt>
                <c:pt idx="1736">
                  <c:v>40.9129</c:v>
                </c:pt>
                <c:pt idx="1737">
                  <c:v>40.935099999999998</c:v>
                </c:pt>
                <c:pt idx="1738">
                  <c:v>40.956000000000003</c:v>
                </c:pt>
                <c:pt idx="1739">
                  <c:v>40.977200000000003</c:v>
                </c:pt>
                <c:pt idx="1740">
                  <c:v>41</c:v>
                </c:pt>
                <c:pt idx="1741">
                  <c:v>41.020699999999998</c:v>
                </c:pt>
                <c:pt idx="1742">
                  <c:v>41.0428</c:v>
                </c:pt>
                <c:pt idx="1743">
                  <c:v>41.070399999999999</c:v>
                </c:pt>
                <c:pt idx="1744">
                  <c:v>41.093400000000003</c:v>
                </c:pt>
                <c:pt idx="1745">
                  <c:v>41.115200000000002</c:v>
                </c:pt>
                <c:pt idx="1746">
                  <c:v>41.1372</c:v>
                </c:pt>
                <c:pt idx="1747">
                  <c:v>41.163499999999999</c:v>
                </c:pt>
                <c:pt idx="1748">
                  <c:v>41.184100000000001</c:v>
                </c:pt>
                <c:pt idx="1749">
                  <c:v>41.206499999999998</c:v>
                </c:pt>
                <c:pt idx="1750">
                  <c:v>41.229199999999999</c:v>
                </c:pt>
                <c:pt idx="1751">
                  <c:v>41.2515</c:v>
                </c:pt>
                <c:pt idx="1752">
                  <c:v>41.276899999999998</c:v>
                </c:pt>
                <c:pt idx="1753">
                  <c:v>41.297499999999999</c:v>
                </c:pt>
                <c:pt idx="1754">
                  <c:v>41.319400000000002</c:v>
                </c:pt>
                <c:pt idx="1755">
                  <c:v>41.34</c:v>
                </c:pt>
                <c:pt idx="1756">
                  <c:v>41.360900000000001</c:v>
                </c:pt>
                <c:pt idx="1757">
                  <c:v>41.382199999999997</c:v>
                </c:pt>
                <c:pt idx="1758">
                  <c:v>41.404600000000002</c:v>
                </c:pt>
                <c:pt idx="1759">
                  <c:v>41.426499999999997</c:v>
                </c:pt>
                <c:pt idx="1760">
                  <c:v>41.447499999999998</c:v>
                </c:pt>
                <c:pt idx="1761">
                  <c:v>41.470199999999998</c:v>
                </c:pt>
                <c:pt idx="1762">
                  <c:v>41.497399999999999</c:v>
                </c:pt>
                <c:pt idx="1763">
                  <c:v>41.518000000000001</c:v>
                </c:pt>
                <c:pt idx="1764">
                  <c:v>41.540100000000002</c:v>
                </c:pt>
                <c:pt idx="1765">
                  <c:v>41.5625</c:v>
                </c:pt>
                <c:pt idx="1766">
                  <c:v>41.584299999999999</c:v>
                </c:pt>
                <c:pt idx="1767">
                  <c:v>41.6051</c:v>
                </c:pt>
                <c:pt idx="1768">
                  <c:v>41.625500000000002</c:v>
                </c:pt>
                <c:pt idx="1769">
                  <c:v>41.652500000000003</c:v>
                </c:pt>
                <c:pt idx="1770">
                  <c:v>41.6785</c:v>
                </c:pt>
                <c:pt idx="1771">
                  <c:v>41.700600000000001</c:v>
                </c:pt>
                <c:pt idx="1772">
                  <c:v>41.7209</c:v>
                </c:pt>
                <c:pt idx="1773">
                  <c:v>41.747500000000002</c:v>
                </c:pt>
                <c:pt idx="1774">
                  <c:v>41.7699</c:v>
                </c:pt>
                <c:pt idx="1775">
                  <c:v>41.791499999999999</c:v>
                </c:pt>
                <c:pt idx="1776">
                  <c:v>41.812600000000003</c:v>
                </c:pt>
                <c:pt idx="1777">
                  <c:v>41.8337</c:v>
                </c:pt>
                <c:pt idx="1778">
                  <c:v>41.855899999999998</c:v>
                </c:pt>
                <c:pt idx="1779">
                  <c:v>41.878300000000003</c:v>
                </c:pt>
                <c:pt idx="1780">
                  <c:v>41.900500000000001</c:v>
                </c:pt>
                <c:pt idx="1781">
                  <c:v>41.922600000000003</c:v>
                </c:pt>
                <c:pt idx="1782">
                  <c:v>41.946899999999999</c:v>
                </c:pt>
                <c:pt idx="1783">
                  <c:v>41.968400000000003</c:v>
                </c:pt>
                <c:pt idx="1784">
                  <c:v>41.989600000000003</c:v>
                </c:pt>
                <c:pt idx="1785">
                  <c:v>42.011600000000001</c:v>
                </c:pt>
                <c:pt idx="1786">
                  <c:v>42.0334</c:v>
                </c:pt>
                <c:pt idx="1787">
                  <c:v>42.054299999999998</c:v>
                </c:pt>
                <c:pt idx="1788">
                  <c:v>42.075600000000001</c:v>
                </c:pt>
                <c:pt idx="1789">
                  <c:v>42.097700000000003</c:v>
                </c:pt>
                <c:pt idx="1790">
                  <c:v>42.118200000000002</c:v>
                </c:pt>
                <c:pt idx="1791">
                  <c:v>42.139499999999998</c:v>
                </c:pt>
                <c:pt idx="1792">
                  <c:v>42.160600000000002</c:v>
                </c:pt>
                <c:pt idx="1793">
                  <c:v>42.1815</c:v>
                </c:pt>
                <c:pt idx="1794">
                  <c:v>42.203600000000002</c:v>
                </c:pt>
                <c:pt idx="1795">
                  <c:v>42.224600000000002</c:v>
                </c:pt>
                <c:pt idx="1796">
                  <c:v>42.251800000000003</c:v>
                </c:pt>
                <c:pt idx="1797">
                  <c:v>42.279299999999999</c:v>
                </c:pt>
                <c:pt idx="1798">
                  <c:v>42.300600000000003</c:v>
                </c:pt>
                <c:pt idx="1799">
                  <c:v>42.324800000000003</c:v>
                </c:pt>
                <c:pt idx="1800">
                  <c:v>42.350200000000001</c:v>
                </c:pt>
                <c:pt idx="1801">
                  <c:v>42.377800000000001</c:v>
                </c:pt>
                <c:pt idx="1802">
                  <c:v>42.3992</c:v>
                </c:pt>
                <c:pt idx="1803">
                  <c:v>42.420699999999997</c:v>
                </c:pt>
                <c:pt idx="1804">
                  <c:v>42.443600000000004</c:v>
                </c:pt>
                <c:pt idx="1805">
                  <c:v>42.463700000000003</c:v>
                </c:pt>
                <c:pt idx="1806">
                  <c:v>42.490900000000003</c:v>
                </c:pt>
                <c:pt idx="1807">
                  <c:v>42.518300000000004</c:v>
                </c:pt>
                <c:pt idx="1808">
                  <c:v>42.544600000000003</c:v>
                </c:pt>
                <c:pt idx="1809">
                  <c:v>42.564900000000002</c:v>
                </c:pt>
                <c:pt idx="1810">
                  <c:v>42.5852</c:v>
                </c:pt>
                <c:pt idx="1811">
                  <c:v>42.6081</c:v>
                </c:pt>
                <c:pt idx="1812">
                  <c:v>42.632100000000001</c:v>
                </c:pt>
                <c:pt idx="1813">
                  <c:v>42.655099999999997</c:v>
                </c:pt>
                <c:pt idx="1814">
                  <c:v>42.686</c:v>
                </c:pt>
                <c:pt idx="1815">
                  <c:v>42.709400000000002</c:v>
                </c:pt>
                <c:pt idx="1816">
                  <c:v>42.7378</c:v>
                </c:pt>
                <c:pt idx="1817">
                  <c:v>42.758899999999997</c:v>
                </c:pt>
                <c:pt idx="1818">
                  <c:v>42.7804</c:v>
                </c:pt>
                <c:pt idx="1819">
                  <c:v>42.801499999999997</c:v>
                </c:pt>
                <c:pt idx="1820">
                  <c:v>42.823</c:v>
                </c:pt>
                <c:pt idx="1821">
                  <c:v>42.843400000000003</c:v>
                </c:pt>
                <c:pt idx="1822">
                  <c:v>42.864600000000003</c:v>
                </c:pt>
                <c:pt idx="1823">
                  <c:v>42.889099999999999</c:v>
                </c:pt>
                <c:pt idx="1824">
                  <c:v>42.915900000000001</c:v>
                </c:pt>
                <c:pt idx="1825">
                  <c:v>42.939399999999999</c:v>
                </c:pt>
                <c:pt idx="1826">
                  <c:v>42.964100000000002</c:v>
                </c:pt>
                <c:pt idx="1827">
                  <c:v>42.990099999999998</c:v>
                </c:pt>
                <c:pt idx="1828">
                  <c:v>43.017099999999999</c:v>
                </c:pt>
                <c:pt idx="1829">
                  <c:v>43.042900000000003</c:v>
                </c:pt>
                <c:pt idx="1830">
                  <c:v>43.069099999999999</c:v>
                </c:pt>
                <c:pt idx="1831">
                  <c:v>43.095599999999997</c:v>
                </c:pt>
                <c:pt idx="1832">
                  <c:v>43.123899999999999</c:v>
                </c:pt>
                <c:pt idx="1833">
                  <c:v>43.1492</c:v>
                </c:pt>
                <c:pt idx="1834">
                  <c:v>43.175699999999999</c:v>
                </c:pt>
                <c:pt idx="1835">
                  <c:v>43.205300000000001</c:v>
                </c:pt>
                <c:pt idx="1836">
                  <c:v>43.2301</c:v>
                </c:pt>
                <c:pt idx="1837">
                  <c:v>43.252499999999998</c:v>
                </c:pt>
                <c:pt idx="1838">
                  <c:v>43.272799999999997</c:v>
                </c:pt>
                <c:pt idx="1839">
                  <c:v>43.2958</c:v>
                </c:pt>
                <c:pt idx="1840">
                  <c:v>43.316800000000001</c:v>
                </c:pt>
                <c:pt idx="1841">
                  <c:v>43.341799999999999</c:v>
                </c:pt>
                <c:pt idx="1842">
                  <c:v>43.369199999999999</c:v>
                </c:pt>
                <c:pt idx="1843">
                  <c:v>43.3964</c:v>
                </c:pt>
                <c:pt idx="1844">
                  <c:v>43.424300000000002</c:v>
                </c:pt>
                <c:pt idx="1845">
                  <c:v>43.452399999999997</c:v>
                </c:pt>
                <c:pt idx="1846">
                  <c:v>43.472499999999997</c:v>
                </c:pt>
                <c:pt idx="1847">
                  <c:v>43.495100000000001</c:v>
                </c:pt>
                <c:pt idx="1848">
                  <c:v>43.516399999999997</c:v>
                </c:pt>
                <c:pt idx="1849">
                  <c:v>43.5366</c:v>
                </c:pt>
                <c:pt idx="1850">
                  <c:v>43.557400000000001</c:v>
                </c:pt>
                <c:pt idx="1851">
                  <c:v>43.584800000000001</c:v>
                </c:pt>
                <c:pt idx="1852">
                  <c:v>43.608699999999999</c:v>
                </c:pt>
                <c:pt idx="1853">
                  <c:v>43.634500000000003</c:v>
                </c:pt>
                <c:pt idx="1854">
                  <c:v>43.658499999999997</c:v>
                </c:pt>
                <c:pt idx="1855">
                  <c:v>43.679600000000001</c:v>
                </c:pt>
                <c:pt idx="1856">
                  <c:v>43.7057</c:v>
                </c:pt>
                <c:pt idx="1857">
                  <c:v>43.728400000000001</c:v>
                </c:pt>
                <c:pt idx="1858">
                  <c:v>43.751199999999997</c:v>
                </c:pt>
                <c:pt idx="1859">
                  <c:v>43.778599999999997</c:v>
                </c:pt>
                <c:pt idx="1860">
                  <c:v>43.8003</c:v>
                </c:pt>
                <c:pt idx="1861">
                  <c:v>43.825099999999999</c:v>
                </c:pt>
                <c:pt idx="1862">
                  <c:v>43.845399999999998</c:v>
                </c:pt>
                <c:pt idx="1863">
                  <c:v>43.865699999999997</c:v>
                </c:pt>
                <c:pt idx="1864">
                  <c:v>43.891100000000002</c:v>
                </c:pt>
                <c:pt idx="1865">
                  <c:v>43.913400000000003</c:v>
                </c:pt>
                <c:pt idx="1866">
                  <c:v>43.933799999999998</c:v>
                </c:pt>
                <c:pt idx="1867">
                  <c:v>43.953899999999997</c:v>
                </c:pt>
                <c:pt idx="1868">
                  <c:v>43.975900000000003</c:v>
                </c:pt>
                <c:pt idx="1869">
                  <c:v>43.999299999999998</c:v>
                </c:pt>
                <c:pt idx="1870">
                  <c:v>44.019399999999997</c:v>
                </c:pt>
                <c:pt idx="1871">
                  <c:v>44.043199999999999</c:v>
                </c:pt>
                <c:pt idx="1872">
                  <c:v>44.065199999999997</c:v>
                </c:pt>
                <c:pt idx="1873">
                  <c:v>44.0867</c:v>
                </c:pt>
                <c:pt idx="1874">
                  <c:v>44.106999999999999</c:v>
                </c:pt>
                <c:pt idx="1875">
                  <c:v>44.127400000000002</c:v>
                </c:pt>
                <c:pt idx="1876">
                  <c:v>44.1492</c:v>
                </c:pt>
                <c:pt idx="1877">
                  <c:v>44.171999999999997</c:v>
                </c:pt>
                <c:pt idx="1878">
                  <c:v>44.194400000000002</c:v>
                </c:pt>
                <c:pt idx="1879">
                  <c:v>44.217199999999998</c:v>
                </c:pt>
                <c:pt idx="1880">
                  <c:v>44.239199999999997</c:v>
                </c:pt>
                <c:pt idx="1881">
                  <c:v>44.265799999999999</c:v>
                </c:pt>
                <c:pt idx="1882">
                  <c:v>44.291699999999999</c:v>
                </c:pt>
                <c:pt idx="1883">
                  <c:v>44.311799999999998</c:v>
                </c:pt>
                <c:pt idx="1884">
                  <c:v>44.336500000000001</c:v>
                </c:pt>
                <c:pt idx="1885">
                  <c:v>44.359299999999998</c:v>
                </c:pt>
                <c:pt idx="1886">
                  <c:v>44.379899999999999</c:v>
                </c:pt>
                <c:pt idx="1887">
                  <c:v>44.402799999999999</c:v>
                </c:pt>
                <c:pt idx="1888">
                  <c:v>44.423999999999999</c:v>
                </c:pt>
                <c:pt idx="1889">
                  <c:v>44.449800000000003</c:v>
                </c:pt>
                <c:pt idx="1890">
                  <c:v>44.476700000000001</c:v>
                </c:pt>
                <c:pt idx="1891">
                  <c:v>44.499299999999998</c:v>
                </c:pt>
                <c:pt idx="1892">
                  <c:v>44.5214</c:v>
                </c:pt>
                <c:pt idx="1893">
                  <c:v>44.543399999999998</c:v>
                </c:pt>
                <c:pt idx="1894">
                  <c:v>44.565800000000003</c:v>
                </c:pt>
                <c:pt idx="1895">
                  <c:v>44.5929</c:v>
                </c:pt>
                <c:pt idx="1896">
                  <c:v>44.616599999999998</c:v>
                </c:pt>
                <c:pt idx="1897">
                  <c:v>44.644500000000001</c:v>
                </c:pt>
                <c:pt idx="1898">
                  <c:v>44.665799999999997</c:v>
                </c:pt>
                <c:pt idx="1899">
                  <c:v>44.692</c:v>
                </c:pt>
                <c:pt idx="1900">
                  <c:v>44.719499999999996</c:v>
                </c:pt>
                <c:pt idx="1901">
                  <c:v>44.7395</c:v>
                </c:pt>
                <c:pt idx="1902">
                  <c:v>44.764299999999999</c:v>
                </c:pt>
                <c:pt idx="1903">
                  <c:v>44.791400000000003</c:v>
                </c:pt>
                <c:pt idx="1904">
                  <c:v>44.817399999999999</c:v>
                </c:pt>
                <c:pt idx="1905">
                  <c:v>44.8446</c:v>
                </c:pt>
                <c:pt idx="1906">
                  <c:v>44.865000000000002</c:v>
                </c:pt>
                <c:pt idx="1907">
                  <c:v>44.884999999999998</c:v>
                </c:pt>
                <c:pt idx="1908">
                  <c:v>44.905299999999997</c:v>
                </c:pt>
                <c:pt idx="1909">
                  <c:v>44.927399999999999</c:v>
                </c:pt>
                <c:pt idx="1910">
                  <c:v>44.949800000000003</c:v>
                </c:pt>
                <c:pt idx="1911">
                  <c:v>44.970199999999998</c:v>
                </c:pt>
                <c:pt idx="1912">
                  <c:v>44.990299999999998</c:v>
                </c:pt>
                <c:pt idx="1913">
                  <c:v>45.017400000000002</c:v>
                </c:pt>
                <c:pt idx="1914">
                  <c:v>45.045000000000002</c:v>
                </c:pt>
                <c:pt idx="1915">
                  <c:v>45.070300000000003</c:v>
                </c:pt>
                <c:pt idx="1916">
                  <c:v>45.095999999999997</c:v>
                </c:pt>
                <c:pt idx="1917">
                  <c:v>45.116199999999999</c:v>
                </c:pt>
                <c:pt idx="1918">
                  <c:v>45.136400000000002</c:v>
                </c:pt>
                <c:pt idx="1919">
                  <c:v>45.157499999999999</c:v>
                </c:pt>
                <c:pt idx="1920">
                  <c:v>45.177599999999998</c:v>
                </c:pt>
                <c:pt idx="1921">
                  <c:v>45.202399999999997</c:v>
                </c:pt>
                <c:pt idx="1922">
                  <c:v>45.222499999999997</c:v>
                </c:pt>
                <c:pt idx="1923">
                  <c:v>45.249200000000002</c:v>
                </c:pt>
                <c:pt idx="1924">
                  <c:v>45.275700000000001</c:v>
                </c:pt>
                <c:pt idx="1925">
                  <c:v>45.2973</c:v>
                </c:pt>
                <c:pt idx="1926">
                  <c:v>45.329799999999999</c:v>
                </c:pt>
                <c:pt idx="1927">
                  <c:v>45.357599999999998</c:v>
                </c:pt>
                <c:pt idx="1928">
                  <c:v>45.378599999999999</c:v>
                </c:pt>
                <c:pt idx="1929">
                  <c:v>45.400799999999997</c:v>
                </c:pt>
                <c:pt idx="1930">
                  <c:v>45.421399999999998</c:v>
                </c:pt>
                <c:pt idx="1931">
                  <c:v>45.443100000000001</c:v>
                </c:pt>
                <c:pt idx="1932">
                  <c:v>45.464300000000001</c:v>
                </c:pt>
                <c:pt idx="1933">
                  <c:v>45.487900000000003</c:v>
                </c:pt>
                <c:pt idx="1934">
                  <c:v>45.514699999999998</c:v>
                </c:pt>
                <c:pt idx="1935">
                  <c:v>45.535200000000003</c:v>
                </c:pt>
                <c:pt idx="1936">
                  <c:v>45.557699999999997</c:v>
                </c:pt>
                <c:pt idx="1937">
                  <c:v>45.582099999999997</c:v>
                </c:pt>
                <c:pt idx="1938">
                  <c:v>45.603999999999999</c:v>
                </c:pt>
                <c:pt idx="1939">
                  <c:v>45.624200000000002</c:v>
                </c:pt>
                <c:pt idx="1940">
                  <c:v>45.646799999999999</c:v>
                </c:pt>
                <c:pt idx="1941">
                  <c:v>45.667200000000001</c:v>
                </c:pt>
                <c:pt idx="1942">
                  <c:v>45.690899999999999</c:v>
                </c:pt>
                <c:pt idx="1943">
                  <c:v>45.712299999999999</c:v>
                </c:pt>
                <c:pt idx="1944">
                  <c:v>45.735300000000002</c:v>
                </c:pt>
                <c:pt idx="1945">
                  <c:v>45.760399999999997</c:v>
                </c:pt>
                <c:pt idx="1946">
                  <c:v>45.786000000000001</c:v>
                </c:pt>
                <c:pt idx="1947">
                  <c:v>45.8123</c:v>
                </c:pt>
                <c:pt idx="1948">
                  <c:v>45.835999999999999</c:v>
                </c:pt>
                <c:pt idx="1949">
                  <c:v>45.863500000000002</c:v>
                </c:pt>
                <c:pt idx="1950">
                  <c:v>45.884</c:v>
                </c:pt>
                <c:pt idx="1951">
                  <c:v>45.905000000000001</c:v>
                </c:pt>
                <c:pt idx="1952">
                  <c:v>45.928199999999997</c:v>
                </c:pt>
                <c:pt idx="1953">
                  <c:v>45.950099999999999</c:v>
                </c:pt>
                <c:pt idx="1954">
                  <c:v>45.971699999999998</c:v>
                </c:pt>
                <c:pt idx="1955">
                  <c:v>45.994300000000003</c:v>
                </c:pt>
                <c:pt idx="1956">
                  <c:v>46.022599999999997</c:v>
                </c:pt>
                <c:pt idx="1957">
                  <c:v>46.047199999999997</c:v>
                </c:pt>
                <c:pt idx="1958">
                  <c:v>46.073399999999999</c:v>
                </c:pt>
                <c:pt idx="1959">
                  <c:v>46.097299999999997</c:v>
                </c:pt>
                <c:pt idx="1960">
                  <c:v>46.118200000000002</c:v>
                </c:pt>
                <c:pt idx="1961">
                  <c:v>46.146900000000002</c:v>
                </c:pt>
                <c:pt idx="1962">
                  <c:v>46.172499999999999</c:v>
                </c:pt>
                <c:pt idx="1963">
                  <c:v>46.192999999999998</c:v>
                </c:pt>
                <c:pt idx="1964">
                  <c:v>46.213799999999999</c:v>
                </c:pt>
                <c:pt idx="1965">
                  <c:v>46.241500000000002</c:v>
                </c:pt>
                <c:pt idx="1966">
                  <c:v>46.263599999999997</c:v>
                </c:pt>
                <c:pt idx="1967">
                  <c:v>46.286299999999997</c:v>
                </c:pt>
                <c:pt idx="1968">
                  <c:v>46.312600000000003</c:v>
                </c:pt>
                <c:pt idx="1969">
                  <c:v>46.338799999999999</c:v>
                </c:pt>
                <c:pt idx="1970">
                  <c:v>46.366999999999997</c:v>
                </c:pt>
                <c:pt idx="1971">
                  <c:v>46.393000000000001</c:v>
                </c:pt>
                <c:pt idx="1972">
                  <c:v>46.4193</c:v>
                </c:pt>
                <c:pt idx="1973">
                  <c:v>46.440899999999999</c:v>
                </c:pt>
                <c:pt idx="1974">
                  <c:v>46.465000000000003</c:v>
                </c:pt>
                <c:pt idx="1975">
                  <c:v>46.488300000000002</c:v>
                </c:pt>
                <c:pt idx="1976">
                  <c:v>46.509300000000003</c:v>
                </c:pt>
                <c:pt idx="1977">
                  <c:v>46.535699999999999</c:v>
                </c:pt>
                <c:pt idx="1978">
                  <c:v>46.563899999999997</c:v>
                </c:pt>
                <c:pt idx="1979">
                  <c:v>46.590499999999999</c:v>
                </c:pt>
                <c:pt idx="1980">
                  <c:v>46.616700000000002</c:v>
                </c:pt>
                <c:pt idx="1981">
                  <c:v>46.639099999999999</c:v>
                </c:pt>
                <c:pt idx="1982">
                  <c:v>46.659399999999998</c:v>
                </c:pt>
                <c:pt idx="1983">
                  <c:v>46.6815</c:v>
                </c:pt>
                <c:pt idx="1984">
                  <c:v>46.707900000000002</c:v>
                </c:pt>
                <c:pt idx="1985">
                  <c:v>46.730699999999999</c:v>
                </c:pt>
                <c:pt idx="1986">
                  <c:v>46.753300000000003</c:v>
                </c:pt>
                <c:pt idx="1987">
                  <c:v>46.7746</c:v>
                </c:pt>
                <c:pt idx="1988">
                  <c:v>46.796100000000003</c:v>
                </c:pt>
                <c:pt idx="1989">
                  <c:v>46.816400000000002</c:v>
                </c:pt>
                <c:pt idx="1990">
                  <c:v>46.837499999999999</c:v>
                </c:pt>
                <c:pt idx="1991">
                  <c:v>46.866399999999999</c:v>
                </c:pt>
                <c:pt idx="1992">
                  <c:v>46.889600000000002</c:v>
                </c:pt>
                <c:pt idx="1993">
                  <c:v>46.9099</c:v>
                </c:pt>
                <c:pt idx="1994">
                  <c:v>46.932400000000001</c:v>
                </c:pt>
                <c:pt idx="1995">
                  <c:v>46.956099999999999</c:v>
                </c:pt>
                <c:pt idx="1996">
                  <c:v>46.985700000000001</c:v>
                </c:pt>
                <c:pt idx="1997">
                  <c:v>47.009</c:v>
                </c:pt>
                <c:pt idx="1998">
                  <c:v>47.053100000000001</c:v>
                </c:pt>
                <c:pt idx="1999">
                  <c:v>47.073999999999998</c:v>
                </c:pt>
                <c:pt idx="2000">
                  <c:v>47.095199999999998</c:v>
                </c:pt>
                <c:pt idx="2001">
                  <c:v>47.123600000000003</c:v>
                </c:pt>
                <c:pt idx="2002">
                  <c:v>47.145099999999999</c:v>
                </c:pt>
                <c:pt idx="2003">
                  <c:v>47.167200000000001</c:v>
                </c:pt>
                <c:pt idx="2004">
                  <c:v>47.191899999999997</c:v>
                </c:pt>
                <c:pt idx="2005">
                  <c:v>47.218800000000002</c:v>
                </c:pt>
                <c:pt idx="2006">
                  <c:v>47.239800000000002</c:v>
                </c:pt>
                <c:pt idx="2007">
                  <c:v>47.262500000000003</c:v>
                </c:pt>
                <c:pt idx="2008">
                  <c:v>47.285299999999999</c:v>
                </c:pt>
                <c:pt idx="2009">
                  <c:v>47.305500000000002</c:v>
                </c:pt>
                <c:pt idx="2010">
                  <c:v>47.332799999999999</c:v>
                </c:pt>
                <c:pt idx="2011">
                  <c:v>47.354599999999998</c:v>
                </c:pt>
                <c:pt idx="2012">
                  <c:v>47.374699999999997</c:v>
                </c:pt>
                <c:pt idx="2013">
                  <c:v>47.396299999999997</c:v>
                </c:pt>
                <c:pt idx="2014">
                  <c:v>47.418300000000002</c:v>
                </c:pt>
                <c:pt idx="2015">
                  <c:v>47.439300000000003</c:v>
                </c:pt>
                <c:pt idx="2016">
                  <c:v>47.460500000000003</c:v>
                </c:pt>
                <c:pt idx="2017">
                  <c:v>47.482999999999997</c:v>
                </c:pt>
                <c:pt idx="2018">
                  <c:v>47.503100000000003</c:v>
                </c:pt>
                <c:pt idx="2019">
                  <c:v>47.525100000000002</c:v>
                </c:pt>
                <c:pt idx="2020">
                  <c:v>47.5458</c:v>
                </c:pt>
                <c:pt idx="2021">
                  <c:v>47.569899999999997</c:v>
                </c:pt>
                <c:pt idx="2022">
                  <c:v>47.592799999999997</c:v>
                </c:pt>
                <c:pt idx="2023">
                  <c:v>47.614600000000003</c:v>
                </c:pt>
                <c:pt idx="2024">
                  <c:v>47.641500000000001</c:v>
                </c:pt>
                <c:pt idx="2025">
                  <c:v>47.664499999999997</c:v>
                </c:pt>
                <c:pt idx="2026">
                  <c:v>47.687899999999999</c:v>
                </c:pt>
                <c:pt idx="2027">
                  <c:v>47.713500000000003</c:v>
                </c:pt>
                <c:pt idx="2028">
                  <c:v>47.7346</c:v>
                </c:pt>
                <c:pt idx="2029">
                  <c:v>47.755699999999997</c:v>
                </c:pt>
                <c:pt idx="2030">
                  <c:v>47.776699999999998</c:v>
                </c:pt>
                <c:pt idx="2031">
                  <c:v>47.796700000000001</c:v>
                </c:pt>
                <c:pt idx="2032">
                  <c:v>47.817700000000002</c:v>
                </c:pt>
                <c:pt idx="2033">
                  <c:v>47.840600000000002</c:v>
                </c:pt>
                <c:pt idx="2034">
                  <c:v>47.863199999999999</c:v>
                </c:pt>
                <c:pt idx="2035">
                  <c:v>47.883899999999997</c:v>
                </c:pt>
                <c:pt idx="2036">
                  <c:v>47.908999999999999</c:v>
                </c:pt>
                <c:pt idx="2037">
                  <c:v>47.932699999999997</c:v>
                </c:pt>
                <c:pt idx="2038">
                  <c:v>47.9604</c:v>
                </c:pt>
                <c:pt idx="2039">
                  <c:v>47.981000000000002</c:v>
                </c:pt>
                <c:pt idx="2040">
                  <c:v>48.003300000000003</c:v>
                </c:pt>
                <c:pt idx="2041">
                  <c:v>48.025500000000001</c:v>
                </c:pt>
                <c:pt idx="2042">
                  <c:v>48.050899999999999</c:v>
                </c:pt>
                <c:pt idx="2043">
                  <c:v>48.072400000000002</c:v>
                </c:pt>
                <c:pt idx="2044">
                  <c:v>48.093000000000004</c:v>
                </c:pt>
                <c:pt idx="2045">
                  <c:v>48.115499999999997</c:v>
                </c:pt>
                <c:pt idx="2046">
                  <c:v>48.141500000000001</c:v>
                </c:pt>
                <c:pt idx="2047">
                  <c:v>48.161900000000003</c:v>
                </c:pt>
                <c:pt idx="2048">
                  <c:v>48.192599999999999</c:v>
                </c:pt>
                <c:pt idx="2049">
                  <c:v>48.2151</c:v>
                </c:pt>
                <c:pt idx="2050">
                  <c:v>48.242100000000001</c:v>
                </c:pt>
                <c:pt idx="2051">
                  <c:v>48.267299999999999</c:v>
                </c:pt>
                <c:pt idx="2052">
                  <c:v>48.293300000000002</c:v>
                </c:pt>
                <c:pt idx="2053">
                  <c:v>48.321399999999997</c:v>
                </c:pt>
                <c:pt idx="2054">
                  <c:v>48.342300000000002</c:v>
                </c:pt>
                <c:pt idx="2055">
                  <c:v>48.366500000000002</c:v>
                </c:pt>
                <c:pt idx="2056">
                  <c:v>48.394599999999997</c:v>
                </c:pt>
                <c:pt idx="2057">
                  <c:v>48.418999999999997</c:v>
                </c:pt>
                <c:pt idx="2058">
                  <c:v>48.441699999999997</c:v>
                </c:pt>
                <c:pt idx="2059">
                  <c:v>48.463200000000001</c:v>
                </c:pt>
                <c:pt idx="2060">
                  <c:v>48.4846</c:v>
                </c:pt>
                <c:pt idx="2061">
                  <c:v>48.507100000000001</c:v>
                </c:pt>
                <c:pt idx="2062">
                  <c:v>48.531700000000001</c:v>
                </c:pt>
                <c:pt idx="2063">
                  <c:v>48.558599999999998</c:v>
                </c:pt>
                <c:pt idx="2064">
                  <c:v>48.579099999999997</c:v>
                </c:pt>
                <c:pt idx="2065">
                  <c:v>48.600700000000003</c:v>
                </c:pt>
                <c:pt idx="2066">
                  <c:v>48.622199999999999</c:v>
                </c:pt>
                <c:pt idx="2067">
                  <c:v>48.645600000000002</c:v>
                </c:pt>
                <c:pt idx="2068">
                  <c:v>48.669499999999999</c:v>
                </c:pt>
                <c:pt idx="2069">
                  <c:v>48.690300000000001</c:v>
                </c:pt>
                <c:pt idx="2070">
                  <c:v>48.715899999999998</c:v>
                </c:pt>
                <c:pt idx="2071">
                  <c:v>48.742600000000003</c:v>
                </c:pt>
                <c:pt idx="2072">
                  <c:v>48.767600000000002</c:v>
                </c:pt>
                <c:pt idx="2073">
                  <c:v>48.791400000000003</c:v>
                </c:pt>
                <c:pt idx="2074">
                  <c:v>48.816000000000003</c:v>
                </c:pt>
                <c:pt idx="2075">
                  <c:v>48.843299999999999</c:v>
                </c:pt>
                <c:pt idx="2076">
                  <c:v>48.868699999999997</c:v>
                </c:pt>
                <c:pt idx="2077">
                  <c:v>48.889699999999998</c:v>
                </c:pt>
                <c:pt idx="2078">
                  <c:v>48.911799999999999</c:v>
                </c:pt>
                <c:pt idx="2079">
                  <c:v>48.936799999999998</c:v>
                </c:pt>
                <c:pt idx="2080">
                  <c:v>48.963900000000002</c:v>
                </c:pt>
                <c:pt idx="2081">
                  <c:v>48.988799999999998</c:v>
                </c:pt>
                <c:pt idx="2082">
                  <c:v>49.013199999999998</c:v>
                </c:pt>
                <c:pt idx="2083">
                  <c:v>49.034999999999997</c:v>
                </c:pt>
                <c:pt idx="2084">
                  <c:v>49.057099999999998</c:v>
                </c:pt>
                <c:pt idx="2085">
                  <c:v>49.082299999999996</c:v>
                </c:pt>
                <c:pt idx="2086">
                  <c:v>49.103099999999998</c:v>
                </c:pt>
                <c:pt idx="2087">
                  <c:v>49.126399999999997</c:v>
                </c:pt>
                <c:pt idx="2088">
                  <c:v>49.151800000000001</c:v>
                </c:pt>
                <c:pt idx="2089">
                  <c:v>49.177</c:v>
                </c:pt>
                <c:pt idx="2090">
                  <c:v>49.205599999999997</c:v>
                </c:pt>
                <c:pt idx="2091">
                  <c:v>49.228900000000003</c:v>
                </c:pt>
                <c:pt idx="2092">
                  <c:v>49.254199999999997</c:v>
                </c:pt>
                <c:pt idx="2093">
                  <c:v>49.280200000000001</c:v>
                </c:pt>
                <c:pt idx="2094">
                  <c:v>49.304699999999997</c:v>
                </c:pt>
                <c:pt idx="2095">
                  <c:v>49.330100000000002</c:v>
                </c:pt>
                <c:pt idx="2096">
                  <c:v>49.3536</c:v>
                </c:pt>
                <c:pt idx="2097">
                  <c:v>49.380400000000002</c:v>
                </c:pt>
                <c:pt idx="2098">
                  <c:v>49.409399999999998</c:v>
                </c:pt>
                <c:pt idx="2099">
                  <c:v>49.4345</c:v>
                </c:pt>
                <c:pt idx="2100">
                  <c:v>49.461799999999997</c:v>
                </c:pt>
                <c:pt idx="2101">
                  <c:v>49.487200000000001</c:v>
                </c:pt>
                <c:pt idx="2102">
                  <c:v>49.5122</c:v>
                </c:pt>
                <c:pt idx="2103">
                  <c:v>49.539000000000001</c:v>
                </c:pt>
                <c:pt idx="2104">
                  <c:v>49.559199999999997</c:v>
                </c:pt>
                <c:pt idx="2105">
                  <c:v>49.5854</c:v>
                </c:pt>
                <c:pt idx="2106">
                  <c:v>49.608199999999997</c:v>
                </c:pt>
                <c:pt idx="2107">
                  <c:v>49.633499999999998</c:v>
                </c:pt>
                <c:pt idx="2108">
                  <c:v>49.655700000000003</c:v>
                </c:pt>
                <c:pt idx="2109">
                  <c:v>49.676000000000002</c:v>
                </c:pt>
                <c:pt idx="2110">
                  <c:v>49.6965</c:v>
                </c:pt>
                <c:pt idx="2111">
                  <c:v>49.722000000000001</c:v>
                </c:pt>
                <c:pt idx="2112">
                  <c:v>49.742199999999997</c:v>
                </c:pt>
                <c:pt idx="2113">
                  <c:v>49.7622</c:v>
                </c:pt>
                <c:pt idx="2114">
                  <c:v>49.783499999999997</c:v>
                </c:pt>
                <c:pt idx="2115">
                  <c:v>49.806800000000003</c:v>
                </c:pt>
                <c:pt idx="2116">
                  <c:v>49.832099999999997</c:v>
                </c:pt>
                <c:pt idx="2117">
                  <c:v>49.8523</c:v>
                </c:pt>
                <c:pt idx="2118">
                  <c:v>49.875399999999999</c:v>
                </c:pt>
                <c:pt idx="2119">
                  <c:v>49.904800000000002</c:v>
                </c:pt>
                <c:pt idx="2120">
                  <c:v>49.928400000000003</c:v>
                </c:pt>
                <c:pt idx="2121">
                  <c:v>49.950699999999998</c:v>
                </c:pt>
                <c:pt idx="2122">
                  <c:v>49.974699999999999</c:v>
                </c:pt>
                <c:pt idx="2123">
                  <c:v>49.995199999999997</c:v>
                </c:pt>
                <c:pt idx="2124">
                  <c:v>50.019799999999996</c:v>
                </c:pt>
                <c:pt idx="2125">
                  <c:v>50.040399999999998</c:v>
                </c:pt>
                <c:pt idx="2126">
                  <c:v>50.063200000000002</c:v>
                </c:pt>
                <c:pt idx="2127">
                  <c:v>50.0886</c:v>
                </c:pt>
                <c:pt idx="2128">
                  <c:v>50.109000000000002</c:v>
                </c:pt>
                <c:pt idx="2129">
                  <c:v>50.137500000000003</c:v>
                </c:pt>
                <c:pt idx="2130">
                  <c:v>50.164099999999998</c:v>
                </c:pt>
                <c:pt idx="2131">
                  <c:v>50.1907</c:v>
                </c:pt>
                <c:pt idx="2132">
                  <c:v>50.220500000000001</c:v>
                </c:pt>
                <c:pt idx="2133">
                  <c:v>50.246499999999997</c:v>
                </c:pt>
                <c:pt idx="2134">
                  <c:v>50.273299999999999</c:v>
                </c:pt>
                <c:pt idx="2135">
                  <c:v>50.297699999999999</c:v>
                </c:pt>
                <c:pt idx="2136">
                  <c:v>50.318199999999997</c:v>
                </c:pt>
                <c:pt idx="2137">
                  <c:v>50.341500000000003</c:v>
                </c:pt>
                <c:pt idx="2138">
                  <c:v>50.3643</c:v>
                </c:pt>
                <c:pt idx="2139">
                  <c:v>50.386099999999999</c:v>
                </c:pt>
                <c:pt idx="2140">
                  <c:v>50.414900000000003</c:v>
                </c:pt>
                <c:pt idx="2141">
                  <c:v>50.437600000000003</c:v>
                </c:pt>
                <c:pt idx="2142">
                  <c:v>50.458300000000001</c:v>
                </c:pt>
                <c:pt idx="2143">
                  <c:v>50.479900000000001</c:v>
                </c:pt>
                <c:pt idx="2144">
                  <c:v>50.502099999999999</c:v>
                </c:pt>
                <c:pt idx="2145">
                  <c:v>50.524700000000003</c:v>
                </c:pt>
                <c:pt idx="2146">
                  <c:v>50.546100000000003</c:v>
                </c:pt>
                <c:pt idx="2147">
                  <c:v>50.572000000000003</c:v>
                </c:pt>
                <c:pt idx="2148">
                  <c:v>50.597700000000003</c:v>
                </c:pt>
                <c:pt idx="2149">
                  <c:v>50.622599999999998</c:v>
                </c:pt>
                <c:pt idx="2150">
                  <c:v>50.642899999999997</c:v>
                </c:pt>
                <c:pt idx="2151">
                  <c:v>50.665900000000001</c:v>
                </c:pt>
                <c:pt idx="2152">
                  <c:v>50.686</c:v>
                </c:pt>
                <c:pt idx="2153">
                  <c:v>50.713299999999997</c:v>
                </c:pt>
                <c:pt idx="2154">
                  <c:v>50.736699999999999</c:v>
                </c:pt>
                <c:pt idx="2155">
                  <c:v>50.7624</c:v>
                </c:pt>
                <c:pt idx="2156">
                  <c:v>50.7851</c:v>
                </c:pt>
                <c:pt idx="2157">
                  <c:v>50.805500000000002</c:v>
                </c:pt>
                <c:pt idx="2158">
                  <c:v>50.8277</c:v>
                </c:pt>
                <c:pt idx="2159">
                  <c:v>50.849699999999999</c:v>
                </c:pt>
                <c:pt idx="2160">
                  <c:v>50.871499999999997</c:v>
                </c:pt>
                <c:pt idx="2161">
                  <c:v>50.892000000000003</c:v>
                </c:pt>
                <c:pt idx="2162">
                  <c:v>50.916200000000003</c:v>
                </c:pt>
                <c:pt idx="2163">
                  <c:v>50.936500000000002</c:v>
                </c:pt>
                <c:pt idx="2164">
                  <c:v>50.958300000000001</c:v>
                </c:pt>
                <c:pt idx="2165">
                  <c:v>50.978700000000003</c:v>
                </c:pt>
                <c:pt idx="2166">
                  <c:v>51.002299999999998</c:v>
                </c:pt>
                <c:pt idx="2167">
                  <c:v>51.022399999999998</c:v>
                </c:pt>
                <c:pt idx="2168">
                  <c:v>51.043799999999997</c:v>
                </c:pt>
                <c:pt idx="2169">
                  <c:v>51.066299999999998</c:v>
                </c:pt>
                <c:pt idx="2170">
                  <c:v>51.088900000000002</c:v>
                </c:pt>
                <c:pt idx="2171">
                  <c:v>51.110999999999997</c:v>
                </c:pt>
                <c:pt idx="2172">
                  <c:v>51.131999999999998</c:v>
                </c:pt>
                <c:pt idx="2173">
                  <c:v>51.154400000000003</c:v>
                </c:pt>
                <c:pt idx="2174">
                  <c:v>51.180599999999998</c:v>
                </c:pt>
                <c:pt idx="2175">
                  <c:v>51.200899999999997</c:v>
                </c:pt>
                <c:pt idx="2176">
                  <c:v>51.221899999999998</c:v>
                </c:pt>
                <c:pt idx="2177">
                  <c:v>51.245899999999999</c:v>
                </c:pt>
                <c:pt idx="2178">
                  <c:v>51.267400000000002</c:v>
                </c:pt>
                <c:pt idx="2179">
                  <c:v>51.295200000000001</c:v>
                </c:pt>
                <c:pt idx="2180">
                  <c:v>51.318199999999997</c:v>
                </c:pt>
                <c:pt idx="2181">
                  <c:v>51.339799999999997</c:v>
                </c:pt>
                <c:pt idx="2182">
                  <c:v>51.362099999999998</c:v>
                </c:pt>
                <c:pt idx="2183">
                  <c:v>51.387099999999997</c:v>
                </c:pt>
                <c:pt idx="2184">
                  <c:v>51.4131</c:v>
                </c:pt>
                <c:pt idx="2185">
                  <c:v>51.440800000000003</c:v>
                </c:pt>
                <c:pt idx="2186">
                  <c:v>51.467399999999998</c:v>
                </c:pt>
                <c:pt idx="2187">
                  <c:v>51.495100000000001</c:v>
                </c:pt>
                <c:pt idx="2188">
                  <c:v>51.521799999999999</c:v>
                </c:pt>
                <c:pt idx="2189">
                  <c:v>51.5426</c:v>
                </c:pt>
                <c:pt idx="2190">
                  <c:v>51.568399999999997</c:v>
                </c:pt>
                <c:pt idx="2191">
                  <c:v>51.589199999999998</c:v>
                </c:pt>
                <c:pt idx="2192">
                  <c:v>51.611699999999999</c:v>
                </c:pt>
                <c:pt idx="2193">
                  <c:v>51.631700000000002</c:v>
                </c:pt>
                <c:pt idx="2194">
                  <c:v>51.651800000000001</c:v>
                </c:pt>
                <c:pt idx="2195">
                  <c:v>51.677</c:v>
                </c:pt>
                <c:pt idx="2196">
                  <c:v>51.701000000000001</c:v>
                </c:pt>
                <c:pt idx="2197">
                  <c:v>51.721299999999999</c:v>
                </c:pt>
                <c:pt idx="2198">
                  <c:v>51.748699999999999</c:v>
                </c:pt>
                <c:pt idx="2199">
                  <c:v>51.774799999999999</c:v>
                </c:pt>
                <c:pt idx="2200">
                  <c:v>51.799599999999998</c:v>
                </c:pt>
                <c:pt idx="2201">
                  <c:v>51.822299999999998</c:v>
                </c:pt>
                <c:pt idx="2202">
                  <c:v>51.843699999999998</c:v>
                </c:pt>
                <c:pt idx="2203">
                  <c:v>51.866799999999998</c:v>
                </c:pt>
                <c:pt idx="2204">
                  <c:v>51.891199999999998</c:v>
                </c:pt>
                <c:pt idx="2205">
                  <c:v>51.913800000000002</c:v>
                </c:pt>
                <c:pt idx="2206">
                  <c:v>51.940800000000003</c:v>
                </c:pt>
                <c:pt idx="2207">
                  <c:v>51.961599999999997</c:v>
                </c:pt>
                <c:pt idx="2208">
                  <c:v>51.988500000000002</c:v>
                </c:pt>
                <c:pt idx="2209">
                  <c:v>52.008499999999998</c:v>
                </c:pt>
                <c:pt idx="2210">
                  <c:v>52.031799999999997</c:v>
                </c:pt>
                <c:pt idx="2211">
                  <c:v>52.055</c:v>
                </c:pt>
                <c:pt idx="2212">
                  <c:v>52.0824</c:v>
                </c:pt>
                <c:pt idx="2213">
                  <c:v>52.103700000000003</c:v>
                </c:pt>
                <c:pt idx="2214">
                  <c:v>52.128399999999999</c:v>
                </c:pt>
                <c:pt idx="2215">
                  <c:v>52.154699999999998</c:v>
                </c:pt>
                <c:pt idx="2216">
                  <c:v>52.177799999999998</c:v>
                </c:pt>
                <c:pt idx="2217">
                  <c:v>52.1982</c:v>
                </c:pt>
                <c:pt idx="2218">
                  <c:v>52.224699999999999</c:v>
                </c:pt>
                <c:pt idx="2219">
                  <c:v>52.250900000000001</c:v>
                </c:pt>
                <c:pt idx="2220">
                  <c:v>52.279400000000003</c:v>
                </c:pt>
                <c:pt idx="2221">
                  <c:v>52.301099999999998</c:v>
                </c:pt>
                <c:pt idx="2222">
                  <c:v>52.324399999999997</c:v>
                </c:pt>
                <c:pt idx="2223">
                  <c:v>52.347900000000003</c:v>
                </c:pt>
                <c:pt idx="2224">
                  <c:v>52.376600000000003</c:v>
                </c:pt>
                <c:pt idx="2225">
                  <c:v>52.3979</c:v>
                </c:pt>
                <c:pt idx="2226">
                  <c:v>52.42</c:v>
                </c:pt>
                <c:pt idx="2227">
                  <c:v>52.440800000000003</c:v>
                </c:pt>
                <c:pt idx="2228">
                  <c:v>52.461199999999998</c:v>
                </c:pt>
                <c:pt idx="2229">
                  <c:v>52.484099999999998</c:v>
                </c:pt>
                <c:pt idx="2230">
                  <c:v>52.505000000000003</c:v>
                </c:pt>
                <c:pt idx="2231">
                  <c:v>52.527099999999997</c:v>
                </c:pt>
                <c:pt idx="2232">
                  <c:v>52.552799999999998</c:v>
                </c:pt>
                <c:pt idx="2233">
                  <c:v>52.573900000000002</c:v>
                </c:pt>
                <c:pt idx="2234">
                  <c:v>52.593899999999998</c:v>
                </c:pt>
                <c:pt idx="2235">
                  <c:v>52.614699999999999</c:v>
                </c:pt>
                <c:pt idx="2236">
                  <c:v>52.636699999999998</c:v>
                </c:pt>
                <c:pt idx="2237">
                  <c:v>52.656799999999997</c:v>
                </c:pt>
                <c:pt idx="2238">
                  <c:v>52.681699999999999</c:v>
                </c:pt>
                <c:pt idx="2239">
                  <c:v>52.7027</c:v>
                </c:pt>
                <c:pt idx="2240">
                  <c:v>52.729500000000002</c:v>
                </c:pt>
                <c:pt idx="2241">
                  <c:v>52.758899999999997</c:v>
                </c:pt>
                <c:pt idx="2242">
                  <c:v>52.780099999999997</c:v>
                </c:pt>
                <c:pt idx="2243">
                  <c:v>52.802599999999998</c:v>
                </c:pt>
                <c:pt idx="2244">
                  <c:v>52.825400000000002</c:v>
                </c:pt>
                <c:pt idx="2245">
                  <c:v>52.847799999999999</c:v>
                </c:pt>
                <c:pt idx="2246">
                  <c:v>52.871299999999998</c:v>
                </c:pt>
                <c:pt idx="2247">
                  <c:v>52.8934</c:v>
                </c:pt>
                <c:pt idx="2248">
                  <c:v>52.918100000000003</c:v>
                </c:pt>
                <c:pt idx="2249">
                  <c:v>52.939500000000002</c:v>
                </c:pt>
                <c:pt idx="2250">
                  <c:v>52.9679</c:v>
                </c:pt>
                <c:pt idx="2251">
                  <c:v>52.988999999999997</c:v>
                </c:pt>
                <c:pt idx="2252">
                  <c:v>53.009700000000002</c:v>
                </c:pt>
                <c:pt idx="2253">
                  <c:v>53.033700000000003</c:v>
                </c:pt>
                <c:pt idx="2254">
                  <c:v>53.054000000000002</c:v>
                </c:pt>
                <c:pt idx="2255">
                  <c:v>53.077199999999998</c:v>
                </c:pt>
                <c:pt idx="2256">
                  <c:v>53.098999999999997</c:v>
                </c:pt>
                <c:pt idx="2257">
                  <c:v>53.123100000000001</c:v>
                </c:pt>
                <c:pt idx="2258">
                  <c:v>53.144199999999998</c:v>
                </c:pt>
                <c:pt idx="2259">
                  <c:v>53.167999999999999</c:v>
                </c:pt>
                <c:pt idx="2260">
                  <c:v>53.192300000000003</c:v>
                </c:pt>
                <c:pt idx="2261">
                  <c:v>53.213099999999997</c:v>
                </c:pt>
                <c:pt idx="2262">
                  <c:v>53.235500000000002</c:v>
                </c:pt>
                <c:pt idx="2263">
                  <c:v>53.259799999999998</c:v>
                </c:pt>
                <c:pt idx="2264">
                  <c:v>53.280200000000001</c:v>
                </c:pt>
                <c:pt idx="2265">
                  <c:v>53.306899999999999</c:v>
                </c:pt>
                <c:pt idx="2266">
                  <c:v>53.332799999999999</c:v>
                </c:pt>
                <c:pt idx="2267">
                  <c:v>53.352899999999998</c:v>
                </c:pt>
                <c:pt idx="2268">
                  <c:v>53.372999999999998</c:v>
                </c:pt>
                <c:pt idx="2269">
                  <c:v>53.394599999999997</c:v>
                </c:pt>
                <c:pt idx="2270">
                  <c:v>53.417400000000001</c:v>
                </c:pt>
                <c:pt idx="2271">
                  <c:v>53.445799999999998</c:v>
                </c:pt>
                <c:pt idx="2272">
                  <c:v>53.466200000000001</c:v>
                </c:pt>
                <c:pt idx="2273">
                  <c:v>53.492800000000003</c:v>
                </c:pt>
                <c:pt idx="2274">
                  <c:v>53.517899999999997</c:v>
                </c:pt>
                <c:pt idx="2275">
                  <c:v>53.5456</c:v>
                </c:pt>
                <c:pt idx="2276">
                  <c:v>53.571100000000001</c:v>
                </c:pt>
                <c:pt idx="2277">
                  <c:v>53.597200000000001</c:v>
                </c:pt>
                <c:pt idx="2278">
                  <c:v>53.625999999999998</c:v>
                </c:pt>
                <c:pt idx="2279">
                  <c:v>53.647300000000001</c:v>
                </c:pt>
                <c:pt idx="2280">
                  <c:v>53.672199999999997</c:v>
                </c:pt>
                <c:pt idx="2281">
                  <c:v>53.694299999999998</c:v>
                </c:pt>
                <c:pt idx="2282">
                  <c:v>53.723599999999998</c:v>
                </c:pt>
                <c:pt idx="2283">
                  <c:v>53.7453</c:v>
                </c:pt>
                <c:pt idx="2284">
                  <c:v>53.770800000000001</c:v>
                </c:pt>
                <c:pt idx="2285">
                  <c:v>53.7958</c:v>
                </c:pt>
                <c:pt idx="2286">
                  <c:v>53.816000000000003</c:v>
                </c:pt>
                <c:pt idx="2287">
                  <c:v>53.838500000000003</c:v>
                </c:pt>
                <c:pt idx="2288">
                  <c:v>53.860500000000002</c:v>
                </c:pt>
                <c:pt idx="2289">
                  <c:v>53.881</c:v>
                </c:pt>
                <c:pt idx="2290">
                  <c:v>53.901499999999999</c:v>
                </c:pt>
                <c:pt idx="2291">
                  <c:v>53.924300000000002</c:v>
                </c:pt>
                <c:pt idx="2292">
                  <c:v>53.947899999999997</c:v>
                </c:pt>
                <c:pt idx="2293">
                  <c:v>53.969900000000003</c:v>
                </c:pt>
                <c:pt idx="2294">
                  <c:v>53.993099999999998</c:v>
                </c:pt>
                <c:pt idx="2295">
                  <c:v>54.014299999999999</c:v>
                </c:pt>
                <c:pt idx="2296">
                  <c:v>54.0381</c:v>
                </c:pt>
                <c:pt idx="2297">
                  <c:v>54.065100000000001</c:v>
                </c:pt>
                <c:pt idx="2298">
                  <c:v>54.087200000000003</c:v>
                </c:pt>
                <c:pt idx="2299">
                  <c:v>54.110799999999998</c:v>
                </c:pt>
                <c:pt idx="2300">
                  <c:v>54.132300000000001</c:v>
                </c:pt>
                <c:pt idx="2301">
                  <c:v>54.154600000000002</c:v>
                </c:pt>
                <c:pt idx="2302">
                  <c:v>54.176099999999998</c:v>
                </c:pt>
                <c:pt idx="2303">
                  <c:v>54.197200000000002</c:v>
                </c:pt>
                <c:pt idx="2304">
                  <c:v>54.222700000000003</c:v>
                </c:pt>
                <c:pt idx="2305">
                  <c:v>54.248699999999999</c:v>
                </c:pt>
                <c:pt idx="2306">
                  <c:v>54.2789</c:v>
                </c:pt>
                <c:pt idx="2307">
                  <c:v>54.307099999999998</c:v>
                </c:pt>
                <c:pt idx="2308">
                  <c:v>54.327199999999998</c:v>
                </c:pt>
                <c:pt idx="2309">
                  <c:v>54.351900000000001</c:v>
                </c:pt>
                <c:pt idx="2310">
                  <c:v>54.397500000000001</c:v>
                </c:pt>
                <c:pt idx="2311">
                  <c:v>54.419400000000003</c:v>
                </c:pt>
                <c:pt idx="2312">
                  <c:v>54.448</c:v>
                </c:pt>
                <c:pt idx="2313">
                  <c:v>54.470199999999998</c:v>
                </c:pt>
                <c:pt idx="2314">
                  <c:v>54.491399999999999</c:v>
                </c:pt>
                <c:pt idx="2315">
                  <c:v>54.5169</c:v>
                </c:pt>
                <c:pt idx="2316">
                  <c:v>54.537100000000002</c:v>
                </c:pt>
                <c:pt idx="2317">
                  <c:v>54.561999999999998</c:v>
                </c:pt>
                <c:pt idx="2318">
                  <c:v>54.584899999999998</c:v>
                </c:pt>
                <c:pt idx="2319">
                  <c:v>54.613500000000002</c:v>
                </c:pt>
                <c:pt idx="2320">
                  <c:v>54.636099999999999</c:v>
                </c:pt>
                <c:pt idx="2321">
                  <c:v>54.663200000000003</c:v>
                </c:pt>
                <c:pt idx="2322">
                  <c:v>54.686300000000003</c:v>
                </c:pt>
                <c:pt idx="2323">
                  <c:v>54.710599999999999</c:v>
                </c:pt>
                <c:pt idx="2324">
                  <c:v>54.733499999999999</c:v>
                </c:pt>
                <c:pt idx="2325">
                  <c:v>54.753999999999998</c:v>
                </c:pt>
                <c:pt idx="2326">
                  <c:v>54.782299999999999</c:v>
                </c:pt>
                <c:pt idx="2327">
                  <c:v>54.808799999999998</c:v>
                </c:pt>
                <c:pt idx="2328">
                  <c:v>54.836199999999998</c:v>
                </c:pt>
                <c:pt idx="2329">
                  <c:v>54.857399999999998</c:v>
                </c:pt>
                <c:pt idx="2330">
                  <c:v>54.879899999999999</c:v>
                </c:pt>
                <c:pt idx="2331">
                  <c:v>54.903399999999998</c:v>
                </c:pt>
                <c:pt idx="2332">
                  <c:v>54.924599999999998</c:v>
                </c:pt>
                <c:pt idx="2333">
                  <c:v>54.950600000000001</c:v>
                </c:pt>
                <c:pt idx="2334">
                  <c:v>54.972700000000003</c:v>
                </c:pt>
                <c:pt idx="2335">
                  <c:v>54.9968</c:v>
                </c:pt>
                <c:pt idx="2336">
                  <c:v>55.017000000000003</c:v>
                </c:pt>
                <c:pt idx="2337">
                  <c:v>55.039000000000001</c:v>
                </c:pt>
                <c:pt idx="2338">
                  <c:v>55.061500000000002</c:v>
                </c:pt>
                <c:pt idx="2339">
                  <c:v>55.083799999999997</c:v>
                </c:pt>
                <c:pt idx="2340">
                  <c:v>55.112000000000002</c:v>
                </c:pt>
                <c:pt idx="2341">
                  <c:v>55.134500000000003</c:v>
                </c:pt>
                <c:pt idx="2342">
                  <c:v>55.156599999999997</c:v>
                </c:pt>
                <c:pt idx="2343">
                  <c:v>55.179299999999998</c:v>
                </c:pt>
                <c:pt idx="2344">
                  <c:v>55.2027</c:v>
                </c:pt>
                <c:pt idx="2345">
                  <c:v>55.229500000000002</c:v>
                </c:pt>
                <c:pt idx="2346">
                  <c:v>55.252299999999998</c:v>
                </c:pt>
                <c:pt idx="2347">
                  <c:v>55.2776</c:v>
                </c:pt>
                <c:pt idx="2348">
                  <c:v>55.299500000000002</c:v>
                </c:pt>
                <c:pt idx="2349">
                  <c:v>55.321800000000003</c:v>
                </c:pt>
                <c:pt idx="2350">
                  <c:v>55.343499999999999</c:v>
                </c:pt>
                <c:pt idx="2351">
                  <c:v>55.366300000000003</c:v>
                </c:pt>
                <c:pt idx="2352">
                  <c:v>55.391800000000003</c:v>
                </c:pt>
                <c:pt idx="2353">
                  <c:v>55.4163</c:v>
                </c:pt>
                <c:pt idx="2354">
                  <c:v>55.4437</c:v>
                </c:pt>
                <c:pt idx="2355">
                  <c:v>55.472299999999997</c:v>
                </c:pt>
                <c:pt idx="2356">
                  <c:v>55.493400000000001</c:v>
                </c:pt>
                <c:pt idx="2357">
                  <c:v>55.5154</c:v>
                </c:pt>
                <c:pt idx="2358">
                  <c:v>55.539299999999997</c:v>
                </c:pt>
                <c:pt idx="2359">
                  <c:v>55.565100000000001</c:v>
                </c:pt>
                <c:pt idx="2360">
                  <c:v>55.593400000000003</c:v>
                </c:pt>
                <c:pt idx="2361">
                  <c:v>55.616</c:v>
                </c:pt>
                <c:pt idx="2362">
                  <c:v>55.6404</c:v>
                </c:pt>
                <c:pt idx="2363">
                  <c:v>55.660600000000002</c:v>
                </c:pt>
                <c:pt idx="2364">
                  <c:v>55.682699999999997</c:v>
                </c:pt>
                <c:pt idx="2365">
                  <c:v>55.706600000000002</c:v>
                </c:pt>
                <c:pt idx="2366">
                  <c:v>55.732100000000003</c:v>
                </c:pt>
                <c:pt idx="2367">
                  <c:v>55.752899999999997</c:v>
                </c:pt>
                <c:pt idx="2368">
                  <c:v>55.7729</c:v>
                </c:pt>
                <c:pt idx="2369">
                  <c:v>55.795499999999997</c:v>
                </c:pt>
                <c:pt idx="2370">
                  <c:v>55.822299999999998</c:v>
                </c:pt>
                <c:pt idx="2371">
                  <c:v>55.842399999999998</c:v>
                </c:pt>
                <c:pt idx="2372">
                  <c:v>55.863999999999997</c:v>
                </c:pt>
                <c:pt idx="2373">
                  <c:v>55.885300000000001</c:v>
                </c:pt>
                <c:pt idx="2374">
                  <c:v>55.9056</c:v>
                </c:pt>
                <c:pt idx="2375">
                  <c:v>55.932099999999998</c:v>
                </c:pt>
                <c:pt idx="2376">
                  <c:v>55.955100000000002</c:v>
                </c:pt>
                <c:pt idx="2377">
                  <c:v>55.982799999999997</c:v>
                </c:pt>
                <c:pt idx="2378">
                  <c:v>56.0092</c:v>
                </c:pt>
                <c:pt idx="2379">
                  <c:v>56.035499999999999</c:v>
                </c:pt>
                <c:pt idx="2380">
                  <c:v>56.062399999999997</c:v>
                </c:pt>
                <c:pt idx="2381">
                  <c:v>56.083199999999998</c:v>
                </c:pt>
                <c:pt idx="2382">
                  <c:v>56.111199999999997</c:v>
                </c:pt>
                <c:pt idx="2383">
                  <c:v>56.131599999999999</c:v>
                </c:pt>
                <c:pt idx="2384">
                  <c:v>56.155200000000001</c:v>
                </c:pt>
                <c:pt idx="2385">
                  <c:v>56.178400000000003</c:v>
                </c:pt>
                <c:pt idx="2386">
                  <c:v>56.200400000000002</c:v>
                </c:pt>
                <c:pt idx="2387">
                  <c:v>56.222000000000001</c:v>
                </c:pt>
                <c:pt idx="2388">
                  <c:v>56.247700000000002</c:v>
                </c:pt>
                <c:pt idx="2389">
                  <c:v>56.268099999999997</c:v>
                </c:pt>
                <c:pt idx="2390">
                  <c:v>56.291800000000002</c:v>
                </c:pt>
                <c:pt idx="2391">
                  <c:v>56.311799999999998</c:v>
                </c:pt>
                <c:pt idx="2392">
                  <c:v>56.338799999999999</c:v>
                </c:pt>
                <c:pt idx="2393">
                  <c:v>56.359400000000001</c:v>
                </c:pt>
                <c:pt idx="2394">
                  <c:v>56.382100000000001</c:v>
                </c:pt>
                <c:pt idx="2395">
                  <c:v>56.407499999999999</c:v>
                </c:pt>
                <c:pt idx="2396">
                  <c:v>56.433100000000003</c:v>
                </c:pt>
                <c:pt idx="2397">
                  <c:v>56.453800000000001</c:v>
                </c:pt>
                <c:pt idx="2398">
                  <c:v>56.480699999999999</c:v>
                </c:pt>
                <c:pt idx="2399">
                  <c:v>56.504600000000003</c:v>
                </c:pt>
                <c:pt idx="2400">
                  <c:v>56.5261</c:v>
                </c:pt>
                <c:pt idx="2401">
                  <c:v>56.549399999999999</c:v>
                </c:pt>
                <c:pt idx="2402">
                  <c:v>56.574800000000003</c:v>
                </c:pt>
                <c:pt idx="2403">
                  <c:v>56.596299999999999</c:v>
                </c:pt>
                <c:pt idx="2404">
                  <c:v>56.623100000000001</c:v>
                </c:pt>
                <c:pt idx="2405">
                  <c:v>56.6496</c:v>
                </c:pt>
                <c:pt idx="2406">
                  <c:v>56.669699999999999</c:v>
                </c:pt>
                <c:pt idx="2407">
                  <c:v>56.696199999999997</c:v>
                </c:pt>
                <c:pt idx="2408">
                  <c:v>56.723700000000001</c:v>
                </c:pt>
                <c:pt idx="2409">
                  <c:v>56.744</c:v>
                </c:pt>
                <c:pt idx="2410">
                  <c:v>56.770899999999997</c:v>
                </c:pt>
                <c:pt idx="2411">
                  <c:v>56.796599999999998</c:v>
                </c:pt>
                <c:pt idx="2412">
                  <c:v>56.819299999999998</c:v>
                </c:pt>
                <c:pt idx="2413">
                  <c:v>56.839500000000001</c:v>
                </c:pt>
                <c:pt idx="2414">
                  <c:v>56.861699999999999</c:v>
                </c:pt>
                <c:pt idx="2415">
                  <c:v>56.887900000000002</c:v>
                </c:pt>
                <c:pt idx="2416">
                  <c:v>56.911299999999997</c:v>
                </c:pt>
                <c:pt idx="2417">
                  <c:v>56.937399999999997</c:v>
                </c:pt>
                <c:pt idx="2418">
                  <c:v>56.958300000000001</c:v>
                </c:pt>
                <c:pt idx="2419">
                  <c:v>56.978900000000003</c:v>
                </c:pt>
                <c:pt idx="2420">
                  <c:v>57.000900000000001</c:v>
                </c:pt>
                <c:pt idx="2421">
                  <c:v>57.0212</c:v>
                </c:pt>
                <c:pt idx="2422">
                  <c:v>57.048200000000001</c:v>
                </c:pt>
                <c:pt idx="2423">
                  <c:v>57.074399999999997</c:v>
                </c:pt>
                <c:pt idx="2424">
                  <c:v>57.097799999999999</c:v>
                </c:pt>
                <c:pt idx="2425">
                  <c:v>57.126100000000001</c:v>
                </c:pt>
                <c:pt idx="2426">
                  <c:v>57.147199999999998</c:v>
                </c:pt>
                <c:pt idx="2427">
                  <c:v>57.1706</c:v>
                </c:pt>
                <c:pt idx="2428">
                  <c:v>57.197000000000003</c:v>
                </c:pt>
                <c:pt idx="2429">
                  <c:v>57.223199999999999</c:v>
                </c:pt>
                <c:pt idx="2430">
                  <c:v>57.249099999999999</c:v>
                </c:pt>
                <c:pt idx="2431">
                  <c:v>57.2744</c:v>
                </c:pt>
                <c:pt idx="2432">
                  <c:v>57.2958</c:v>
                </c:pt>
                <c:pt idx="2433">
                  <c:v>57.322200000000002</c:v>
                </c:pt>
                <c:pt idx="2434">
                  <c:v>57.342500000000001</c:v>
                </c:pt>
                <c:pt idx="2435">
                  <c:v>57.363100000000003</c:v>
                </c:pt>
                <c:pt idx="2436">
                  <c:v>57.383699999999997</c:v>
                </c:pt>
                <c:pt idx="2437">
                  <c:v>57.411099999999998</c:v>
                </c:pt>
                <c:pt idx="2438">
                  <c:v>57.435899999999997</c:v>
                </c:pt>
                <c:pt idx="2439">
                  <c:v>57.4572</c:v>
                </c:pt>
                <c:pt idx="2440">
                  <c:v>57.480699999999999</c:v>
                </c:pt>
                <c:pt idx="2441">
                  <c:v>57.5105</c:v>
                </c:pt>
                <c:pt idx="2442">
                  <c:v>57.533700000000003</c:v>
                </c:pt>
                <c:pt idx="2443">
                  <c:v>57.5548</c:v>
                </c:pt>
                <c:pt idx="2444">
                  <c:v>57.582299999999996</c:v>
                </c:pt>
                <c:pt idx="2445">
                  <c:v>57.602699999999999</c:v>
                </c:pt>
                <c:pt idx="2446">
                  <c:v>57.628900000000002</c:v>
                </c:pt>
                <c:pt idx="2447">
                  <c:v>57.655200000000001</c:v>
                </c:pt>
                <c:pt idx="2448">
                  <c:v>57.677799999999998</c:v>
                </c:pt>
                <c:pt idx="2449">
                  <c:v>57.701099999999997</c:v>
                </c:pt>
                <c:pt idx="2450">
                  <c:v>57.723999999999997</c:v>
                </c:pt>
                <c:pt idx="2451">
                  <c:v>57.746699999999997</c:v>
                </c:pt>
                <c:pt idx="2452">
                  <c:v>57.769199999999998</c:v>
                </c:pt>
                <c:pt idx="2453">
                  <c:v>57.791600000000003</c:v>
                </c:pt>
                <c:pt idx="2454">
                  <c:v>57.815300000000001</c:v>
                </c:pt>
                <c:pt idx="2455">
                  <c:v>57.838000000000001</c:v>
                </c:pt>
                <c:pt idx="2456">
                  <c:v>57.86</c:v>
                </c:pt>
                <c:pt idx="2457">
                  <c:v>57.884799999999998</c:v>
                </c:pt>
                <c:pt idx="2458">
                  <c:v>57.909799999999997</c:v>
                </c:pt>
                <c:pt idx="2459">
                  <c:v>57.9315</c:v>
                </c:pt>
                <c:pt idx="2460">
                  <c:v>57.9587</c:v>
                </c:pt>
                <c:pt idx="2461">
                  <c:v>57.980800000000002</c:v>
                </c:pt>
                <c:pt idx="2462">
                  <c:v>58.004199999999997</c:v>
                </c:pt>
                <c:pt idx="2463">
                  <c:v>58.027200000000001</c:v>
                </c:pt>
                <c:pt idx="2464">
                  <c:v>58.047499999999999</c:v>
                </c:pt>
                <c:pt idx="2465">
                  <c:v>58.068800000000003</c:v>
                </c:pt>
                <c:pt idx="2466">
                  <c:v>58.089100000000002</c:v>
                </c:pt>
                <c:pt idx="2467">
                  <c:v>58.116700000000002</c:v>
                </c:pt>
                <c:pt idx="2468">
                  <c:v>58.1387</c:v>
                </c:pt>
                <c:pt idx="2469">
                  <c:v>58.159500000000001</c:v>
                </c:pt>
                <c:pt idx="2470">
                  <c:v>58.180599999999998</c:v>
                </c:pt>
                <c:pt idx="2471">
                  <c:v>58.2027</c:v>
                </c:pt>
                <c:pt idx="2472">
                  <c:v>58.226500000000001</c:v>
                </c:pt>
                <c:pt idx="2473">
                  <c:v>58.2498</c:v>
                </c:pt>
                <c:pt idx="2474">
                  <c:v>58.272500000000001</c:v>
                </c:pt>
                <c:pt idx="2475">
                  <c:v>58.294600000000003</c:v>
                </c:pt>
                <c:pt idx="2476">
                  <c:v>58.323399999999999</c:v>
                </c:pt>
                <c:pt idx="2477">
                  <c:v>58.345100000000002</c:v>
                </c:pt>
                <c:pt idx="2478">
                  <c:v>58.372900000000001</c:v>
                </c:pt>
                <c:pt idx="2479">
                  <c:v>58.3992</c:v>
                </c:pt>
                <c:pt idx="2480">
                  <c:v>58.421599999999998</c:v>
                </c:pt>
                <c:pt idx="2481">
                  <c:v>58.444099999999999</c:v>
                </c:pt>
                <c:pt idx="2482">
                  <c:v>58.474299999999999</c:v>
                </c:pt>
                <c:pt idx="2483">
                  <c:v>58.499600000000001</c:v>
                </c:pt>
                <c:pt idx="2484">
                  <c:v>58.522799999999997</c:v>
                </c:pt>
                <c:pt idx="2485">
                  <c:v>58.546100000000003</c:v>
                </c:pt>
                <c:pt idx="2486">
                  <c:v>58.570900000000002</c:v>
                </c:pt>
                <c:pt idx="2487">
                  <c:v>58.596200000000003</c:v>
                </c:pt>
                <c:pt idx="2488">
                  <c:v>58.624400000000001</c:v>
                </c:pt>
                <c:pt idx="2489">
                  <c:v>58.651600000000002</c:v>
                </c:pt>
                <c:pt idx="2490">
                  <c:v>58.680700000000002</c:v>
                </c:pt>
                <c:pt idx="2491">
                  <c:v>58.702100000000002</c:v>
                </c:pt>
                <c:pt idx="2492">
                  <c:v>58.729100000000003</c:v>
                </c:pt>
                <c:pt idx="2493">
                  <c:v>58.7502</c:v>
                </c:pt>
                <c:pt idx="2494">
                  <c:v>58.772300000000001</c:v>
                </c:pt>
                <c:pt idx="2495">
                  <c:v>58.7941</c:v>
                </c:pt>
                <c:pt idx="2496">
                  <c:v>58.816499999999998</c:v>
                </c:pt>
                <c:pt idx="2497">
                  <c:v>58.8431</c:v>
                </c:pt>
                <c:pt idx="2498">
                  <c:v>58.867600000000003</c:v>
                </c:pt>
                <c:pt idx="2499">
                  <c:v>58.892499999999998</c:v>
                </c:pt>
                <c:pt idx="2500">
                  <c:v>58.913499999999999</c:v>
                </c:pt>
                <c:pt idx="2501">
                  <c:v>58.935600000000001</c:v>
                </c:pt>
                <c:pt idx="2502">
                  <c:v>58.957000000000001</c:v>
                </c:pt>
                <c:pt idx="2503">
                  <c:v>58.978299999999997</c:v>
                </c:pt>
                <c:pt idx="2504">
                  <c:v>59.000900000000001</c:v>
                </c:pt>
                <c:pt idx="2505">
                  <c:v>59.021000000000001</c:v>
                </c:pt>
                <c:pt idx="2506">
                  <c:v>59.045400000000001</c:v>
                </c:pt>
                <c:pt idx="2507">
                  <c:v>59.071800000000003</c:v>
                </c:pt>
                <c:pt idx="2508">
                  <c:v>59.098100000000002</c:v>
                </c:pt>
                <c:pt idx="2509">
                  <c:v>59.128500000000003</c:v>
                </c:pt>
                <c:pt idx="2510">
                  <c:v>59.154499999999999</c:v>
                </c:pt>
                <c:pt idx="2511">
                  <c:v>59.175600000000003</c:v>
                </c:pt>
                <c:pt idx="2512">
                  <c:v>59.196199999999997</c:v>
                </c:pt>
                <c:pt idx="2513">
                  <c:v>59.218200000000003</c:v>
                </c:pt>
                <c:pt idx="2514">
                  <c:v>59.240600000000001</c:v>
                </c:pt>
                <c:pt idx="2515">
                  <c:v>59.260599999999997</c:v>
                </c:pt>
                <c:pt idx="2516">
                  <c:v>59.283299999999997</c:v>
                </c:pt>
                <c:pt idx="2517">
                  <c:v>59.3035</c:v>
                </c:pt>
                <c:pt idx="2518">
                  <c:v>59.330199999999998</c:v>
                </c:pt>
                <c:pt idx="2519">
                  <c:v>59.351900000000001</c:v>
                </c:pt>
                <c:pt idx="2520">
                  <c:v>59.372999999999998</c:v>
                </c:pt>
                <c:pt idx="2521">
                  <c:v>59.397100000000002</c:v>
                </c:pt>
                <c:pt idx="2522">
                  <c:v>59.425699999999999</c:v>
                </c:pt>
                <c:pt idx="2523">
                  <c:v>59.451000000000001</c:v>
                </c:pt>
                <c:pt idx="2524">
                  <c:v>59.475099999999998</c:v>
                </c:pt>
                <c:pt idx="2525">
                  <c:v>59.502800000000001</c:v>
                </c:pt>
                <c:pt idx="2526">
                  <c:v>59.531399999999998</c:v>
                </c:pt>
                <c:pt idx="2527">
                  <c:v>59.555599999999998</c:v>
                </c:pt>
                <c:pt idx="2528">
                  <c:v>59.581800000000001</c:v>
                </c:pt>
                <c:pt idx="2529">
                  <c:v>59.607799999999997</c:v>
                </c:pt>
                <c:pt idx="2530">
                  <c:v>59.632100000000001</c:v>
                </c:pt>
                <c:pt idx="2531">
                  <c:v>59.655299999999997</c:v>
                </c:pt>
                <c:pt idx="2532">
                  <c:v>59.675400000000003</c:v>
                </c:pt>
                <c:pt idx="2533">
                  <c:v>59.697099999999999</c:v>
                </c:pt>
                <c:pt idx="2534">
                  <c:v>59.720599999999997</c:v>
                </c:pt>
                <c:pt idx="2535">
                  <c:v>59.741500000000002</c:v>
                </c:pt>
                <c:pt idx="2536">
                  <c:v>59.7669</c:v>
                </c:pt>
                <c:pt idx="2537">
                  <c:v>59.793599999999998</c:v>
                </c:pt>
                <c:pt idx="2538">
                  <c:v>59.819800000000001</c:v>
                </c:pt>
                <c:pt idx="2539">
                  <c:v>59.845199999999998</c:v>
                </c:pt>
                <c:pt idx="2540">
                  <c:v>59.8705</c:v>
                </c:pt>
                <c:pt idx="2541">
                  <c:v>59.895800000000001</c:v>
                </c:pt>
                <c:pt idx="2542">
                  <c:v>59.917400000000001</c:v>
                </c:pt>
                <c:pt idx="2543">
                  <c:v>59.937399999999997</c:v>
                </c:pt>
                <c:pt idx="2544">
                  <c:v>59.961199999999998</c:v>
                </c:pt>
                <c:pt idx="2545">
                  <c:v>59.981699999999996</c:v>
                </c:pt>
                <c:pt idx="2546">
                  <c:v>61.074100000000001</c:v>
                </c:pt>
                <c:pt idx="2547">
                  <c:v>61.098300000000002</c:v>
                </c:pt>
                <c:pt idx="2548">
                  <c:v>61.124600000000001</c:v>
                </c:pt>
                <c:pt idx="2549">
                  <c:v>61.1496</c:v>
                </c:pt>
              </c:numCache>
            </c:numRef>
          </c:cat>
          <c:val>
            <c:numRef>
              <c:f>Sheet1!$C$2:$C$2551</c:f>
              <c:numCache>
                <c:formatCode>General</c:formatCode>
                <c:ptCount val="2550"/>
                <c:pt idx="1">
                  <c:v>3.3279999999999998</c:v>
                </c:pt>
                <c:pt idx="2">
                  <c:v>3.3279999999999998</c:v>
                </c:pt>
                <c:pt idx="3">
                  <c:v>3.3279999999999998</c:v>
                </c:pt>
                <c:pt idx="4">
                  <c:v>3.4119999999999999</c:v>
                </c:pt>
                <c:pt idx="5">
                  <c:v>3.4119999999999999</c:v>
                </c:pt>
                <c:pt idx="6">
                  <c:v>3.4119999999999999</c:v>
                </c:pt>
                <c:pt idx="7">
                  <c:v>3.4119999999999999</c:v>
                </c:pt>
                <c:pt idx="8">
                  <c:v>3.4119999999999999</c:v>
                </c:pt>
                <c:pt idx="9">
                  <c:v>3.4119999999999999</c:v>
                </c:pt>
                <c:pt idx="10">
                  <c:v>3.4119999999999999</c:v>
                </c:pt>
                <c:pt idx="11">
                  <c:v>3.4119999999999999</c:v>
                </c:pt>
                <c:pt idx="12">
                  <c:v>3.4119999999999999</c:v>
                </c:pt>
                <c:pt idx="13">
                  <c:v>3.4119999999999999</c:v>
                </c:pt>
                <c:pt idx="14">
                  <c:v>3.4119999999999999</c:v>
                </c:pt>
                <c:pt idx="15">
                  <c:v>3.496</c:v>
                </c:pt>
                <c:pt idx="16">
                  <c:v>3.496</c:v>
                </c:pt>
                <c:pt idx="17">
                  <c:v>3.496</c:v>
                </c:pt>
                <c:pt idx="18">
                  <c:v>3.4119999999999999</c:v>
                </c:pt>
                <c:pt idx="19">
                  <c:v>3.4119999999999999</c:v>
                </c:pt>
                <c:pt idx="20">
                  <c:v>3.4119999999999999</c:v>
                </c:pt>
                <c:pt idx="21">
                  <c:v>3.4119999999999999</c:v>
                </c:pt>
                <c:pt idx="22">
                  <c:v>3.4119999999999999</c:v>
                </c:pt>
                <c:pt idx="23">
                  <c:v>3.6640000000000001</c:v>
                </c:pt>
                <c:pt idx="24">
                  <c:v>3.6640000000000001</c:v>
                </c:pt>
                <c:pt idx="25">
                  <c:v>3.4119999999999999</c:v>
                </c:pt>
                <c:pt idx="26">
                  <c:v>3.4119999999999999</c:v>
                </c:pt>
                <c:pt idx="27">
                  <c:v>3.4119999999999999</c:v>
                </c:pt>
                <c:pt idx="28">
                  <c:v>3.2440000000000002</c:v>
                </c:pt>
                <c:pt idx="29">
                  <c:v>3.2440000000000002</c:v>
                </c:pt>
                <c:pt idx="30">
                  <c:v>3.3279999999999998</c:v>
                </c:pt>
                <c:pt idx="31">
                  <c:v>3.3279999999999998</c:v>
                </c:pt>
                <c:pt idx="32">
                  <c:v>3.3279999999999998</c:v>
                </c:pt>
                <c:pt idx="33">
                  <c:v>3.2440000000000002</c:v>
                </c:pt>
                <c:pt idx="34">
                  <c:v>3.2440000000000002</c:v>
                </c:pt>
                <c:pt idx="35">
                  <c:v>3.2440000000000002</c:v>
                </c:pt>
                <c:pt idx="36">
                  <c:v>2.992</c:v>
                </c:pt>
                <c:pt idx="37">
                  <c:v>2.992</c:v>
                </c:pt>
                <c:pt idx="38">
                  <c:v>3.0760000000000001</c:v>
                </c:pt>
                <c:pt idx="39">
                  <c:v>3.0760000000000001</c:v>
                </c:pt>
                <c:pt idx="40">
                  <c:v>3.2440000000000002</c:v>
                </c:pt>
                <c:pt idx="41">
                  <c:v>3.2440000000000002</c:v>
                </c:pt>
                <c:pt idx="42">
                  <c:v>3.2440000000000002</c:v>
                </c:pt>
                <c:pt idx="43">
                  <c:v>3.0760000000000001</c:v>
                </c:pt>
                <c:pt idx="44">
                  <c:v>3.0760000000000001</c:v>
                </c:pt>
                <c:pt idx="45">
                  <c:v>2.8239999999999998</c:v>
                </c:pt>
                <c:pt idx="46">
                  <c:v>2.8239999999999998</c:v>
                </c:pt>
                <c:pt idx="47">
                  <c:v>2.8239999999999998</c:v>
                </c:pt>
                <c:pt idx="48">
                  <c:v>3.0760000000000001</c:v>
                </c:pt>
                <c:pt idx="49">
                  <c:v>3.0760000000000001</c:v>
                </c:pt>
                <c:pt idx="50">
                  <c:v>2.8239999999999998</c:v>
                </c:pt>
                <c:pt idx="51">
                  <c:v>2.8239999999999998</c:v>
                </c:pt>
                <c:pt idx="52">
                  <c:v>2.8239999999999998</c:v>
                </c:pt>
                <c:pt idx="53">
                  <c:v>2.74</c:v>
                </c:pt>
                <c:pt idx="54">
                  <c:v>2.74</c:v>
                </c:pt>
                <c:pt idx="55">
                  <c:v>2.5720000000000001</c:v>
                </c:pt>
                <c:pt idx="56">
                  <c:v>2.5720000000000001</c:v>
                </c:pt>
                <c:pt idx="57">
                  <c:v>2.5720000000000001</c:v>
                </c:pt>
                <c:pt idx="58">
                  <c:v>2.5720000000000001</c:v>
                </c:pt>
                <c:pt idx="59">
                  <c:v>2.5720000000000001</c:v>
                </c:pt>
                <c:pt idx="60">
                  <c:v>2.488</c:v>
                </c:pt>
                <c:pt idx="61">
                  <c:v>2.488</c:v>
                </c:pt>
                <c:pt idx="62">
                  <c:v>2.488</c:v>
                </c:pt>
                <c:pt idx="63">
                  <c:v>2.4039999999999999</c:v>
                </c:pt>
                <c:pt idx="64">
                  <c:v>2.4039999999999999</c:v>
                </c:pt>
                <c:pt idx="65">
                  <c:v>2.488</c:v>
                </c:pt>
                <c:pt idx="66">
                  <c:v>2.488</c:v>
                </c:pt>
                <c:pt idx="67">
                  <c:v>2.488</c:v>
                </c:pt>
                <c:pt idx="68">
                  <c:v>2.5720000000000001</c:v>
                </c:pt>
                <c:pt idx="69">
                  <c:v>2.5720000000000001</c:v>
                </c:pt>
                <c:pt idx="70">
                  <c:v>2.3199999999999998</c:v>
                </c:pt>
                <c:pt idx="71">
                  <c:v>2.3199999999999998</c:v>
                </c:pt>
                <c:pt idx="72">
                  <c:v>2.3199999999999998</c:v>
                </c:pt>
                <c:pt idx="73">
                  <c:v>2.5720000000000001</c:v>
                </c:pt>
                <c:pt idx="74">
                  <c:v>2.5720000000000001</c:v>
                </c:pt>
                <c:pt idx="75">
                  <c:v>2.488</c:v>
                </c:pt>
                <c:pt idx="76">
                  <c:v>2.488</c:v>
                </c:pt>
                <c:pt idx="77">
                  <c:v>2.488</c:v>
                </c:pt>
                <c:pt idx="78">
                  <c:v>2.488</c:v>
                </c:pt>
                <c:pt idx="79">
                  <c:v>2.488</c:v>
                </c:pt>
                <c:pt idx="80">
                  <c:v>2.2360000000000002</c:v>
                </c:pt>
                <c:pt idx="81">
                  <c:v>2.2360000000000002</c:v>
                </c:pt>
                <c:pt idx="82">
                  <c:v>2.0680000000000001</c:v>
                </c:pt>
                <c:pt idx="83">
                  <c:v>2.4039999999999999</c:v>
                </c:pt>
                <c:pt idx="84">
                  <c:v>2.4039999999999999</c:v>
                </c:pt>
                <c:pt idx="85">
                  <c:v>2.4039999999999999</c:v>
                </c:pt>
                <c:pt idx="86">
                  <c:v>2.0680000000000001</c:v>
                </c:pt>
                <c:pt idx="87">
                  <c:v>2.0680000000000001</c:v>
                </c:pt>
                <c:pt idx="88">
                  <c:v>2.3199999999999998</c:v>
                </c:pt>
                <c:pt idx="89">
                  <c:v>2.3199999999999998</c:v>
                </c:pt>
                <c:pt idx="90">
                  <c:v>2.3199999999999998</c:v>
                </c:pt>
                <c:pt idx="91">
                  <c:v>2.4039999999999999</c:v>
                </c:pt>
                <c:pt idx="92">
                  <c:v>2.4039999999999999</c:v>
                </c:pt>
                <c:pt idx="93">
                  <c:v>2.1520000000000001</c:v>
                </c:pt>
                <c:pt idx="94">
                  <c:v>2.1520000000000001</c:v>
                </c:pt>
                <c:pt idx="95">
                  <c:v>1.9</c:v>
                </c:pt>
                <c:pt idx="96">
                  <c:v>1.9</c:v>
                </c:pt>
                <c:pt idx="97">
                  <c:v>1.9</c:v>
                </c:pt>
                <c:pt idx="98">
                  <c:v>1.9</c:v>
                </c:pt>
                <c:pt idx="99">
                  <c:v>1.9</c:v>
                </c:pt>
                <c:pt idx="100">
                  <c:v>1.9</c:v>
                </c:pt>
                <c:pt idx="101">
                  <c:v>2.0680000000000001</c:v>
                </c:pt>
                <c:pt idx="102">
                  <c:v>2.0680000000000001</c:v>
                </c:pt>
                <c:pt idx="103">
                  <c:v>1.8160000000000001</c:v>
                </c:pt>
                <c:pt idx="104">
                  <c:v>1.8160000000000001</c:v>
                </c:pt>
                <c:pt idx="105">
                  <c:v>1.732</c:v>
                </c:pt>
                <c:pt idx="106">
                  <c:v>1.732</c:v>
                </c:pt>
                <c:pt idx="107">
                  <c:v>1.732</c:v>
                </c:pt>
                <c:pt idx="108">
                  <c:v>1.48</c:v>
                </c:pt>
                <c:pt idx="109">
                  <c:v>1.48</c:v>
                </c:pt>
                <c:pt idx="110">
                  <c:v>1.8160000000000001</c:v>
                </c:pt>
                <c:pt idx="111">
                  <c:v>1.8160000000000001</c:v>
                </c:pt>
                <c:pt idx="112">
                  <c:v>1.8160000000000001</c:v>
                </c:pt>
                <c:pt idx="113">
                  <c:v>1.3120000000000001</c:v>
                </c:pt>
                <c:pt idx="114">
                  <c:v>1.3120000000000001</c:v>
                </c:pt>
                <c:pt idx="115">
                  <c:v>1.5640000000000001</c:v>
                </c:pt>
                <c:pt idx="116">
                  <c:v>1.5640000000000001</c:v>
                </c:pt>
                <c:pt idx="117">
                  <c:v>1.732</c:v>
                </c:pt>
                <c:pt idx="118">
                  <c:v>1.732</c:v>
                </c:pt>
                <c:pt idx="119">
                  <c:v>1.732</c:v>
                </c:pt>
                <c:pt idx="120">
                  <c:v>1.5640000000000001</c:v>
                </c:pt>
                <c:pt idx="121">
                  <c:v>1.5640000000000001</c:v>
                </c:pt>
                <c:pt idx="122">
                  <c:v>1.48</c:v>
                </c:pt>
                <c:pt idx="123">
                  <c:v>1.48</c:v>
                </c:pt>
                <c:pt idx="124">
                  <c:v>1.48</c:v>
                </c:pt>
                <c:pt idx="125">
                  <c:v>1.3959999999999999</c:v>
                </c:pt>
                <c:pt idx="126">
                  <c:v>1.3959999999999999</c:v>
                </c:pt>
                <c:pt idx="127">
                  <c:v>1.48</c:v>
                </c:pt>
                <c:pt idx="128">
                  <c:v>1.48</c:v>
                </c:pt>
                <c:pt idx="129">
                  <c:v>1.6479999999999999</c:v>
                </c:pt>
                <c:pt idx="130">
                  <c:v>1.6479999999999999</c:v>
                </c:pt>
                <c:pt idx="131">
                  <c:v>1.3120000000000001</c:v>
                </c:pt>
                <c:pt idx="132">
                  <c:v>1.3120000000000001</c:v>
                </c:pt>
                <c:pt idx="133">
                  <c:v>1.3120000000000001</c:v>
                </c:pt>
                <c:pt idx="134">
                  <c:v>1.3959999999999999</c:v>
                </c:pt>
                <c:pt idx="135">
                  <c:v>1.3959999999999999</c:v>
                </c:pt>
                <c:pt idx="136">
                  <c:v>1.1439999999999999</c:v>
                </c:pt>
                <c:pt idx="137">
                  <c:v>1.1439999999999999</c:v>
                </c:pt>
                <c:pt idx="138">
                  <c:v>1.1439999999999999</c:v>
                </c:pt>
                <c:pt idx="139">
                  <c:v>1.06</c:v>
                </c:pt>
                <c:pt idx="140">
                  <c:v>1.06</c:v>
                </c:pt>
                <c:pt idx="141">
                  <c:v>1.06</c:v>
                </c:pt>
                <c:pt idx="142">
                  <c:v>1.06</c:v>
                </c:pt>
                <c:pt idx="143">
                  <c:v>0.97599999999999998</c:v>
                </c:pt>
                <c:pt idx="144">
                  <c:v>0.97599999999999998</c:v>
                </c:pt>
                <c:pt idx="145">
                  <c:v>0.97599999999999998</c:v>
                </c:pt>
                <c:pt idx="146">
                  <c:v>0.97599999999999998</c:v>
                </c:pt>
                <c:pt idx="147">
                  <c:v>0.97599999999999998</c:v>
                </c:pt>
                <c:pt idx="148">
                  <c:v>1.228</c:v>
                </c:pt>
                <c:pt idx="149">
                  <c:v>1.228</c:v>
                </c:pt>
                <c:pt idx="150">
                  <c:v>1.1439999999999999</c:v>
                </c:pt>
                <c:pt idx="151">
                  <c:v>1.1439999999999999</c:v>
                </c:pt>
                <c:pt idx="152">
                  <c:v>1.06</c:v>
                </c:pt>
                <c:pt idx="153">
                  <c:v>1.06</c:v>
                </c:pt>
                <c:pt idx="154">
                  <c:v>1.06</c:v>
                </c:pt>
                <c:pt idx="155">
                  <c:v>1.1439999999999999</c:v>
                </c:pt>
                <c:pt idx="156">
                  <c:v>1.1439999999999999</c:v>
                </c:pt>
                <c:pt idx="157">
                  <c:v>0.89200000000000002</c:v>
                </c:pt>
                <c:pt idx="158">
                  <c:v>0.89200000000000002</c:v>
                </c:pt>
                <c:pt idx="159">
                  <c:v>0.89200000000000002</c:v>
                </c:pt>
                <c:pt idx="160">
                  <c:v>0.80800000000000005</c:v>
                </c:pt>
                <c:pt idx="161">
                  <c:v>0.80800000000000005</c:v>
                </c:pt>
                <c:pt idx="162">
                  <c:v>0.72399999999999998</c:v>
                </c:pt>
                <c:pt idx="163">
                  <c:v>0.72399999999999998</c:v>
                </c:pt>
                <c:pt idx="164">
                  <c:v>1.06</c:v>
                </c:pt>
                <c:pt idx="165">
                  <c:v>1.06</c:v>
                </c:pt>
                <c:pt idx="166">
                  <c:v>1.06</c:v>
                </c:pt>
                <c:pt idx="167">
                  <c:v>0.64</c:v>
                </c:pt>
                <c:pt idx="168">
                  <c:v>0.64</c:v>
                </c:pt>
                <c:pt idx="169">
                  <c:v>0.72399999999999998</c:v>
                </c:pt>
                <c:pt idx="170">
                  <c:v>0.72399999999999998</c:v>
                </c:pt>
                <c:pt idx="171">
                  <c:v>0.97599999999999998</c:v>
                </c:pt>
                <c:pt idx="172">
                  <c:v>0.97599999999999998</c:v>
                </c:pt>
                <c:pt idx="173">
                  <c:v>0.97599999999999998</c:v>
                </c:pt>
                <c:pt idx="174">
                  <c:v>0.55600000000000005</c:v>
                </c:pt>
                <c:pt idx="175">
                  <c:v>0.55600000000000005</c:v>
                </c:pt>
                <c:pt idx="176">
                  <c:v>0.47199999999999998</c:v>
                </c:pt>
                <c:pt idx="177">
                  <c:v>0.47199999999999998</c:v>
                </c:pt>
                <c:pt idx="178">
                  <c:v>0.47199999999999998</c:v>
                </c:pt>
                <c:pt idx="179">
                  <c:v>0.47199999999999998</c:v>
                </c:pt>
                <c:pt idx="180">
                  <c:v>0.72399999999999998</c:v>
                </c:pt>
                <c:pt idx="181">
                  <c:v>0.72399999999999998</c:v>
                </c:pt>
                <c:pt idx="182">
                  <c:v>0.64</c:v>
                </c:pt>
                <c:pt idx="183">
                  <c:v>0.64</c:v>
                </c:pt>
                <c:pt idx="184">
                  <c:v>0.64</c:v>
                </c:pt>
                <c:pt idx="185">
                  <c:v>0.64</c:v>
                </c:pt>
                <c:pt idx="186">
                  <c:v>0.64</c:v>
                </c:pt>
                <c:pt idx="187">
                  <c:v>0.47199999999999998</c:v>
                </c:pt>
                <c:pt idx="188">
                  <c:v>0.47199999999999998</c:v>
                </c:pt>
                <c:pt idx="189">
                  <c:v>0.55600000000000005</c:v>
                </c:pt>
                <c:pt idx="190">
                  <c:v>0.55600000000000005</c:v>
                </c:pt>
                <c:pt idx="191">
                  <c:v>0.64</c:v>
                </c:pt>
                <c:pt idx="192">
                  <c:v>0.64</c:v>
                </c:pt>
                <c:pt idx="193">
                  <c:v>1.06</c:v>
                </c:pt>
                <c:pt idx="194">
                  <c:v>1.06</c:v>
                </c:pt>
                <c:pt idx="195">
                  <c:v>1.06</c:v>
                </c:pt>
                <c:pt idx="196">
                  <c:v>0.80800000000000005</c:v>
                </c:pt>
                <c:pt idx="197">
                  <c:v>0.80800000000000005</c:v>
                </c:pt>
                <c:pt idx="198">
                  <c:v>0.55600000000000005</c:v>
                </c:pt>
                <c:pt idx="199">
                  <c:v>0.55600000000000005</c:v>
                </c:pt>
                <c:pt idx="200">
                  <c:v>0.55600000000000005</c:v>
                </c:pt>
                <c:pt idx="201">
                  <c:v>0.55600000000000005</c:v>
                </c:pt>
                <c:pt idx="202">
                  <c:v>0.55600000000000005</c:v>
                </c:pt>
                <c:pt idx="203">
                  <c:v>0.80800000000000005</c:v>
                </c:pt>
                <c:pt idx="204">
                  <c:v>0.80800000000000005</c:v>
                </c:pt>
                <c:pt idx="205">
                  <c:v>1.06</c:v>
                </c:pt>
                <c:pt idx="206">
                  <c:v>1.06</c:v>
                </c:pt>
                <c:pt idx="207">
                  <c:v>0.97599999999999998</c:v>
                </c:pt>
                <c:pt idx="208">
                  <c:v>0.97599999999999998</c:v>
                </c:pt>
                <c:pt idx="209">
                  <c:v>0.97599999999999998</c:v>
                </c:pt>
                <c:pt idx="210">
                  <c:v>0.80800000000000005</c:v>
                </c:pt>
                <c:pt idx="211">
                  <c:v>0.80800000000000005</c:v>
                </c:pt>
                <c:pt idx="212">
                  <c:v>0.72399999999999998</c:v>
                </c:pt>
                <c:pt idx="213">
                  <c:v>0.72399999999999998</c:v>
                </c:pt>
                <c:pt idx="214">
                  <c:v>0.55600000000000005</c:v>
                </c:pt>
                <c:pt idx="215">
                  <c:v>0.55600000000000005</c:v>
                </c:pt>
                <c:pt idx="216">
                  <c:v>0.55600000000000005</c:v>
                </c:pt>
                <c:pt idx="217">
                  <c:v>0.80800000000000005</c:v>
                </c:pt>
                <c:pt idx="218">
                  <c:v>0.80800000000000005</c:v>
                </c:pt>
                <c:pt idx="219">
                  <c:v>1.06</c:v>
                </c:pt>
                <c:pt idx="220">
                  <c:v>1.06</c:v>
                </c:pt>
                <c:pt idx="221">
                  <c:v>0.72399999999999998</c:v>
                </c:pt>
                <c:pt idx="222">
                  <c:v>0.72399999999999998</c:v>
                </c:pt>
                <c:pt idx="223">
                  <c:v>0.72399999999999998</c:v>
                </c:pt>
                <c:pt idx="224">
                  <c:v>0.72399999999999998</c:v>
                </c:pt>
                <c:pt idx="225">
                  <c:v>0.72399999999999998</c:v>
                </c:pt>
                <c:pt idx="226">
                  <c:v>0.89200000000000002</c:v>
                </c:pt>
                <c:pt idx="227">
                  <c:v>0.89200000000000002</c:v>
                </c:pt>
                <c:pt idx="228">
                  <c:v>0.64</c:v>
                </c:pt>
                <c:pt idx="229">
                  <c:v>0.64</c:v>
                </c:pt>
                <c:pt idx="230">
                  <c:v>1.06</c:v>
                </c:pt>
                <c:pt idx="231">
                  <c:v>1.06</c:v>
                </c:pt>
                <c:pt idx="232">
                  <c:v>1.06</c:v>
                </c:pt>
                <c:pt idx="233">
                  <c:v>0.72399999999999998</c:v>
                </c:pt>
                <c:pt idx="234">
                  <c:v>0.72399999999999998</c:v>
                </c:pt>
                <c:pt idx="235">
                  <c:v>1.06</c:v>
                </c:pt>
                <c:pt idx="236">
                  <c:v>1.06</c:v>
                </c:pt>
                <c:pt idx="237">
                  <c:v>1.06</c:v>
                </c:pt>
                <c:pt idx="238">
                  <c:v>1.06</c:v>
                </c:pt>
                <c:pt idx="239">
                  <c:v>1.06</c:v>
                </c:pt>
                <c:pt idx="240">
                  <c:v>1.1439999999999999</c:v>
                </c:pt>
                <c:pt idx="241">
                  <c:v>1.1439999999999999</c:v>
                </c:pt>
                <c:pt idx="242">
                  <c:v>0.97599999999999998</c:v>
                </c:pt>
                <c:pt idx="243">
                  <c:v>0.97599999999999998</c:v>
                </c:pt>
                <c:pt idx="244">
                  <c:v>0.97599999999999998</c:v>
                </c:pt>
                <c:pt idx="245">
                  <c:v>0.97599999999999998</c:v>
                </c:pt>
                <c:pt idx="246">
                  <c:v>0.97599999999999998</c:v>
                </c:pt>
                <c:pt idx="247">
                  <c:v>0.80800000000000005</c:v>
                </c:pt>
                <c:pt idx="248">
                  <c:v>0.80800000000000005</c:v>
                </c:pt>
                <c:pt idx="249">
                  <c:v>0.89200000000000002</c:v>
                </c:pt>
                <c:pt idx="250">
                  <c:v>0.89200000000000002</c:v>
                </c:pt>
                <c:pt idx="251">
                  <c:v>0.89200000000000002</c:v>
                </c:pt>
                <c:pt idx="252">
                  <c:v>0.89200000000000002</c:v>
                </c:pt>
                <c:pt idx="253">
                  <c:v>0.89200000000000002</c:v>
                </c:pt>
                <c:pt idx="254">
                  <c:v>0.89200000000000002</c:v>
                </c:pt>
                <c:pt idx="255">
                  <c:v>0.89200000000000002</c:v>
                </c:pt>
                <c:pt idx="256">
                  <c:v>1.06</c:v>
                </c:pt>
                <c:pt idx="257">
                  <c:v>1.06</c:v>
                </c:pt>
                <c:pt idx="258">
                  <c:v>1.06</c:v>
                </c:pt>
                <c:pt idx="259">
                  <c:v>0.89200000000000002</c:v>
                </c:pt>
                <c:pt idx="260">
                  <c:v>0.89200000000000002</c:v>
                </c:pt>
                <c:pt idx="261">
                  <c:v>0.89200000000000002</c:v>
                </c:pt>
                <c:pt idx="262">
                  <c:v>0.89200000000000002</c:v>
                </c:pt>
                <c:pt idx="263">
                  <c:v>1.1439999999999999</c:v>
                </c:pt>
                <c:pt idx="264">
                  <c:v>1.1439999999999999</c:v>
                </c:pt>
                <c:pt idx="265">
                  <c:v>1.1439999999999999</c:v>
                </c:pt>
                <c:pt idx="266">
                  <c:v>1.228</c:v>
                </c:pt>
                <c:pt idx="267">
                  <c:v>1.228</c:v>
                </c:pt>
                <c:pt idx="268">
                  <c:v>0.80800000000000005</c:v>
                </c:pt>
                <c:pt idx="269">
                  <c:v>0.80800000000000005</c:v>
                </c:pt>
                <c:pt idx="270">
                  <c:v>0.80800000000000005</c:v>
                </c:pt>
                <c:pt idx="271">
                  <c:v>0.89200000000000002</c:v>
                </c:pt>
                <c:pt idx="272">
                  <c:v>0.89200000000000002</c:v>
                </c:pt>
                <c:pt idx="273">
                  <c:v>0.97599999999999998</c:v>
                </c:pt>
                <c:pt idx="274">
                  <c:v>0.97599999999999998</c:v>
                </c:pt>
                <c:pt idx="275">
                  <c:v>0.97599999999999998</c:v>
                </c:pt>
                <c:pt idx="276">
                  <c:v>0.97599999999999998</c:v>
                </c:pt>
                <c:pt idx="277">
                  <c:v>0.97599999999999998</c:v>
                </c:pt>
                <c:pt idx="278">
                  <c:v>0.89200000000000002</c:v>
                </c:pt>
                <c:pt idx="279">
                  <c:v>0.89200000000000002</c:v>
                </c:pt>
                <c:pt idx="280">
                  <c:v>0.97599999999999998</c:v>
                </c:pt>
                <c:pt idx="281">
                  <c:v>0.97599999999999998</c:v>
                </c:pt>
                <c:pt idx="282">
                  <c:v>0.97599999999999998</c:v>
                </c:pt>
                <c:pt idx="283">
                  <c:v>0.80800000000000005</c:v>
                </c:pt>
                <c:pt idx="284">
                  <c:v>0.80800000000000005</c:v>
                </c:pt>
                <c:pt idx="285">
                  <c:v>1.06</c:v>
                </c:pt>
                <c:pt idx="286">
                  <c:v>1.06</c:v>
                </c:pt>
                <c:pt idx="287">
                  <c:v>0.89200000000000002</c:v>
                </c:pt>
                <c:pt idx="288">
                  <c:v>0.89200000000000002</c:v>
                </c:pt>
                <c:pt idx="289">
                  <c:v>0.89200000000000002</c:v>
                </c:pt>
                <c:pt idx="290">
                  <c:v>0.97599999999999998</c:v>
                </c:pt>
                <c:pt idx="291">
                  <c:v>0.97599999999999998</c:v>
                </c:pt>
                <c:pt idx="292">
                  <c:v>0.89200000000000002</c:v>
                </c:pt>
                <c:pt idx="293">
                  <c:v>0.89200000000000002</c:v>
                </c:pt>
                <c:pt idx="294">
                  <c:v>0.72399999999999998</c:v>
                </c:pt>
                <c:pt idx="295">
                  <c:v>0.72399999999999998</c:v>
                </c:pt>
                <c:pt idx="296">
                  <c:v>0.72399999999999998</c:v>
                </c:pt>
                <c:pt idx="297">
                  <c:v>0.72399999999999998</c:v>
                </c:pt>
                <c:pt idx="298">
                  <c:v>0.72399999999999998</c:v>
                </c:pt>
                <c:pt idx="299">
                  <c:v>1.06</c:v>
                </c:pt>
                <c:pt idx="300">
                  <c:v>1.06</c:v>
                </c:pt>
                <c:pt idx="301">
                  <c:v>1.06</c:v>
                </c:pt>
                <c:pt idx="302">
                  <c:v>1.228</c:v>
                </c:pt>
                <c:pt idx="303">
                  <c:v>1.228</c:v>
                </c:pt>
                <c:pt idx="304">
                  <c:v>1.3120000000000001</c:v>
                </c:pt>
                <c:pt idx="305">
                  <c:v>1.3120000000000001</c:v>
                </c:pt>
                <c:pt idx="306">
                  <c:v>1.48</c:v>
                </c:pt>
                <c:pt idx="307">
                  <c:v>1.48</c:v>
                </c:pt>
                <c:pt idx="308">
                  <c:v>1.48</c:v>
                </c:pt>
                <c:pt idx="309">
                  <c:v>1.732</c:v>
                </c:pt>
                <c:pt idx="310">
                  <c:v>1.732</c:v>
                </c:pt>
                <c:pt idx="311">
                  <c:v>2.0680000000000001</c:v>
                </c:pt>
                <c:pt idx="312">
                  <c:v>2.0680000000000001</c:v>
                </c:pt>
                <c:pt idx="313">
                  <c:v>2.2360000000000002</c:v>
                </c:pt>
                <c:pt idx="314">
                  <c:v>2.2360000000000002</c:v>
                </c:pt>
                <c:pt idx="315">
                  <c:v>2.2360000000000002</c:v>
                </c:pt>
                <c:pt idx="316">
                  <c:v>2.1520000000000001</c:v>
                </c:pt>
                <c:pt idx="317">
                  <c:v>2.1520000000000001</c:v>
                </c:pt>
                <c:pt idx="318">
                  <c:v>2.1520000000000001</c:v>
                </c:pt>
                <c:pt idx="319">
                  <c:v>2.1520000000000001</c:v>
                </c:pt>
                <c:pt idx="320">
                  <c:v>2.1520000000000001</c:v>
                </c:pt>
                <c:pt idx="321">
                  <c:v>2.1520000000000001</c:v>
                </c:pt>
                <c:pt idx="322">
                  <c:v>2.1520000000000001</c:v>
                </c:pt>
                <c:pt idx="323">
                  <c:v>2.0680000000000001</c:v>
                </c:pt>
                <c:pt idx="324">
                  <c:v>2.0680000000000001</c:v>
                </c:pt>
                <c:pt idx="325">
                  <c:v>2.0680000000000001</c:v>
                </c:pt>
                <c:pt idx="326">
                  <c:v>1.9</c:v>
                </c:pt>
                <c:pt idx="327">
                  <c:v>1.9</c:v>
                </c:pt>
                <c:pt idx="328">
                  <c:v>1.8160000000000001</c:v>
                </c:pt>
                <c:pt idx="329">
                  <c:v>1.8160000000000001</c:v>
                </c:pt>
                <c:pt idx="330">
                  <c:v>1.8160000000000001</c:v>
                </c:pt>
                <c:pt idx="331">
                  <c:v>1.8160000000000001</c:v>
                </c:pt>
                <c:pt idx="332">
                  <c:v>1.8160000000000001</c:v>
                </c:pt>
                <c:pt idx="333">
                  <c:v>1.732</c:v>
                </c:pt>
                <c:pt idx="334">
                  <c:v>1.732</c:v>
                </c:pt>
                <c:pt idx="335">
                  <c:v>1.6479999999999999</c:v>
                </c:pt>
                <c:pt idx="336">
                  <c:v>1.6479999999999999</c:v>
                </c:pt>
                <c:pt idx="337">
                  <c:v>1.732</c:v>
                </c:pt>
                <c:pt idx="338">
                  <c:v>1.732</c:v>
                </c:pt>
                <c:pt idx="339">
                  <c:v>2.0680000000000001</c:v>
                </c:pt>
                <c:pt idx="340">
                  <c:v>2.0680000000000001</c:v>
                </c:pt>
                <c:pt idx="341">
                  <c:v>2.0680000000000001</c:v>
                </c:pt>
                <c:pt idx="342">
                  <c:v>1.984</c:v>
                </c:pt>
                <c:pt idx="343">
                  <c:v>1.984</c:v>
                </c:pt>
                <c:pt idx="344">
                  <c:v>1.732</c:v>
                </c:pt>
                <c:pt idx="345">
                  <c:v>1.732</c:v>
                </c:pt>
                <c:pt idx="346">
                  <c:v>1.984</c:v>
                </c:pt>
                <c:pt idx="347">
                  <c:v>1.984</c:v>
                </c:pt>
                <c:pt idx="348">
                  <c:v>2.0680000000000001</c:v>
                </c:pt>
                <c:pt idx="349">
                  <c:v>2.0680000000000001</c:v>
                </c:pt>
                <c:pt idx="350">
                  <c:v>1.9</c:v>
                </c:pt>
                <c:pt idx="351">
                  <c:v>1.9</c:v>
                </c:pt>
                <c:pt idx="352">
                  <c:v>1.9</c:v>
                </c:pt>
                <c:pt idx="353">
                  <c:v>1.732</c:v>
                </c:pt>
                <c:pt idx="354">
                  <c:v>1.732</c:v>
                </c:pt>
                <c:pt idx="355">
                  <c:v>2.0680000000000001</c:v>
                </c:pt>
                <c:pt idx="356">
                  <c:v>2.0680000000000001</c:v>
                </c:pt>
                <c:pt idx="357">
                  <c:v>2.0680000000000001</c:v>
                </c:pt>
                <c:pt idx="358">
                  <c:v>1.984</c:v>
                </c:pt>
                <c:pt idx="359">
                  <c:v>1.984</c:v>
                </c:pt>
                <c:pt idx="360">
                  <c:v>1.9</c:v>
                </c:pt>
                <c:pt idx="361">
                  <c:v>1.9</c:v>
                </c:pt>
                <c:pt idx="362">
                  <c:v>1.9</c:v>
                </c:pt>
                <c:pt idx="363">
                  <c:v>2.2360000000000002</c:v>
                </c:pt>
                <c:pt idx="364">
                  <c:v>2.2360000000000002</c:v>
                </c:pt>
                <c:pt idx="365">
                  <c:v>1.984</c:v>
                </c:pt>
                <c:pt idx="366">
                  <c:v>1.984</c:v>
                </c:pt>
                <c:pt idx="367">
                  <c:v>2.0680000000000001</c:v>
                </c:pt>
                <c:pt idx="368">
                  <c:v>2.0680000000000001</c:v>
                </c:pt>
                <c:pt idx="369">
                  <c:v>2.0680000000000001</c:v>
                </c:pt>
                <c:pt idx="370">
                  <c:v>1.732</c:v>
                </c:pt>
                <c:pt idx="371">
                  <c:v>1.732</c:v>
                </c:pt>
                <c:pt idx="372">
                  <c:v>1.48</c:v>
                </c:pt>
                <c:pt idx="373">
                  <c:v>1.48</c:v>
                </c:pt>
                <c:pt idx="374">
                  <c:v>1.48</c:v>
                </c:pt>
                <c:pt idx="375">
                  <c:v>1.984</c:v>
                </c:pt>
                <c:pt idx="376">
                  <c:v>1.984</c:v>
                </c:pt>
                <c:pt idx="377">
                  <c:v>1.8160000000000001</c:v>
                </c:pt>
                <c:pt idx="378">
                  <c:v>1.8160000000000001</c:v>
                </c:pt>
                <c:pt idx="379">
                  <c:v>1.732</c:v>
                </c:pt>
                <c:pt idx="380">
                  <c:v>1.732</c:v>
                </c:pt>
                <c:pt idx="381">
                  <c:v>1.732</c:v>
                </c:pt>
                <c:pt idx="382">
                  <c:v>1.984</c:v>
                </c:pt>
                <c:pt idx="383">
                  <c:v>1.984</c:v>
                </c:pt>
                <c:pt idx="384">
                  <c:v>2.0680000000000001</c:v>
                </c:pt>
                <c:pt idx="385">
                  <c:v>2.0680000000000001</c:v>
                </c:pt>
                <c:pt idx="386">
                  <c:v>1.8160000000000001</c:v>
                </c:pt>
                <c:pt idx="387">
                  <c:v>1.8160000000000001</c:v>
                </c:pt>
                <c:pt idx="388">
                  <c:v>1.8160000000000001</c:v>
                </c:pt>
                <c:pt idx="389">
                  <c:v>1.9</c:v>
                </c:pt>
                <c:pt idx="390">
                  <c:v>1.9</c:v>
                </c:pt>
                <c:pt idx="391">
                  <c:v>1.984</c:v>
                </c:pt>
                <c:pt idx="392">
                  <c:v>1.984</c:v>
                </c:pt>
                <c:pt idx="393">
                  <c:v>1.984</c:v>
                </c:pt>
                <c:pt idx="394">
                  <c:v>1.984</c:v>
                </c:pt>
                <c:pt idx="395">
                  <c:v>1.6479999999999999</c:v>
                </c:pt>
                <c:pt idx="396">
                  <c:v>1.6479999999999999</c:v>
                </c:pt>
                <c:pt idx="397">
                  <c:v>1.6479999999999999</c:v>
                </c:pt>
                <c:pt idx="398">
                  <c:v>1.984</c:v>
                </c:pt>
                <c:pt idx="399">
                  <c:v>1.984</c:v>
                </c:pt>
                <c:pt idx="400">
                  <c:v>2.0680000000000001</c:v>
                </c:pt>
                <c:pt idx="401">
                  <c:v>2.0680000000000001</c:v>
                </c:pt>
                <c:pt idx="402">
                  <c:v>1.984</c:v>
                </c:pt>
                <c:pt idx="403">
                  <c:v>1.984</c:v>
                </c:pt>
                <c:pt idx="404">
                  <c:v>1.984</c:v>
                </c:pt>
                <c:pt idx="405">
                  <c:v>1.9</c:v>
                </c:pt>
                <c:pt idx="406">
                  <c:v>1.9</c:v>
                </c:pt>
                <c:pt idx="407">
                  <c:v>2.0680000000000001</c:v>
                </c:pt>
                <c:pt idx="408">
                  <c:v>2.0680000000000001</c:v>
                </c:pt>
                <c:pt idx="409">
                  <c:v>2.0680000000000001</c:v>
                </c:pt>
                <c:pt idx="410">
                  <c:v>2.0680000000000001</c:v>
                </c:pt>
                <c:pt idx="411">
                  <c:v>2.0680000000000001</c:v>
                </c:pt>
                <c:pt idx="412">
                  <c:v>1.9</c:v>
                </c:pt>
                <c:pt idx="413">
                  <c:v>1.9</c:v>
                </c:pt>
                <c:pt idx="414">
                  <c:v>1.9</c:v>
                </c:pt>
                <c:pt idx="415">
                  <c:v>1.9</c:v>
                </c:pt>
                <c:pt idx="416">
                  <c:v>1.9</c:v>
                </c:pt>
                <c:pt idx="417">
                  <c:v>1.984</c:v>
                </c:pt>
                <c:pt idx="418">
                  <c:v>1.984</c:v>
                </c:pt>
                <c:pt idx="419">
                  <c:v>1.8160000000000001</c:v>
                </c:pt>
                <c:pt idx="420">
                  <c:v>1.8160000000000001</c:v>
                </c:pt>
                <c:pt idx="421">
                  <c:v>1.8160000000000001</c:v>
                </c:pt>
                <c:pt idx="422">
                  <c:v>1.9</c:v>
                </c:pt>
                <c:pt idx="423">
                  <c:v>1.9</c:v>
                </c:pt>
                <c:pt idx="424">
                  <c:v>1.9</c:v>
                </c:pt>
                <c:pt idx="425">
                  <c:v>1.9</c:v>
                </c:pt>
                <c:pt idx="426">
                  <c:v>1.8160000000000001</c:v>
                </c:pt>
                <c:pt idx="427">
                  <c:v>1.8160000000000001</c:v>
                </c:pt>
                <c:pt idx="428">
                  <c:v>1.8160000000000001</c:v>
                </c:pt>
                <c:pt idx="429">
                  <c:v>1.984</c:v>
                </c:pt>
                <c:pt idx="430">
                  <c:v>1.984</c:v>
                </c:pt>
                <c:pt idx="431">
                  <c:v>2.0680000000000001</c:v>
                </c:pt>
                <c:pt idx="432">
                  <c:v>2.0680000000000001</c:v>
                </c:pt>
                <c:pt idx="433">
                  <c:v>1.8160000000000001</c:v>
                </c:pt>
                <c:pt idx="434">
                  <c:v>1.8160000000000001</c:v>
                </c:pt>
                <c:pt idx="435">
                  <c:v>2.2360000000000002</c:v>
                </c:pt>
                <c:pt idx="436">
                  <c:v>2.2360000000000002</c:v>
                </c:pt>
                <c:pt idx="437">
                  <c:v>2.2360000000000002</c:v>
                </c:pt>
                <c:pt idx="438">
                  <c:v>1.984</c:v>
                </c:pt>
                <c:pt idx="439">
                  <c:v>1.984</c:v>
                </c:pt>
                <c:pt idx="440">
                  <c:v>1.984</c:v>
                </c:pt>
                <c:pt idx="441">
                  <c:v>2.0680000000000001</c:v>
                </c:pt>
                <c:pt idx="442">
                  <c:v>2.0680000000000001</c:v>
                </c:pt>
                <c:pt idx="443">
                  <c:v>1.8160000000000001</c:v>
                </c:pt>
                <c:pt idx="444">
                  <c:v>1.8160000000000001</c:v>
                </c:pt>
                <c:pt idx="445">
                  <c:v>1.984</c:v>
                </c:pt>
                <c:pt idx="446">
                  <c:v>1.984</c:v>
                </c:pt>
                <c:pt idx="447">
                  <c:v>1.984</c:v>
                </c:pt>
                <c:pt idx="448">
                  <c:v>2.1520000000000001</c:v>
                </c:pt>
                <c:pt idx="449">
                  <c:v>2.1520000000000001</c:v>
                </c:pt>
                <c:pt idx="450">
                  <c:v>2.0680000000000001</c:v>
                </c:pt>
                <c:pt idx="451">
                  <c:v>2.0680000000000001</c:v>
                </c:pt>
                <c:pt idx="452">
                  <c:v>2.0680000000000001</c:v>
                </c:pt>
                <c:pt idx="453">
                  <c:v>2.1520000000000001</c:v>
                </c:pt>
                <c:pt idx="454">
                  <c:v>2.1520000000000001</c:v>
                </c:pt>
                <c:pt idx="455">
                  <c:v>1.8160000000000001</c:v>
                </c:pt>
                <c:pt idx="456">
                  <c:v>1.8160000000000001</c:v>
                </c:pt>
                <c:pt idx="457">
                  <c:v>1.984</c:v>
                </c:pt>
                <c:pt idx="458">
                  <c:v>1.984</c:v>
                </c:pt>
                <c:pt idx="459">
                  <c:v>2.2360000000000002</c:v>
                </c:pt>
                <c:pt idx="460">
                  <c:v>2.2360000000000002</c:v>
                </c:pt>
                <c:pt idx="461">
                  <c:v>2.2360000000000002</c:v>
                </c:pt>
                <c:pt idx="462">
                  <c:v>2.0680000000000001</c:v>
                </c:pt>
                <c:pt idx="463">
                  <c:v>2.0680000000000001</c:v>
                </c:pt>
                <c:pt idx="464">
                  <c:v>1.8160000000000001</c:v>
                </c:pt>
                <c:pt idx="465">
                  <c:v>1.8160000000000001</c:v>
                </c:pt>
                <c:pt idx="466">
                  <c:v>2.3199999999999998</c:v>
                </c:pt>
                <c:pt idx="467">
                  <c:v>2.3199999999999998</c:v>
                </c:pt>
                <c:pt idx="468">
                  <c:v>2.3199999999999998</c:v>
                </c:pt>
                <c:pt idx="469">
                  <c:v>2.4039999999999999</c:v>
                </c:pt>
                <c:pt idx="470">
                  <c:v>2.4039999999999999</c:v>
                </c:pt>
                <c:pt idx="471">
                  <c:v>2.2360000000000002</c:v>
                </c:pt>
                <c:pt idx="472">
                  <c:v>2.2360000000000002</c:v>
                </c:pt>
                <c:pt idx="473">
                  <c:v>2.2360000000000002</c:v>
                </c:pt>
                <c:pt idx="474">
                  <c:v>1.9</c:v>
                </c:pt>
                <c:pt idx="475">
                  <c:v>1.9</c:v>
                </c:pt>
                <c:pt idx="476">
                  <c:v>1.8160000000000001</c:v>
                </c:pt>
                <c:pt idx="477">
                  <c:v>1.8160000000000001</c:v>
                </c:pt>
                <c:pt idx="478">
                  <c:v>1.228</c:v>
                </c:pt>
                <c:pt idx="479">
                  <c:v>1.228</c:v>
                </c:pt>
                <c:pt idx="480">
                  <c:v>1.228</c:v>
                </c:pt>
                <c:pt idx="481">
                  <c:v>1.1439999999999999</c:v>
                </c:pt>
                <c:pt idx="482">
                  <c:v>1.1439999999999999</c:v>
                </c:pt>
                <c:pt idx="483">
                  <c:v>1.8160000000000001</c:v>
                </c:pt>
                <c:pt idx="484">
                  <c:v>1.8160000000000001</c:v>
                </c:pt>
                <c:pt idx="485">
                  <c:v>1.8160000000000001</c:v>
                </c:pt>
                <c:pt idx="486">
                  <c:v>1.8160000000000001</c:v>
                </c:pt>
                <c:pt idx="487">
                  <c:v>1.984</c:v>
                </c:pt>
                <c:pt idx="488">
                  <c:v>1.984</c:v>
                </c:pt>
                <c:pt idx="489">
                  <c:v>1.984</c:v>
                </c:pt>
                <c:pt idx="490">
                  <c:v>1.8160000000000001</c:v>
                </c:pt>
                <c:pt idx="491">
                  <c:v>1.8160000000000001</c:v>
                </c:pt>
                <c:pt idx="492">
                  <c:v>1.8160000000000001</c:v>
                </c:pt>
                <c:pt idx="493">
                  <c:v>1.8160000000000001</c:v>
                </c:pt>
                <c:pt idx="494">
                  <c:v>1.8160000000000001</c:v>
                </c:pt>
                <c:pt idx="495">
                  <c:v>1.5640000000000001</c:v>
                </c:pt>
                <c:pt idx="496">
                  <c:v>1.5640000000000001</c:v>
                </c:pt>
                <c:pt idx="497">
                  <c:v>1.228</c:v>
                </c:pt>
                <c:pt idx="498">
                  <c:v>1.228</c:v>
                </c:pt>
                <c:pt idx="499">
                  <c:v>1.06</c:v>
                </c:pt>
                <c:pt idx="500">
                  <c:v>1.06</c:v>
                </c:pt>
                <c:pt idx="501">
                  <c:v>1.06</c:v>
                </c:pt>
                <c:pt idx="502">
                  <c:v>1.3959999999999999</c:v>
                </c:pt>
                <c:pt idx="503">
                  <c:v>1.3959999999999999</c:v>
                </c:pt>
                <c:pt idx="504">
                  <c:v>1.3120000000000001</c:v>
                </c:pt>
                <c:pt idx="505">
                  <c:v>1.3120000000000001</c:v>
                </c:pt>
                <c:pt idx="506">
                  <c:v>1.3120000000000001</c:v>
                </c:pt>
                <c:pt idx="507">
                  <c:v>1.6479999999999999</c:v>
                </c:pt>
                <c:pt idx="508">
                  <c:v>1.6479999999999999</c:v>
                </c:pt>
                <c:pt idx="509">
                  <c:v>1.228</c:v>
                </c:pt>
                <c:pt idx="510">
                  <c:v>1.228</c:v>
                </c:pt>
                <c:pt idx="511">
                  <c:v>1.228</c:v>
                </c:pt>
                <c:pt idx="512">
                  <c:v>1.3959999999999999</c:v>
                </c:pt>
                <c:pt idx="513">
                  <c:v>1.48</c:v>
                </c:pt>
                <c:pt idx="514">
                  <c:v>1.48</c:v>
                </c:pt>
                <c:pt idx="515">
                  <c:v>1.3959999999999999</c:v>
                </c:pt>
                <c:pt idx="516">
                  <c:v>1.3959999999999999</c:v>
                </c:pt>
                <c:pt idx="517">
                  <c:v>1.228</c:v>
                </c:pt>
                <c:pt idx="518">
                  <c:v>1.228</c:v>
                </c:pt>
                <c:pt idx="519">
                  <c:v>1.228</c:v>
                </c:pt>
                <c:pt idx="520">
                  <c:v>1.3959999999999999</c:v>
                </c:pt>
                <c:pt idx="521">
                  <c:v>1.3959999999999999</c:v>
                </c:pt>
                <c:pt idx="522">
                  <c:v>0.97599999999999998</c:v>
                </c:pt>
                <c:pt idx="523">
                  <c:v>0.97599999999999998</c:v>
                </c:pt>
                <c:pt idx="524">
                  <c:v>0.97599999999999998</c:v>
                </c:pt>
                <c:pt idx="525">
                  <c:v>0.97599999999999998</c:v>
                </c:pt>
                <c:pt idx="526">
                  <c:v>0.97599999999999998</c:v>
                </c:pt>
                <c:pt idx="527">
                  <c:v>0.97599999999999998</c:v>
                </c:pt>
                <c:pt idx="528">
                  <c:v>0.97599999999999998</c:v>
                </c:pt>
                <c:pt idx="529">
                  <c:v>1.1439999999999999</c:v>
                </c:pt>
                <c:pt idx="530">
                  <c:v>1.1439999999999999</c:v>
                </c:pt>
                <c:pt idx="531">
                  <c:v>1.228</c:v>
                </c:pt>
                <c:pt idx="532">
                  <c:v>1.228</c:v>
                </c:pt>
                <c:pt idx="533">
                  <c:v>0.97599999999999998</c:v>
                </c:pt>
                <c:pt idx="534">
                  <c:v>0.97599999999999998</c:v>
                </c:pt>
                <c:pt idx="535">
                  <c:v>0.72399999999999998</c:v>
                </c:pt>
                <c:pt idx="536">
                  <c:v>0.72399999999999998</c:v>
                </c:pt>
                <c:pt idx="537">
                  <c:v>0.72399999999999998</c:v>
                </c:pt>
                <c:pt idx="538">
                  <c:v>1.1439999999999999</c:v>
                </c:pt>
                <c:pt idx="539">
                  <c:v>0.97599999999999998</c:v>
                </c:pt>
                <c:pt idx="540">
                  <c:v>0.97599999999999998</c:v>
                </c:pt>
                <c:pt idx="541">
                  <c:v>0.97599999999999998</c:v>
                </c:pt>
                <c:pt idx="542">
                  <c:v>0.97599999999999998</c:v>
                </c:pt>
                <c:pt idx="543">
                  <c:v>0.97599999999999998</c:v>
                </c:pt>
                <c:pt idx="544">
                  <c:v>0.55600000000000005</c:v>
                </c:pt>
                <c:pt idx="545">
                  <c:v>0.55600000000000005</c:v>
                </c:pt>
                <c:pt idx="546">
                  <c:v>0.64</c:v>
                </c:pt>
                <c:pt idx="547">
                  <c:v>0.64</c:v>
                </c:pt>
                <c:pt idx="548">
                  <c:v>0.64</c:v>
                </c:pt>
                <c:pt idx="549">
                  <c:v>0.72399999999999998</c:v>
                </c:pt>
                <c:pt idx="550">
                  <c:v>0.72399999999999998</c:v>
                </c:pt>
                <c:pt idx="551">
                  <c:v>0.80800000000000005</c:v>
                </c:pt>
                <c:pt idx="552">
                  <c:v>0.80800000000000005</c:v>
                </c:pt>
                <c:pt idx="553">
                  <c:v>0.80800000000000005</c:v>
                </c:pt>
                <c:pt idx="554">
                  <c:v>0.64</c:v>
                </c:pt>
                <c:pt idx="555">
                  <c:v>0.64</c:v>
                </c:pt>
                <c:pt idx="556">
                  <c:v>0.64</c:v>
                </c:pt>
                <c:pt idx="557">
                  <c:v>0.72399999999999998</c:v>
                </c:pt>
                <c:pt idx="558">
                  <c:v>0.72399999999999998</c:v>
                </c:pt>
                <c:pt idx="559">
                  <c:v>0.64</c:v>
                </c:pt>
                <c:pt idx="560">
                  <c:v>0.64</c:v>
                </c:pt>
                <c:pt idx="561">
                  <c:v>0.55600000000000005</c:v>
                </c:pt>
                <c:pt idx="562">
                  <c:v>0.55600000000000005</c:v>
                </c:pt>
                <c:pt idx="563">
                  <c:v>0.72399999999999998</c:v>
                </c:pt>
                <c:pt idx="564">
                  <c:v>0.72399999999999998</c:v>
                </c:pt>
                <c:pt idx="565">
                  <c:v>0.47199999999999998</c:v>
                </c:pt>
                <c:pt idx="566">
                  <c:v>0.47199999999999998</c:v>
                </c:pt>
                <c:pt idx="567">
                  <c:v>0.55600000000000005</c:v>
                </c:pt>
                <c:pt idx="568">
                  <c:v>0.55600000000000005</c:v>
                </c:pt>
                <c:pt idx="569">
                  <c:v>0.55600000000000005</c:v>
                </c:pt>
                <c:pt idx="570">
                  <c:v>0.72399999999999998</c:v>
                </c:pt>
                <c:pt idx="571">
                  <c:v>0.72399999999999998</c:v>
                </c:pt>
                <c:pt idx="572">
                  <c:v>0.80800000000000005</c:v>
                </c:pt>
                <c:pt idx="573">
                  <c:v>0.80800000000000005</c:v>
                </c:pt>
                <c:pt idx="574">
                  <c:v>0.80800000000000005</c:v>
                </c:pt>
                <c:pt idx="575">
                  <c:v>0.64</c:v>
                </c:pt>
                <c:pt idx="576">
                  <c:v>0.64</c:v>
                </c:pt>
                <c:pt idx="577">
                  <c:v>0.47199999999999998</c:v>
                </c:pt>
                <c:pt idx="578">
                  <c:v>0.47199999999999998</c:v>
                </c:pt>
                <c:pt idx="579">
                  <c:v>0.55600000000000005</c:v>
                </c:pt>
                <c:pt idx="580">
                  <c:v>0.55600000000000005</c:v>
                </c:pt>
                <c:pt idx="581">
                  <c:v>0.55600000000000005</c:v>
                </c:pt>
                <c:pt idx="582">
                  <c:v>0.55600000000000005</c:v>
                </c:pt>
                <c:pt idx="583">
                  <c:v>0.55600000000000005</c:v>
                </c:pt>
                <c:pt idx="584">
                  <c:v>0.80800000000000005</c:v>
                </c:pt>
                <c:pt idx="585">
                  <c:v>0.80800000000000005</c:v>
                </c:pt>
                <c:pt idx="586">
                  <c:v>0.80800000000000005</c:v>
                </c:pt>
                <c:pt idx="587">
                  <c:v>0.97599999999999998</c:v>
                </c:pt>
                <c:pt idx="588">
                  <c:v>0.97599999999999998</c:v>
                </c:pt>
                <c:pt idx="589">
                  <c:v>1.3959999999999999</c:v>
                </c:pt>
                <c:pt idx="590">
                  <c:v>1.3959999999999999</c:v>
                </c:pt>
                <c:pt idx="591">
                  <c:v>1.3120000000000001</c:v>
                </c:pt>
                <c:pt idx="592">
                  <c:v>1.3120000000000001</c:v>
                </c:pt>
                <c:pt idx="593">
                  <c:v>1.3120000000000001</c:v>
                </c:pt>
                <c:pt idx="594">
                  <c:v>0.89200000000000002</c:v>
                </c:pt>
                <c:pt idx="595">
                  <c:v>0.89200000000000002</c:v>
                </c:pt>
                <c:pt idx="596">
                  <c:v>0.72399999999999998</c:v>
                </c:pt>
                <c:pt idx="597">
                  <c:v>0.72399999999999998</c:v>
                </c:pt>
                <c:pt idx="598">
                  <c:v>0.72399999999999998</c:v>
                </c:pt>
                <c:pt idx="599">
                  <c:v>0.97599999999999998</c:v>
                </c:pt>
                <c:pt idx="600">
                  <c:v>0.97599999999999998</c:v>
                </c:pt>
                <c:pt idx="601">
                  <c:v>1.1439999999999999</c:v>
                </c:pt>
                <c:pt idx="602">
                  <c:v>1.1439999999999999</c:v>
                </c:pt>
                <c:pt idx="603">
                  <c:v>1.3120000000000001</c:v>
                </c:pt>
                <c:pt idx="604">
                  <c:v>1.3120000000000001</c:v>
                </c:pt>
                <c:pt idx="605">
                  <c:v>1.732</c:v>
                </c:pt>
                <c:pt idx="606">
                  <c:v>1.732</c:v>
                </c:pt>
                <c:pt idx="607">
                  <c:v>1.732</c:v>
                </c:pt>
                <c:pt idx="608">
                  <c:v>1.732</c:v>
                </c:pt>
                <c:pt idx="609">
                  <c:v>1.732</c:v>
                </c:pt>
                <c:pt idx="610">
                  <c:v>1.732</c:v>
                </c:pt>
                <c:pt idx="611">
                  <c:v>2.3199999999999998</c:v>
                </c:pt>
                <c:pt idx="612">
                  <c:v>2.3199999999999998</c:v>
                </c:pt>
                <c:pt idx="613">
                  <c:v>2.3199999999999998</c:v>
                </c:pt>
                <c:pt idx="614">
                  <c:v>2.3199999999999998</c:v>
                </c:pt>
                <c:pt idx="615">
                  <c:v>2.488</c:v>
                </c:pt>
                <c:pt idx="616">
                  <c:v>2.488</c:v>
                </c:pt>
                <c:pt idx="617">
                  <c:v>2.488</c:v>
                </c:pt>
                <c:pt idx="618">
                  <c:v>2.5720000000000001</c:v>
                </c:pt>
                <c:pt idx="619">
                  <c:v>2.5720000000000001</c:v>
                </c:pt>
                <c:pt idx="620">
                  <c:v>2.6560000000000001</c:v>
                </c:pt>
                <c:pt idx="621">
                  <c:v>2.6560000000000001</c:v>
                </c:pt>
                <c:pt idx="622">
                  <c:v>2.8239999999999998</c:v>
                </c:pt>
                <c:pt idx="623">
                  <c:v>2.8239999999999998</c:v>
                </c:pt>
                <c:pt idx="624">
                  <c:v>2.8239999999999998</c:v>
                </c:pt>
                <c:pt idx="625">
                  <c:v>2.5720000000000001</c:v>
                </c:pt>
                <c:pt idx="626">
                  <c:v>2.5720000000000001</c:v>
                </c:pt>
                <c:pt idx="627">
                  <c:v>2.992</c:v>
                </c:pt>
                <c:pt idx="628">
                  <c:v>2.992</c:v>
                </c:pt>
                <c:pt idx="629">
                  <c:v>3.0760000000000001</c:v>
                </c:pt>
                <c:pt idx="630">
                  <c:v>3.0760000000000001</c:v>
                </c:pt>
                <c:pt idx="631">
                  <c:v>3.0760000000000001</c:v>
                </c:pt>
                <c:pt idx="632">
                  <c:v>3.2440000000000002</c:v>
                </c:pt>
                <c:pt idx="633">
                  <c:v>3.2440000000000002</c:v>
                </c:pt>
                <c:pt idx="634">
                  <c:v>3.2440000000000002</c:v>
                </c:pt>
                <c:pt idx="635">
                  <c:v>3.2440000000000002</c:v>
                </c:pt>
                <c:pt idx="636">
                  <c:v>3.2440000000000002</c:v>
                </c:pt>
                <c:pt idx="637">
                  <c:v>2.992</c:v>
                </c:pt>
                <c:pt idx="638">
                  <c:v>2.992</c:v>
                </c:pt>
                <c:pt idx="639">
                  <c:v>3.16</c:v>
                </c:pt>
                <c:pt idx="640">
                  <c:v>3.16</c:v>
                </c:pt>
                <c:pt idx="641">
                  <c:v>2.992</c:v>
                </c:pt>
                <c:pt idx="642">
                  <c:v>2.992</c:v>
                </c:pt>
                <c:pt idx="643">
                  <c:v>2.992</c:v>
                </c:pt>
                <c:pt idx="644">
                  <c:v>3.0760000000000001</c:v>
                </c:pt>
                <c:pt idx="645">
                  <c:v>3.0760000000000001</c:v>
                </c:pt>
                <c:pt idx="646">
                  <c:v>3.16</c:v>
                </c:pt>
                <c:pt idx="647">
                  <c:v>3.16</c:v>
                </c:pt>
                <c:pt idx="648">
                  <c:v>3.16</c:v>
                </c:pt>
                <c:pt idx="649">
                  <c:v>3.496</c:v>
                </c:pt>
                <c:pt idx="650">
                  <c:v>3.496</c:v>
                </c:pt>
                <c:pt idx="651">
                  <c:v>2.9079999999999999</c:v>
                </c:pt>
                <c:pt idx="652">
                  <c:v>2.9079999999999999</c:v>
                </c:pt>
                <c:pt idx="653">
                  <c:v>2.9079999999999999</c:v>
                </c:pt>
                <c:pt idx="654">
                  <c:v>2.9079999999999999</c:v>
                </c:pt>
                <c:pt idx="655">
                  <c:v>2.9079999999999999</c:v>
                </c:pt>
                <c:pt idx="656">
                  <c:v>3.16</c:v>
                </c:pt>
                <c:pt idx="657">
                  <c:v>3.16</c:v>
                </c:pt>
                <c:pt idx="658">
                  <c:v>3.16</c:v>
                </c:pt>
                <c:pt idx="659">
                  <c:v>2.9079999999999999</c:v>
                </c:pt>
                <c:pt idx="660">
                  <c:v>2.9079999999999999</c:v>
                </c:pt>
                <c:pt idx="661">
                  <c:v>2.9079999999999999</c:v>
                </c:pt>
                <c:pt idx="662">
                  <c:v>2.9079999999999999</c:v>
                </c:pt>
                <c:pt idx="663">
                  <c:v>3.16</c:v>
                </c:pt>
                <c:pt idx="664">
                  <c:v>3.16</c:v>
                </c:pt>
                <c:pt idx="665">
                  <c:v>2.9079999999999999</c:v>
                </c:pt>
                <c:pt idx="666">
                  <c:v>2.9079999999999999</c:v>
                </c:pt>
                <c:pt idx="667">
                  <c:v>3.16</c:v>
                </c:pt>
                <c:pt idx="668">
                  <c:v>3.16</c:v>
                </c:pt>
                <c:pt idx="669">
                  <c:v>3.16</c:v>
                </c:pt>
                <c:pt idx="670">
                  <c:v>3.16</c:v>
                </c:pt>
                <c:pt idx="671">
                  <c:v>3.16</c:v>
                </c:pt>
                <c:pt idx="672">
                  <c:v>3.2440000000000002</c:v>
                </c:pt>
                <c:pt idx="673">
                  <c:v>3.2440000000000002</c:v>
                </c:pt>
                <c:pt idx="674">
                  <c:v>3.2440000000000002</c:v>
                </c:pt>
                <c:pt idx="675">
                  <c:v>3.4119999999999999</c:v>
                </c:pt>
                <c:pt idx="676">
                  <c:v>3.4119999999999999</c:v>
                </c:pt>
                <c:pt idx="677">
                  <c:v>3.4119999999999999</c:v>
                </c:pt>
                <c:pt idx="678">
                  <c:v>2.9079999999999999</c:v>
                </c:pt>
                <c:pt idx="679">
                  <c:v>3.4119999999999999</c:v>
                </c:pt>
                <c:pt idx="680">
                  <c:v>3.4119999999999999</c:v>
                </c:pt>
                <c:pt idx="681">
                  <c:v>3.3279999999999998</c:v>
                </c:pt>
                <c:pt idx="682">
                  <c:v>3.3279999999999998</c:v>
                </c:pt>
                <c:pt idx="683">
                  <c:v>3.16</c:v>
                </c:pt>
                <c:pt idx="684">
                  <c:v>3.16</c:v>
                </c:pt>
                <c:pt idx="685">
                  <c:v>3.4119999999999999</c:v>
                </c:pt>
                <c:pt idx="686">
                  <c:v>3.4119999999999999</c:v>
                </c:pt>
                <c:pt idx="687">
                  <c:v>3.0760000000000001</c:v>
                </c:pt>
                <c:pt idx="688">
                  <c:v>3.0760000000000001</c:v>
                </c:pt>
                <c:pt idx="689">
                  <c:v>3.2440000000000002</c:v>
                </c:pt>
                <c:pt idx="690">
                  <c:v>3.2440000000000002</c:v>
                </c:pt>
                <c:pt idx="691">
                  <c:v>3.2440000000000002</c:v>
                </c:pt>
                <c:pt idx="692">
                  <c:v>3.2440000000000002</c:v>
                </c:pt>
                <c:pt idx="693">
                  <c:v>3.2440000000000002</c:v>
                </c:pt>
                <c:pt idx="694">
                  <c:v>2.992</c:v>
                </c:pt>
                <c:pt idx="695">
                  <c:v>2.992</c:v>
                </c:pt>
                <c:pt idx="696">
                  <c:v>2.8239999999999998</c:v>
                </c:pt>
                <c:pt idx="697">
                  <c:v>2.8239999999999998</c:v>
                </c:pt>
                <c:pt idx="698">
                  <c:v>3.16</c:v>
                </c:pt>
                <c:pt idx="699">
                  <c:v>3.16</c:v>
                </c:pt>
                <c:pt idx="700">
                  <c:v>3.16</c:v>
                </c:pt>
                <c:pt idx="701">
                  <c:v>2.992</c:v>
                </c:pt>
                <c:pt idx="702">
                  <c:v>2.992</c:v>
                </c:pt>
                <c:pt idx="703">
                  <c:v>3.16</c:v>
                </c:pt>
                <c:pt idx="704">
                  <c:v>3.16</c:v>
                </c:pt>
                <c:pt idx="705">
                  <c:v>3.16</c:v>
                </c:pt>
                <c:pt idx="706">
                  <c:v>3.4119999999999999</c:v>
                </c:pt>
                <c:pt idx="707">
                  <c:v>3.4119999999999999</c:v>
                </c:pt>
                <c:pt idx="708">
                  <c:v>3.2440000000000002</c:v>
                </c:pt>
                <c:pt idx="709">
                  <c:v>3.2440000000000002</c:v>
                </c:pt>
                <c:pt idx="710">
                  <c:v>3.2440000000000002</c:v>
                </c:pt>
                <c:pt idx="711">
                  <c:v>2.992</c:v>
                </c:pt>
                <c:pt idx="712">
                  <c:v>2.992</c:v>
                </c:pt>
                <c:pt idx="713">
                  <c:v>3.16</c:v>
                </c:pt>
                <c:pt idx="714">
                  <c:v>3.16</c:v>
                </c:pt>
                <c:pt idx="715">
                  <c:v>3.2440000000000002</c:v>
                </c:pt>
                <c:pt idx="716">
                  <c:v>3.2440000000000002</c:v>
                </c:pt>
                <c:pt idx="717">
                  <c:v>3.2440000000000002</c:v>
                </c:pt>
                <c:pt idx="718">
                  <c:v>3.2440000000000002</c:v>
                </c:pt>
                <c:pt idx="719">
                  <c:v>3.2440000000000002</c:v>
                </c:pt>
                <c:pt idx="720">
                  <c:v>2.9079999999999999</c:v>
                </c:pt>
                <c:pt idx="721">
                  <c:v>2.9079999999999999</c:v>
                </c:pt>
                <c:pt idx="722">
                  <c:v>3.3279999999999998</c:v>
                </c:pt>
                <c:pt idx="723">
                  <c:v>3.3279999999999998</c:v>
                </c:pt>
                <c:pt idx="724">
                  <c:v>3.16</c:v>
                </c:pt>
                <c:pt idx="725">
                  <c:v>3.16</c:v>
                </c:pt>
                <c:pt idx="726">
                  <c:v>3.16</c:v>
                </c:pt>
                <c:pt idx="727">
                  <c:v>3.16</c:v>
                </c:pt>
                <c:pt idx="728">
                  <c:v>3.16</c:v>
                </c:pt>
                <c:pt idx="729">
                  <c:v>3.16</c:v>
                </c:pt>
                <c:pt idx="730">
                  <c:v>3.16</c:v>
                </c:pt>
                <c:pt idx="731">
                  <c:v>3.16</c:v>
                </c:pt>
                <c:pt idx="732">
                  <c:v>3.2440000000000002</c:v>
                </c:pt>
                <c:pt idx="733">
                  <c:v>3.2440000000000002</c:v>
                </c:pt>
                <c:pt idx="734">
                  <c:v>2.8239999999999998</c:v>
                </c:pt>
                <c:pt idx="735">
                  <c:v>2.8239999999999998</c:v>
                </c:pt>
                <c:pt idx="736">
                  <c:v>3.16</c:v>
                </c:pt>
                <c:pt idx="737">
                  <c:v>3.16</c:v>
                </c:pt>
                <c:pt idx="738">
                  <c:v>3.16</c:v>
                </c:pt>
                <c:pt idx="739">
                  <c:v>3.16</c:v>
                </c:pt>
                <c:pt idx="740">
                  <c:v>3.16</c:v>
                </c:pt>
                <c:pt idx="741">
                  <c:v>3.16</c:v>
                </c:pt>
                <c:pt idx="742">
                  <c:v>3.16</c:v>
                </c:pt>
                <c:pt idx="743">
                  <c:v>3.0760000000000001</c:v>
                </c:pt>
                <c:pt idx="744">
                  <c:v>3.0760000000000001</c:v>
                </c:pt>
                <c:pt idx="745">
                  <c:v>2.74</c:v>
                </c:pt>
                <c:pt idx="746">
                  <c:v>2.74</c:v>
                </c:pt>
                <c:pt idx="747">
                  <c:v>3.16</c:v>
                </c:pt>
                <c:pt idx="748">
                  <c:v>3.16</c:v>
                </c:pt>
                <c:pt idx="749">
                  <c:v>3.16</c:v>
                </c:pt>
                <c:pt idx="750">
                  <c:v>3.16</c:v>
                </c:pt>
                <c:pt idx="751">
                  <c:v>3.2440000000000002</c:v>
                </c:pt>
                <c:pt idx="752">
                  <c:v>3.2440000000000002</c:v>
                </c:pt>
                <c:pt idx="753">
                  <c:v>3.3279999999999998</c:v>
                </c:pt>
                <c:pt idx="754">
                  <c:v>3.3279999999999998</c:v>
                </c:pt>
                <c:pt idx="755">
                  <c:v>3.3279999999999998</c:v>
                </c:pt>
                <c:pt idx="756">
                  <c:v>3.16</c:v>
                </c:pt>
                <c:pt idx="757">
                  <c:v>3.16</c:v>
                </c:pt>
                <c:pt idx="758">
                  <c:v>2.9079999999999999</c:v>
                </c:pt>
                <c:pt idx="759">
                  <c:v>2.9079999999999999</c:v>
                </c:pt>
                <c:pt idx="760">
                  <c:v>3.0760000000000001</c:v>
                </c:pt>
                <c:pt idx="761">
                  <c:v>3.0760000000000001</c:v>
                </c:pt>
                <c:pt idx="762">
                  <c:v>3.0760000000000001</c:v>
                </c:pt>
                <c:pt idx="763">
                  <c:v>3.2440000000000002</c:v>
                </c:pt>
                <c:pt idx="764">
                  <c:v>3.2440000000000002</c:v>
                </c:pt>
                <c:pt idx="765">
                  <c:v>3.496</c:v>
                </c:pt>
                <c:pt idx="766">
                  <c:v>3.496</c:v>
                </c:pt>
                <c:pt idx="767">
                  <c:v>3.0760000000000001</c:v>
                </c:pt>
                <c:pt idx="768">
                  <c:v>3.0760000000000001</c:v>
                </c:pt>
                <c:pt idx="769">
                  <c:v>3.0760000000000001</c:v>
                </c:pt>
                <c:pt idx="770">
                  <c:v>3.3279999999999998</c:v>
                </c:pt>
                <c:pt idx="771">
                  <c:v>3.3279999999999998</c:v>
                </c:pt>
                <c:pt idx="772">
                  <c:v>3.2440000000000002</c:v>
                </c:pt>
                <c:pt idx="773">
                  <c:v>3.2440000000000002</c:v>
                </c:pt>
                <c:pt idx="774">
                  <c:v>3.16</c:v>
                </c:pt>
                <c:pt idx="775">
                  <c:v>3.16</c:v>
                </c:pt>
                <c:pt idx="776">
                  <c:v>3.16</c:v>
                </c:pt>
                <c:pt idx="777">
                  <c:v>3.16</c:v>
                </c:pt>
                <c:pt idx="778">
                  <c:v>3.16</c:v>
                </c:pt>
                <c:pt idx="779">
                  <c:v>2.992</c:v>
                </c:pt>
                <c:pt idx="780">
                  <c:v>2.992</c:v>
                </c:pt>
                <c:pt idx="781">
                  <c:v>3.2440000000000002</c:v>
                </c:pt>
                <c:pt idx="782">
                  <c:v>3.2440000000000002</c:v>
                </c:pt>
                <c:pt idx="783">
                  <c:v>3.2440000000000002</c:v>
                </c:pt>
                <c:pt idx="784">
                  <c:v>2.9079999999999999</c:v>
                </c:pt>
                <c:pt idx="785">
                  <c:v>2.9079999999999999</c:v>
                </c:pt>
                <c:pt idx="786">
                  <c:v>2.8239999999999998</c:v>
                </c:pt>
                <c:pt idx="787">
                  <c:v>2.8239999999999998</c:v>
                </c:pt>
                <c:pt idx="788">
                  <c:v>3.16</c:v>
                </c:pt>
                <c:pt idx="789">
                  <c:v>3.16</c:v>
                </c:pt>
                <c:pt idx="790">
                  <c:v>3.16</c:v>
                </c:pt>
                <c:pt idx="791">
                  <c:v>3.16</c:v>
                </c:pt>
                <c:pt idx="792">
                  <c:v>3.16</c:v>
                </c:pt>
                <c:pt idx="793">
                  <c:v>2.992</c:v>
                </c:pt>
                <c:pt idx="794">
                  <c:v>2.992</c:v>
                </c:pt>
                <c:pt idx="795">
                  <c:v>3.0760000000000001</c:v>
                </c:pt>
                <c:pt idx="796">
                  <c:v>3.0760000000000001</c:v>
                </c:pt>
                <c:pt idx="797">
                  <c:v>3.16</c:v>
                </c:pt>
                <c:pt idx="798">
                  <c:v>3.16</c:v>
                </c:pt>
                <c:pt idx="799">
                  <c:v>3.16</c:v>
                </c:pt>
                <c:pt idx="800">
                  <c:v>3.4119999999999999</c:v>
                </c:pt>
                <c:pt idx="801">
                  <c:v>3.4119999999999999</c:v>
                </c:pt>
                <c:pt idx="802">
                  <c:v>2.992</c:v>
                </c:pt>
                <c:pt idx="803">
                  <c:v>2.992</c:v>
                </c:pt>
                <c:pt idx="804">
                  <c:v>2.992</c:v>
                </c:pt>
                <c:pt idx="805">
                  <c:v>2.992</c:v>
                </c:pt>
                <c:pt idx="806">
                  <c:v>2.992</c:v>
                </c:pt>
                <c:pt idx="807">
                  <c:v>3.3279999999999998</c:v>
                </c:pt>
                <c:pt idx="808">
                  <c:v>3.3279999999999998</c:v>
                </c:pt>
                <c:pt idx="809">
                  <c:v>2.992</c:v>
                </c:pt>
                <c:pt idx="810">
                  <c:v>2.992</c:v>
                </c:pt>
                <c:pt idx="811">
                  <c:v>3.16</c:v>
                </c:pt>
                <c:pt idx="812">
                  <c:v>3.16</c:v>
                </c:pt>
                <c:pt idx="813">
                  <c:v>3.2440000000000002</c:v>
                </c:pt>
                <c:pt idx="814">
                  <c:v>3.2440000000000002</c:v>
                </c:pt>
                <c:pt idx="815">
                  <c:v>3.2440000000000002</c:v>
                </c:pt>
                <c:pt idx="816">
                  <c:v>3.0760000000000001</c:v>
                </c:pt>
                <c:pt idx="817">
                  <c:v>3.0760000000000001</c:v>
                </c:pt>
                <c:pt idx="818">
                  <c:v>3.3279999999999998</c:v>
                </c:pt>
                <c:pt idx="819">
                  <c:v>3.3279999999999998</c:v>
                </c:pt>
                <c:pt idx="820">
                  <c:v>3.3279999999999998</c:v>
                </c:pt>
                <c:pt idx="821">
                  <c:v>3.16</c:v>
                </c:pt>
                <c:pt idx="822">
                  <c:v>3.16</c:v>
                </c:pt>
                <c:pt idx="823">
                  <c:v>3.16</c:v>
                </c:pt>
                <c:pt idx="824">
                  <c:v>3.16</c:v>
                </c:pt>
                <c:pt idx="825">
                  <c:v>3.16</c:v>
                </c:pt>
                <c:pt idx="826">
                  <c:v>3.3279999999999998</c:v>
                </c:pt>
                <c:pt idx="827">
                  <c:v>3.3279999999999998</c:v>
                </c:pt>
                <c:pt idx="828">
                  <c:v>3.16</c:v>
                </c:pt>
                <c:pt idx="829">
                  <c:v>3.16</c:v>
                </c:pt>
                <c:pt idx="830">
                  <c:v>3.16</c:v>
                </c:pt>
                <c:pt idx="831">
                  <c:v>3.16</c:v>
                </c:pt>
                <c:pt idx="832">
                  <c:v>3.16</c:v>
                </c:pt>
                <c:pt idx="833">
                  <c:v>3.3279999999999998</c:v>
                </c:pt>
                <c:pt idx="834">
                  <c:v>3.3279999999999998</c:v>
                </c:pt>
                <c:pt idx="835">
                  <c:v>2.992</c:v>
                </c:pt>
                <c:pt idx="836">
                  <c:v>2.992</c:v>
                </c:pt>
                <c:pt idx="837">
                  <c:v>2.992</c:v>
                </c:pt>
                <c:pt idx="838">
                  <c:v>3.2440000000000002</c:v>
                </c:pt>
                <c:pt idx="839">
                  <c:v>3.2440000000000002</c:v>
                </c:pt>
                <c:pt idx="840">
                  <c:v>2.74</c:v>
                </c:pt>
                <c:pt idx="841">
                  <c:v>2.74</c:v>
                </c:pt>
                <c:pt idx="842">
                  <c:v>3.0760000000000001</c:v>
                </c:pt>
                <c:pt idx="843">
                  <c:v>3.0760000000000001</c:v>
                </c:pt>
                <c:pt idx="844">
                  <c:v>3.0760000000000001</c:v>
                </c:pt>
                <c:pt idx="845">
                  <c:v>3.16</c:v>
                </c:pt>
                <c:pt idx="846">
                  <c:v>3.16</c:v>
                </c:pt>
                <c:pt idx="847">
                  <c:v>3.16</c:v>
                </c:pt>
                <c:pt idx="848">
                  <c:v>3.3279999999999998</c:v>
                </c:pt>
                <c:pt idx="849">
                  <c:v>3.3279999999999998</c:v>
                </c:pt>
                <c:pt idx="850">
                  <c:v>2.992</c:v>
                </c:pt>
                <c:pt idx="851">
                  <c:v>2.992</c:v>
                </c:pt>
                <c:pt idx="852">
                  <c:v>2.992</c:v>
                </c:pt>
                <c:pt idx="853">
                  <c:v>2.8239999999999998</c:v>
                </c:pt>
                <c:pt idx="854">
                  <c:v>2.8239999999999998</c:v>
                </c:pt>
                <c:pt idx="855">
                  <c:v>3.3279999999999998</c:v>
                </c:pt>
                <c:pt idx="856">
                  <c:v>3.3279999999999998</c:v>
                </c:pt>
                <c:pt idx="857">
                  <c:v>3.3279999999999998</c:v>
                </c:pt>
                <c:pt idx="858">
                  <c:v>3.16</c:v>
                </c:pt>
                <c:pt idx="859">
                  <c:v>3.16</c:v>
                </c:pt>
                <c:pt idx="860">
                  <c:v>3.16</c:v>
                </c:pt>
                <c:pt idx="861">
                  <c:v>3.16</c:v>
                </c:pt>
                <c:pt idx="862">
                  <c:v>3.2440000000000002</c:v>
                </c:pt>
                <c:pt idx="863">
                  <c:v>3.2440000000000002</c:v>
                </c:pt>
                <c:pt idx="864">
                  <c:v>3.2440000000000002</c:v>
                </c:pt>
                <c:pt idx="865">
                  <c:v>2.9079999999999999</c:v>
                </c:pt>
                <c:pt idx="866">
                  <c:v>2.9079999999999999</c:v>
                </c:pt>
                <c:pt idx="867">
                  <c:v>2.992</c:v>
                </c:pt>
                <c:pt idx="868">
                  <c:v>2.992</c:v>
                </c:pt>
                <c:pt idx="869">
                  <c:v>3.2440000000000002</c:v>
                </c:pt>
                <c:pt idx="870">
                  <c:v>3.2440000000000002</c:v>
                </c:pt>
                <c:pt idx="871">
                  <c:v>3.2440000000000002</c:v>
                </c:pt>
                <c:pt idx="872">
                  <c:v>3.16</c:v>
                </c:pt>
                <c:pt idx="873">
                  <c:v>3.16</c:v>
                </c:pt>
                <c:pt idx="874">
                  <c:v>2.9079999999999999</c:v>
                </c:pt>
                <c:pt idx="875">
                  <c:v>2.9079999999999999</c:v>
                </c:pt>
                <c:pt idx="876">
                  <c:v>2.992</c:v>
                </c:pt>
                <c:pt idx="877">
                  <c:v>2.992</c:v>
                </c:pt>
                <c:pt idx="878">
                  <c:v>2.992</c:v>
                </c:pt>
                <c:pt idx="879">
                  <c:v>3.16</c:v>
                </c:pt>
                <c:pt idx="880">
                  <c:v>3.16</c:v>
                </c:pt>
                <c:pt idx="881">
                  <c:v>2.8239999999999998</c:v>
                </c:pt>
                <c:pt idx="882">
                  <c:v>2.8239999999999998</c:v>
                </c:pt>
                <c:pt idx="883">
                  <c:v>2.8239999999999998</c:v>
                </c:pt>
                <c:pt idx="884">
                  <c:v>3.3279999999999998</c:v>
                </c:pt>
                <c:pt idx="885">
                  <c:v>3.3279999999999998</c:v>
                </c:pt>
                <c:pt idx="886">
                  <c:v>3.0760000000000001</c:v>
                </c:pt>
                <c:pt idx="887">
                  <c:v>3.0760000000000001</c:v>
                </c:pt>
                <c:pt idx="888">
                  <c:v>3.0760000000000001</c:v>
                </c:pt>
                <c:pt idx="889">
                  <c:v>3.2440000000000002</c:v>
                </c:pt>
                <c:pt idx="890">
                  <c:v>3.2440000000000002</c:v>
                </c:pt>
                <c:pt idx="891">
                  <c:v>2.992</c:v>
                </c:pt>
                <c:pt idx="892">
                  <c:v>2.992</c:v>
                </c:pt>
                <c:pt idx="893">
                  <c:v>2.992</c:v>
                </c:pt>
                <c:pt idx="894">
                  <c:v>3.2440000000000002</c:v>
                </c:pt>
                <c:pt idx="895">
                  <c:v>3.2440000000000002</c:v>
                </c:pt>
                <c:pt idx="896">
                  <c:v>3.2440000000000002</c:v>
                </c:pt>
                <c:pt idx="897">
                  <c:v>3.2440000000000002</c:v>
                </c:pt>
                <c:pt idx="898">
                  <c:v>2.9079999999999999</c:v>
                </c:pt>
                <c:pt idx="899">
                  <c:v>2.9079999999999999</c:v>
                </c:pt>
                <c:pt idx="900">
                  <c:v>2.9079999999999999</c:v>
                </c:pt>
                <c:pt idx="901">
                  <c:v>2.8239999999999998</c:v>
                </c:pt>
                <c:pt idx="902">
                  <c:v>2.8239999999999998</c:v>
                </c:pt>
                <c:pt idx="903">
                  <c:v>3.16</c:v>
                </c:pt>
                <c:pt idx="904">
                  <c:v>3.16</c:v>
                </c:pt>
                <c:pt idx="905">
                  <c:v>3.16</c:v>
                </c:pt>
                <c:pt idx="906">
                  <c:v>2.74</c:v>
                </c:pt>
                <c:pt idx="907">
                  <c:v>2.74</c:v>
                </c:pt>
                <c:pt idx="908">
                  <c:v>3.2440000000000002</c:v>
                </c:pt>
                <c:pt idx="909">
                  <c:v>3.2440000000000002</c:v>
                </c:pt>
                <c:pt idx="910">
                  <c:v>3.2440000000000002</c:v>
                </c:pt>
                <c:pt idx="911">
                  <c:v>3.2440000000000002</c:v>
                </c:pt>
                <c:pt idx="912">
                  <c:v>3.2440000000000002</c:v>
                </c:pt>
                <c:pt idx="913">
                  <c:v>3.0760000000000001</c:v>
                </c:pt>
                <c:pt idx="914">
                  <c:v>3.0760000000000001</c:v>
                </c:pt>
                <c:pt idx="915">
                  <c:v>3.0760000000000001</c:v>
                </c:pt>
                <c:pt idx="916">
                  <c:v>2.9079999999999999</c:v>
                </c:pt>
                <c:pt idx="917">
                  <c:v>2.9079999999999999</c:v>
                </c:pt>
                <c:pt idx="918">
                  <c:v>2.9079999999999999</c:v>
                </c:pt>
                <c:pt idx="919">
                  <c:v>3.16</c:v>
                </c:pt>
                <c:pt idx="920">
                  <c:v>3.16</c:v>
                </c:pt>
                <c:pt idx="921">
                  <c:v>2.9079999999999999</c:v>
                </c:pt>
                <c:pt idx="922">
                  <c:v>2.9079999999999999</c:v>
                </c:pt>
                <c:pt idx="923">
                  <c:v>3.2440000000000002</c:v>
                </c:pt>
                <c:pt idx="924">
                  <c:v>3.2440000000000002</c:v>
                </c:pt>
                <c:pt idx="925">
                  <c:v>3.2440000000000002</c:v>
                </c:pt>
                <c:pt idx="926">
                  <c:v>3.2440000000000002</c:v>
                </c:pt>
                <c:pt idx="927">
                  <c:v>3.2440000000000002</c:v>
                </c:pt>
                <c:pt idx="928">
                  <c:v>3.2440000000000002</c:v>
                </c:pt>
                <c:pt idx="929">
                  <c:v>3.0760000000000001</c:v>
                </c:pt>
                <c:pt idx="930">
                  <c:v>3.0760000000000001</c:v>
                </c:pt>
                <c:pt idx="931">
                  <c:v>2.992</c:v>
                </c:pt>
                <c:pt idx="932">
                  <c:v>2.992</c:v>
                </c:pt>
                <c:pt idx="933">
                  <c:v>2.6560000000000001</c:v>
                </c:pt>
                <c:pt idx="934">
                  <c:v>2.6560000000000001</c:v>
                </c:pt>
                <c:pt idx="935">
                  <c:v>2.6560000000000001</c:v>
                </c:pt>
                <c:pt idx="936">
                  <c:v>2.74</c:v>
                </c:pt>
                <c:pt idx="937">
                  <c:v>2.74</c:v>
                </c:pt>
                <c:pt idx="938">
                  <c:v>2.5720000000000001</c:v>
                </c:pt>
                <c:pt idx="939">
                  <c:v>2.5720000000000001</c:v>
                </c:pt>
                <c:pt idx="940">
                  <c:v>2.5720000000000001</c:v>
                </c:pt>
                <c:pt idx="941">
                  <c:v>2.8239999999999998</c:v>
                </c:pt>
                <c:pt idx="942">
                  <c:v>2.8239999999999998</c:v>
                </c:pt>
                <c:pt idx="943">
                  <c:v>3.16</c:v>
                </c:pt>
                <c:pt idx="944">
                  <c:v>3.16</c:v>
                </c:pt>
                <c:pt idx="945">
                  <c:v>3.16</c:v>
                </c:pt>
                <c:pt idx="946">
                  <c:v>2.6560000000000001</c:v>
                </c:pt>
                <c:pt idx="947">
                  <c:v>2.6560000000000001</c:v>
                </c:pt>
                <c:pt idx="948">
                  <c:v>2.9079999999999999</c:v>
                </c:pt>
                <c:pt idx="949">
                  <c:v>2.9079999999999999</c:v>
                </c:pt>
                <c:pt idx="950">
                  <c:v>2.9079999999999999</c:v>
                </c:pt>
                <c:pt idx="951">
                  <c:v>2.4039999999999999</c:v>
                </c:pt>
                <c:pt idx="952">
                  <c:v>2.4039999999999999</c:v>
                </c:pt>
                <c:pt idx="953">
                  <c:v>2.6560000000000001</c:v>
                </c:pt>
                <c:pt idx="954">
                  <c:v>2.6560000000000001</c:v>
                </c:pt>
                <c:pt idx="955">
                  <c:v>2.6560000000000001</c:v>
                </c:pt>
                <c:pt idx="956">
                  <c:v>2.488</c:v>
                </c:pt>
                <c:pt idx="957">
                  <c:v>2.488</c:v>
                </c:pt>
                <c:pt idx="958">
                  <c:v>2.488</c:v>
                </c:pt>
                <c:pt idx="959">
                  <c:v>2.5720000000000001</c:v>
                </c:pt>
                <c:pt idx="960">
                  <c:v>2.5720000000000001</c:v>
                </c:pt>
                <c:pt idx="961">
                  <c:v>2.5720000000000001</c:v>
                </c:pt>
                <c:pt idx="962">
                  <c:v>2.5720000000000001</c:v>
                </c:pt>
                <c:pt idx="963">
                  <c:v>2.5720000000000001</c:v>
                </c:pt>
                <c:pt idx="964">
                  <c:v>2.5720000000000001</c:v>
                </c:pt>
                <c:pt idx="965">
                  <c:v>2.5720000000000001</c:v>
                </c:pt>
                <c:pt idx="966">
                  <c:v>2.9079999999999999</c:v>
                </c:pt>
                <c:pt idx="967">
                  <c:v>2.9079999999999999</c:v>
                </c:pt>
                <c:pt idx="968">
                  <c:v>2.9079999999999999</c:v>
                </c:pt>
                <c:pt idx="969">
                  <c:v>2.4039999999999999</c:v>
                </c:pt>
                <c:pt idx="970">
                  <c:v>2.4039999999999999</c:v>
                </c:pt>
                <c:pt idx="971">
                  <c:v>2.6560000000000001</c:v>
                </c:pt>
                <c:pt idx="972">
                  <c:v>2.6560000000000001</c:v>
                </c:pt>
                <c:pt idx="973">
                  <c:v>2.6560000000000001</c:v>
                </c:pt>
                <c:pt idx="974">
                  <c:v>2.5720000000000001</c:v>
                </c:pt>
                <c:pt idx="975">
                  <c:v>2.5720000000000001</c:v>
                </c:pt>
                <c:pt idx="976">
                  <c:v>2.3199999999999998</c:v>
                </c:pt>
                <c:pt idx="977">
                  <c:v>2.3199999999999998</c:v>
                </c:pt>
                <c:pt idx="978">
                  <c:v>2.3199999999999998</c:v>
                </c:pt>
                <c:pt idx="979">
                  <c:v>2.4039999999999999</c:v>
                </c:pt>
                <c:pt idx="980">
                  <c:v>2.4039999999999999</c:v>
                </c:pt>
                <c:pt idx="981">
                  <c:v>2.2360000000000002</c:v>
                </c:pt>
                <c:pt idx="982">
                  <c:v>2.2360000000000002</c:v>
                </c:pt>
                <c:pt idx="983">
                  <c:v>2.2360000000000002</c:v>
                </c:pt>
                <c:pt idx="984">
                  <c:v>2.1520000000000001</c:v>
                </c:pt>
                <c:pt idx="985">
                  <c:v>2.1520000000000001</c:v>
                </c:pt>
                <c:pt idx="986">
                  <c:v>2.3199999999999998</c:v>
                </c:pt>
                <c:pt idx="987">
                  <c:v>2.3199999999999998</c:v>
                </c:pt>
                <c:pt idx="988">
                  <c:v>2.3199999999999998</c:v>
                </c:pt>
                <c:pt idx="989">
                  <c:v>2.488</c:v>
                </c:pt>
                <c:pt idx="990">
                  <c:v>2.488</c:v>
                </c:pt>
                <c:pt idx="991">
                  <c:v>2.3199999999999998</c:v>
                </c:pt>
                <c:pt idx="992">
                  <c:v>2.3199999999999998</c:v>
                </c:pt>
                <c:pt idx="993">
                  <c:v>2.3199999999999998</c:v>
                </c:pt>
                <c:pt idx="994">
                  <c:v>2.4039999999999999</c:v>
                </c:pt>
                <c:pt idx="995">
                  <c:v>2.4039999999999999</c:v>
                </c:pt>
                <c:pt idx="996">
                  <c:v>2.6560000000000001</c:v>
                </c:pt>
                <c:pt idx="997">
                  <c:v>2.6560000000000001</c:v>
                </c:pt>
                <c:pt idx="998">
                  <c:v>2.6560000000000001</c:v>
                </c:pt>
                <c:pt idx="999">
                  <c:v>2.5720000000000001</c:v>
                </c:pt>
                <c:pt idx="1000">
                  <c:v>2.5720000000000001</c:v>
                </c:pt>
                <c:pt idx="1001">
                  <c:v>2.5720000000000001</c:v>
                </c:pt>
                <c:pt idx="1002">
                  <c:v>2.5720000000000001</c:v>
                </c:pt>
                <c:pt idx="1003">
                  <c:v>2.5720000000000001</c:v>
                </c:pt>
                <c:pt idx="1004">
                  <c:v>2.8239999999999998</c:v>
                </c:pt>
                <c:pt idx="1005">
                  <c:v>2.8239999999999998</c:v>
                </c:pt>
                <c:pt idx="1006">
                  <c:v>2.6560000000000001</c:v>
                </c:pt>
                <c:pt idx="1007">
                  <c:v>2.6560000000000001</c:v>
                </c:pt>
                <c:pt idx="1008">
                  <c:v>2.8239999999999998</c:v>
                </c:pt>
                <c:pt idx="1009">
                  <c:v>2.8239999999999998</c:v>
                </c:pt>
                <c:pt idx="1010">
                  <c:v>2.8239999999999998</c:v>
                </c:pt>
                <c:pt idx="1011">
                  <c:v>2.74</c:v>
                </c:pt>
                <c:pt idx="1012">
                  <c:v>2.8239999999999998</c:v>
                </c:pt>
                <c:pt idx="1013">
                  <c:v>2.8239999999999998</c:v>
                </c:pt>
                <c:pt idx="1014">
                  <c:v>2.6560000000000001</c:v>
                </c:pt>
                <c:pt idx="1015">
                  <c:v>2.6560000000000001</c:v>
                </c:pt>
                <c:pt idx="1016">
                  <c:v>2.9079999999999999</c:v>
                </c:pt>
                <c:pt idx="1017">
                  <c:v>2.9079999999999999</c:v>
                </c:pt>
                <c:pt idx="1018">
                  <c:v>2.9079999999999999</c:v>
                </c:pt>
                <c:pt idx="1019">
                  <c:v>2.6560000000000001</c:v>
                </c:pt>
                <c:pt idx="1020">
                  <c:v>2.6560000000000001</c:v>
                </c:pt>
                <c:pt idx="1021">
                  <c:v>2.6560000000000001</c:v>
                </c:pt>
                <c:pt idx="1022">
                  <c:v>2.6560000000000001</c:v>
                </c:pt>
                <c:pt idx="1023">
                  <c:v>2.8239999999999998</c:v>
                </c:pt>
                <c:pt idx="1024">
                  <c:v>2.8239999999999998</c:v>
                </c:pt>
                <c:pt idx="1025">
                  <c:v>2.6560000000000001</c:v>
                </c:pt>
                <c:pt idx="1026">
                  <c:v>2.6560000000000001</c:v>
                </c:pt>
                <c:pt idx="1027">
                  <c:v>2.74</c:v>
                </c:pt>
                <c:pt idx="1028">
                  <c:v>2.74</c:v>
                </c:pt>
                <c:pt idx="1029">
                  <c:v>2.6560000000000001</c:v>
                </c:pt>
                <c:pt idx="1030">
                  <c:v>2.6560000000000001</c:v>
                </c:pt>
                <c:pt idx="1031">
                  <c:v>2.6560000000000001</c:v>
                </c:pt>
                <c:pt idx="1032">
                  <c:v>2.6560000000000001</c:v>
                </c:pt>
                <c:pt idx="1033">
                  <c:v>2.992</c:v>
                </c:pt>
                <c:pt idx="1034">
                  <c:v>2.992</c:v>
                </c:pt>
                <c:pt idx="1035">
                  <c:v>2.6560000000000001</c:v>
                </c:pt>
                <c:pt idx="1036">
                  <c:v>2.6560000000000001</c:v>
                </c:pt>
                <c:pt idx="1037">
                  <c:v>2.6560000000000001</c:v>
                </c:pt>
                <c:pt idx="1038">
                  <c:v>2.6560000000000001</c:v>
                </c:pt>
                <c:pt idx="1039">
                  <c:v>2.6560000000000001</c:v>
                </c:pt>
                <c:pt idx="1040">
                  <c:v>2.6560000000000001</c:v>
                </c:pt>
                <c:pt idx="1041">
                  <c:v>2.9079999999999999</c:v>
                </c:pt>
                <c:pt idx="1042">
                  <c:v>2.9079999999999999</c:v>
                </c:pt>
                <c:pt idx="1043">
                  <c:v>2.9079999999999999</c:v>
                </c:pt>
                <c:pt idx="1044">
                  <c:v>2.9079999999999999</c:v>
                </c:pt>
                <c:pt idx="1045">
                  <c:v>2.9079999999999999</c:v>
                </c:pt>
                <c:pt idx="1046">
                  <c:v>2.8239999999999998</c:v>
                </c:pt>
                <c:pt idx="1047">
                  <c:v>2.8239999999999998</c:v>
                </c:pt>
                <c:pt idx="1048">
                  <c:v>2.9079999999999999</c:v>
                </c:pt>
                <c:pt idx="1049">
                  <c:v>2.9079999999999999</c:v>
                </c:pt>
                <c:pt idx="1050">
                  <c:v>2.3199999999999998</c:v>
                </c:pt>
                <c:pt idx="1051">
                  <c:v>2.3199999999999998</c:v>
                </c:pt>
                <c:pt idx="1052">
                  <c:v>2.3199999999999998</c:v>
                </c:pt>
                <c:pt idx="1053">
                  <c:v>2.6560000000000001</c:v>
                </c:pt>
                <c:pt idx="1054">
                  <c:v>2.6560000000000001</c:v>
                </c:pt>
                <c:pt idx="1055">
                  <c:v>2.8239999999999998</c:v>
                </c:pt>
                <c:pt idx="1056">
                  <c:v>2.8239999999999998</c:v>
                </c:pt>
                <c:pt idx="1057">
                  <c:v>3.16</c:v>
                </c:pt>
                <c:pt idx="1058">
                  <c:v>3.16</c:v>
                </c:pt>
                <c:pt idx="1059">
                  <c:v>2.74</c:v>
                </c:pt>
                <c:pt idx="1060">
                  <c:v>2.74</c:v>
                </c:pt>
                <c:pt idx="1061">
                  <c:v>2.8239999999999998</c:v>
                </c:pt>
                <c:pt idx="1062">
                  <c:v>2.8239999999999998</c:v>
                </c:pt>
                <c:pt idx="1063">
                  <c:v>3.0760000000000001</c:v>
                </c:pt>
                <c:pt idx="1064">
                  <c:v>3.0760000000000001</c:v>
                </c:pt>
                <c:pt idx="1065">
                  <c:v>2.8239999999999998</c:v>
                </c:pt>
                <c:pt idx="1066">
                  <c:v>2.8239999999999998</c:v>
                </c:pt>
                <c:pt idx="1067">
                  <c:v>2.8239999999999998</c:v>
                </c:pt>
                <c:pt idx="1068">
                  <c:v>2.9079999999999999</c:v>
                </c:pt>
                <c:pt idx="1069">
                  <c:v>2.9079999999999999</c:v>
                </c:pt>
                <c:pt idx="1070">
                  <c:v>2.9079999999999999</c:v>
                </c:pt>
                <c:pt idx="1071">
                  <c:v>2.9079999999999999</c:v>
                </c:pt>
                <c:pt idx="1072">
                  <c:v>3.3279999999999998</c:v>
                </c:pt>
                <c:pt idx="1073">
                  <c:v>3.3279999999999998</c:v>
                </c:pt>
                <c:pt idx="1074">
                  <c:v>3.3279999999999998</c:v>
                </c:pt>
                <c:pt idx="1075">
                  <c:v>3.3279999999999998</c:v>
                </c:pt>
                <c:pt idx="1076">
                  <c:v>3.3279999999999998</c:v>
                </c:pt>
                <c:pt idx="1077">
                  <c:v>2.8239999999999998</c:v>
                </c:pt>
                <c:pt idx="1078">
                  <c:v>2.8239999999999998</c:v>
                </c:pt>
                <c:pt idx="1079">
                  <c:v>2.8239999999999998</c:v>
                </c:pt>
                <c:pt idx="1080">
                  <c:v>2.8239999999999998</c:v>
                </c:pt>
                <c:pt idx="1081">
                  <c:v>2.8239999999999998</c:v>
                </c:pt>
                <c:pt idx="1082">
                  <c:v>2.9079999999999999</c:v>
                </c:pt>
                <c:pt idx="1083">
                  <c:v>2.9079999999999999</c:v>
                </c:pt>
                <c:pt idx="1084">
                  <c:v>3.16</c:v>
                </c:pt>
                <c:pt idx="1085">
                  <c:v>3.16</c:v>
                </c:pt>
                <c:pt idx="1086">
                  <c:v>3.2440000000000002</c:v>
                </c:pt>
                <c:pt idx="1087">
                  <c:v>3.2440000000000002</c:v>
                </c:pt>
                <c:pt idx="1088">
                  <c:v>3.2440000000000002</c:v>
                </c:pt>
                <c:pt idx="1089">
                  <c:v>2.9079999999999999</c:v>
                </c:pt>
                <c:pt idx="1090">
                  <c:v>2.9079999999999999</c:v>
                </c:pt>
                <c:pt idx="1091">
                  <c:v>2.9079999999999999</c:v>
                </c:pt>
                <c:pt idx="1092">
                  <c:v>2.9079999999999999</c:v>
                </c:pt>
                <c:pt idx="1093">
                  <c:v>3.2440000000000002</c:v>
                </c:pt>
                <c:pt idx="1094">
                  <c:v>3.2440000000000002</c:v>
                </c:pt>
                <c:pt idx="1095">
                  <c:v>3.16</c:v>
                </c:pt>
                <c:pt idx="1096">
                  <c:v>3.16</c:v>
                </c:pt>
                <c:pt idx="1097">
                  <c:v>3.16</c:v>
                </c:pt>
                <c:pt idx="1098">
                  <c:v>3.0760000000000001</c:v>
                </c:pt>
                <c:pt idx="1099">
                  <c:v>3.0760000000000001</c:v>
                </c:pt>
                <c:pt idx="1100">
                  <c:v>2.9079999999999999</c:v>
                </c:pt>
                <c:pt idx="1101">
                  <c:v>2.9079999999999999</c:v>
                </c:pt>
                <c:pt idx="1102">
                  <c:v>2.9079999999999999</c:v>
                </c:pt>
                <c:pt idx="1103">
                  <c:v>2.9079999999999999</c:v>
                </c:pt>
                <c:pt idx="1104">
                  <c:v>2.9079999999999999</c:v>
                </c:pt>
                <c:pt idx="1105">
                  <c:v>3.2440000000000002</c:v>
                </c:pt>
                <c:pt idx="1106">
                  <c:v>3.2440000000000002</c:v>
                </c:pt>
                <c:pt idx="1107">
                  <c:v>2.8239999999999998</c:v>
                </c:pt>
                <c:pt idx="1108">
                  <c:v>2.8239999999999998</c:v>
                </c:pt>
                <c:pt idx="1109">
                  <c:v>2.8239999999999998</c:v>
                </c:pt>
                <c:pt idx="1110">
                  <c:v>3.2440000000000002</c:v>
                </c:pt>
                <c:pt idx="1111">
                  <c:v>3.2440000000000002</c:v>
                </c:pt>
                <c:pt idx="1112">
                  <c:v>3.16</c:v>
                </c:pt>
                <c:pt idx="1113">
                  <c:v>3.16</c:v>
                </c:pt>
                <c:pt idx="1114">
                  <c:v>2.992</c:v>
                </c:pt>
                <c:pt idx="1115">
                  <c:v>2.992</c:v>
                </c:pt>
                <c:pt idx="1116">
                  <c:v>2.992</c:v>
                </c:pt>
                <c:pt idx="1117">
                  <c:v>2.74</c:v>
                </c:pt>
                <c:pt idx="1118">
                  <c:v>2.74</c:v>
                </c:pt>
                <c:pt idx="1119">
                  <c:v>2.74</c:v>
                </c:pt>
                <c:pt idx="1120">
                  <c:v>3.2440000000000002</c:v>
                </c:pt>
                <c:pt idx="1121">
                  <c:v>3.2440000000000002</c:v>
                </c:pt>
                <c:pt idx="1122">
                  <c:v>3.2440000000000002</c:v>
                </c:pt>
                <c:pt idx="1123">
                  <c:v>3.2440000000000002</c:v>
                </c:pt>
                <c:pt idx="1124">
                  <c:v>3.16</c:v>
                </c:pt>
                <c:pt idx="1125">
                  <c:v>3.16</c:v>
                </c:pt>
                <c:pt idx="1126">
                  <c:v>3.16</c:v>
                </c:pt>
                <c:pt idx="1127">
                  <c:v>3.3279999999999998</c:v>
                </c:pt>
                <c:pt idx="1128">
                  <c:v>3.3279999999999998</c:v>
                </c:pt>
                <c:pt idx="1129">
                  <c:v>3.3279999999999998</c:v>
                </c:pt>
                <c:pt idx="1130">
                  <c:v>2.9079999999999999</c:v>
                </c:pt>
                <c:pt idx="1131">
                  <c:v>2.9079999999999999</c:v>
                </c:pt>
                <c:pt idx="1132">
                  <c:v>3.16</c:v>
                </c:pt>
                <c:pt idx="1133">
                  <c:v>3.16</c:v>
                </c:pt>
                <c:pt idx="1134">
                  <c:v>3.16</c:v>
                </c:pt>
                <c:pt idx="1135">
                  <c:v>3.0760000000000001</c:v>
                </c:pt>
                <c:pt idx="1136">
                  <c:v>3.0760000000000001</c:v>
                </c:pt>
                <c:pt idx="1137">
                  <c:v>3.16</c:v>
                </c:pt>
                <c:pt idx="1138">
                  <c:v>3.16</c:v>
                </c:pt>
                <c:pt idx="1139">
                  <c:v>3.0760000000000001</c:v>
                </c:pt>
                <c:pt idx="1140">
                  <c:v>3.0760000000000001</c:v>
                </c:pt>
                <c:pt idx="1141">
                  <c:v>3.0760000000000001</c:v>
                </c:pt>
                <c:pt idx="1142">
                  <c:v>3.16</c:v>
                </c:pt>
                <c:pt idx="1143">
                  <c:v>3.16</c:v>
                </c:pt>
                <c:pt idx="1144">
                  <c:v>3.0760000000000001</c:v>
                </c:pt>
                <c:pt idx="1145">
                  <c:v>3.0760000000000001</c:v>
                </c:pt>
                <c:pt idx="1146">
                  <c:v>3.0760000000000001</c:v>
                </c:pt>
                <c:pt idx="1147">
                  <c:v>3.16</c:v>
                </c:pt>
                <c:pt idx="1148">
                  <c:v>3.16</c:v>
                </c:pt>
                <c:pt idx="1149">
                  <c:v>2.9079999999999999</c:v>
                </c:pt>
                <c:pt idx="1150">
                  <c:v>2.9079999999999999</c:v>
                </c:pt>
                <c:pt idx="1151">
                  <c:v>2.9079999999999999</c:v>
                </c:pt>
                <c:pt idx="1152">
                  <c:v>3.16</c:v>
                </c:pt>
                <c:pt idx="1153">
                  <c:v>3.16</c:v>
                </c:pt>
                <c:pt idx="1154">
                  <c:v>3.16</c:v>
                </c:pt>
                <c:pt idx="1155">
                  <c:v>3.16</c:v>
                </c:pt>
                <c:pt idx="1156">
                  <c:v>3.16</c:v>
                </c:pt>
                <c:pt idx="1157">
                  <c:v>3.2440000000000002</c:v>
                </c:pt>
                <c:pt idx="1158">
                  <c:v>2.629</c:v>
                </c:pt>
                <c:pt idx="1159">
                  <c:v>2.7669999999999999</c:v>
                </c:pt>
                <c:pt idx="1160">
                  <c:v>2.7669999999999999</c:v>
                </c:pt>
                <c:pt idx="1161">
                  <c:v>2.3530000000000002</c:v>
                </c:pt>
                <c:pt idx="1162">
                  <c:v>2.3530000000000002</c:v>
                </c:pt>
                <c:pt idx="1163">
                  <c:v>2.3530000000000002</c:v>
                </c:pt>
                <c:pt idx="1164">
                  <c:v>2.629</c:v>
                </c:pt>
                <c:pt idx="1165">
                  <c:v>2.629</c:v>
                </c:pt>
                <c:pt idx="1166">
                  <c:v>2.3530000000000002</c:v>
                </c:pt>
                <c:pt idx="1167">
                  <c:v>2.3530000000000002</c:v>
                </c:pt>
                <c:pt idx="1168">
                  <c:v>2.3530000000000002</c:v>
                </c:pt>
                <c:pt idx="1169">
                  <c:v>2.4220000000000002</c:v>
                </c:pt>
                <c:pt idx="1170">
                  <c:v>2.4220000000000002</c:v>
                </c:pt>
                <c:pt idx="1171">
                  <c:v>2.3530000000000002</c:v>
                </c:pt>
                <c:pt idx="1172">
                  <c:v>2.3530000000000002</c:v>
                </c:pt>
                <c:pt idx="1173">
                  <c:v>2.3530000000000002</c:v>
                </c:pt>
                <c:pt idx="1174">
                  <c:v>2.4910000000000001</c:v>
                </c:pt>
                <c:pt idx="1175">
                  <c:v>2.4910000000000001</c:v>
                </c:pt>
                <c:pt idx="1176">
                  <c:v>2.56</c:v>
                </c:pt>
                <c:pt idx="1177">
                  <c:v>2.56</c:v>
                </c:pt>
                <c:pt idx="1178">
                  <c:v>2.56</c:v>
                </c:pt>
                <c:pt idx="1179">
                  <c:v>2.698</c:v>
                </c:pt>
                <c:pt idx="1180">
                  <c:v>2.698</c:v>
                </c:pt>
                <c:pt idx="1181">
                  <c:v>2.698</c:v>
                </c:pt>
                <c:pt idx="1182">
                  <c:v>2.2839999999999998</c:v>
                </c:pt>
                <c:pt idx="1183">
                  <c:v>2.2839999999999998</c:v>
                </c:pt>
                <c:pt idx="1184">
                  <c:v>2.2839999999999998</c:v>
                </c:pt>
                <c:pt idx="1185">
                  <c:v>2.2839999999999998</c:v>
                </c:pt>
                <c:pt idx="1186">
                  <c:v>2.077</c:v>
                </c:pt>
                <c:pt idx="1187">
                  <c:v>2.077</c:v>
                </c:pt>
                <c:pt idx="1188">
                  <c:v>2.077</c:v>
                </c:pt>
                <c:pt idx="1189">
                  <c:v>2.1459999999999999</c:v>
                </c:pt>
                <c:pt idx="1190">
                  <c:v>2.1459999999999999</c:v>
                </c:pt>
                <c:pt idx="1191">
                  <c:v>2.2149999999999999</c:v>
                </c:pt>
                <c:pt idx="1192">
                  <c:v>2.2149999999999999</c:v>
                </c:pt>
                <c:pt idx="1193">
                  <c:v>2.4910000000000001</c:v>
                </c:pt>
                <c:pt idx="1194">
                  <c:v>2.4910000000000001</c:v>
                </c:pt>
                <c:pt idx="1195">
                  <c:v>2.4910000000000001</c:v>
                </c:pt>
                <c:pt idx="1196">
                  <c:v>2.2839999999999998</c:v>
                </c:pt>
                <c:pt idx="1197">
                  <c:v>2.2839999999999998</c:v>
                </c:pt>
                <c:pt idx="1198">
                  <c:v>2.1459999999999999</c:v>
                </c:pt>
                <c:pt idx="1199">
                  <c:v>2.1459999999999999</c:v>
                </c:pt>
                <c:pt idx="1200">
                  <c:v>2.4220000000000002</c:v>
                </c:pt>
                <c:pt idx="1201">
                  <c:v>2.4220000000000002</c:v>
                </c:pt>
                <c:pt idx="1202">
                  <c:v>2.4220000000000002</c:v>
                </c:pt>
                <c:pt idx="1203">
                  <c:v>2.2839999999999998</c:v>
                </c:pt>
                <c:pt idx="1204">
                  <c:v>2.2839999999999998</c:v>
                </c:pt>
                <c:pt idx="1205">
                  <c:v>2.2839999999999998</c:v>
                </c:pt>
                <c:pt idx="1206">
                  <c:v>2.2839999999999998</c:v>
                </c:pt>
                <c:pt idx="1207">
                  <c:v>2.2839999999999998</c:v>
                </c:pt>
                <c:pt idx="1208">
                  <c:v>2.4910000000000001</c:v>
                </c:pt>
                <c:pt idx="1209">
                  <c:v>2.4910000000000001</c:v>
                </c:pt>
                <c:pt idx="1210">
                  <c:v>2.2839999999999998</c:v>
                </c:pt>
                <c:pt idx="1211">
                  <c:v>2.2839999999999998</c:v>
                </c:pt>
                <c:pt idx="1212">
                  <c:v>2.077</c:v>
                </c:pt>
                <c:pt idx="1213">
                  <c:v>2.077</c:v>
                </c:pt>
                <c:pt idx="1214">
                  <c:v>2.077</c:v>
                </c:pt>
                <c:pt idx="1215">
                  <c:v>2.2839999999999998</c:v>
                </c:pt>
                <c:pt idx="1216">
                  <c:v>2.2839999999999998</c:v>
                </c:pt>
                <c:pt idx="1217">
                  <c:v>2.3530000000000002</c:v>
                </c:pt>
                <c:pt idx="1218">
                  <c:v>2.3530000000000002</c:v>
                </c:pt>
                <c:pt idx="1219">
                  <c:v>2.3530000000000002</c:v>
                </c:pt>
                <c:pt idx="1220">
                  <c:v>2.2149999999999999</c:v>
                </c:pt>
                <c:pt idx="1221">
                  <c:v>2.2149999999999999</c:v>
                </c:pt>
                <c:pt idx="1222">
                  <c:v>2.3530000000000002</c:v>
                </c:pt>
                <c:pt idx="1223">
                  <c:v>2.3530000000000002</c:v>
                </c:pt>
                <c:pt idx="1224">
                  <c:v>2.3530000000000002</c:v>
                </c:pt>
                <c:pt idx="1225">
                  <c:v>2.3530000000000002</c:v>
                </c:pt>
                <c:pt idx="1226">
                  <c:v>2.3530000000000002</c:v>
                </c:pt>
                <c:pt idx="1227">
                  <c:v>2.7669999999999999</c:v>
                </c:pt>
                <c:pt idx="1228">
                  <c:v>2.7669999999999999</c:v>
                </c:pt>
                <c:pt idx="1229">
                  <c:v>2.7669999999999999</c:v>
                </c:pt>
                <c:pt idx="1230">
                  <c:v>2.1459999999999999</c:v>
                </c:pt>
                <c:pt idx="1231">
                  <c:v>2.1459999999999999</c:v>
                </c:pt>
                <c:pt idx="1232">
                  <c:v>1.9390000000000001</c:v>
                </c:pt>
                <c:pt idx="1233">
                  <c:v>1.9390000000000001</c:v>
                </c:pt>
                <c:pt idx="1234">
                  <c:v>2.077</c:v>
                </c:pt>
                <c:pt idx="1235">
                  <c:v>2.077</c:v>
                </c:pt>
                <c:pt idx="1236">
                  <c:v>2.077</c:v>
                </c:pt>
                <c:pt idx="1237">
                  <c:v>1.9390000000000001</c:v>
                </c:pt>
                <c:pt idx="1238">
                  <c:v>1.9390000000000001</c:v>
                </c:pt>
                <c:pt idx="1239">
                  <c:v>1.9390000000000001</c:v>
                </c:pt>
                <c:pt idx="1240">
                  <c:v>1.9390000000000001</c:v>
                </c:pt>
                <c:pt idx="1241">
                  <c:v>1.9390000000000001</c:v>
                </c:pt>
                <c:pt idx="1242">
                  <c:v>2.077</c:v>
                </c:pt>
                <c:pt idx="1243">
                  <c:v>2.077</c:v>
                </c:pt>
                <c:pt idx="1244">
                  <c:v>1.8009999999999999</c:v>
                </c:pt>
                <c:pt idx="1245">
                  <c:v>1.8009999999999999</c:v>
                </c:pt>
                <c:pt idx="1246">
                  <c:v>1.8009999999999999</c:v>
                </c:pt>
                <c:pt idx="1247">
                  <c:v>1.663</c:v>
                </c:pt>
                <c:pt idx="1248">
                  <c:v>1.663</c:v>
                </c:pt>
                <c:pt idx="1249">
                  <c:v>1.9390000000000001</c:v>
                </c:pt>
                <c:pt idx="1250">
                  <c:v>1.9390000000000001</c:v>
                </c:pt>
                <c:pt idx="1251">
                  <c:v>1.9390000000000001</c:v>
                </c:pt>
                <c:pt idx="1252">
                  <c:v>1.5249999999999999</c:v>
                </c:pt>
                <c:pt idx="1253">
                  <c:v>1.5249999999999999</c:v>
                </c:pt>
                <c:pt idx="1254">
                  <c:v>1.387</c:v>
                </c:pt>
                <c:pt idx="1255">
                  <c:v>1.387</c:v>
                </c:pt>
                <c:pt idx="1256">
                  <c:v>1.387</c:v>
                </c:pt>
                <c:pt idx="1257">
                  <c:v>1.3180000000000001</c:v>
                </c:pt>
                <c:pt idx="1258">
                  <c:v>1.3180000000000001</c:v>
                </c:pt>
                <c:pt idx="1259">
                  <c:v>1.111</c:v>
                </c:pt>
                <c:pt idx="1260">
                  <c:v>1.111</c:v>
                </c:pt>
                <c:pt idx="1261">
                  <c:v>0.97299999999999998</c:v>
                </c:pt>
                <c:pt idx="1262">
                  <c:v>0.97299999999999998</c:v>
                </c:pt>
                <c:pt idx="1263">
                  <c:v>0.97299999999999998</c:v>
                </c:pt>
                <c:pt idx="1264">
                  <c:v>0.69699999999999995</c:v>
                </c:pt>
                <c:pt idx="1265">
                  <c:v>0.69699999999999995</c:v>
                </c:pt>
                <c:pt idx="1266">
                  <c:v>0.69699999999999995</c:v>
                </c:pt>
                <c:pt idx="1267">
                  <c:v>0.69699999999999995</c:v>
                </c:pt>
                <c:pt idx="1268">
                  <c:v>0.69699999999999995</c:v>
                </c:pt>
                <c:pt idx="1269">
                  <c:v>1.042</c:v>
                </c:pt>
                <c:pt idx="1270">
                  <c:v>1.042</c:v>
                </c:pt>
                <c:pt idx="1271">
                  <c:v>0.35199999999999998</c:v>
                </c:pt>
                <c:pt idx="1272">
                  <c:v>0.35199999999999998</c:v>
                </c:pt>
                <c:pt idx="1273">
                  <c:v>0.35199999999999998</c:v>
                </c:pt>
                <c:pt idx="1274">
                  <c:v>0.76600000000000001</c:v>
                </c:pt>
                <c:pt idx="1275">
                  <c:v>0.76600000000000001</c:v>
                </c:pt>
                <c:pt idx="1276">
                  <c:v>0.83499999999999996</c:v>
                </c:pt>
                <c:pt idx="1277">
                  <c:v>0.83499999999999996</c:v>
                </c:pt>
                <c:pt idx="1278">
                  <c:v>0.83499999999999996</c:v>
                </c:pt>
                <c:pt idx="1279">
                  <c:v>0.69699999999999995</c:v>
                </c:pt>
                <c:pt idx="1280">
                  <c:v>0.69699999999999995</c:v>
                </c:pt>
                <c:pt idx="1281">
                  <c:v>0.69699999999999995</c:v>
                </c:pt>
                <c:pt idx="1282">
                  <c:v>0.76600000000000001</c:v>
                </c:pt>
                <c:pt idx="1283">
                  <c:v>0.76600000000000001</c:v>
                </c:pt>
                <c:pt idx="1284">
                  <c:v>0.83499999999999996</c:v>
                </c:pt>
                <c:pt idx="1285">
                  <c:v>0.83499999999999996</c:v>
                </c:pt>
                <c:pt idx="1286">
                  <c:v>0.83499999999999996</c:v>
                </c:pt>
                <c:pt idx="1287">
                  <c:v>0.628</c:v>
                </c:pt>
                <c:pt idx="1288">
                  <c:v>0.628</c:v>
                </c:pt>
                <c:pt idx="1289">
                  <c:v>0.49</c:v>
                </c:pt>
                <c:pt idx="1290">
                  <c:v>0.49</c:v>
                </c:pt>
                <c:pt idx="1291">
                  <c:v>7.5999999999999998E-2</c:v>
                </c:pt>
                <c:pt idx="1292">
                  <c:v>7.5999999999999998E-2</c:v>
                </c:pt>
                <c:pt idx="1293">
                  <c:v>7.5999999999999998E-2</c:v>
                </c:pt>
                <c:pt idx="1294">
                  <c:v>0.14499999999999999</c:v>
                </c:pt>
                <c:pt idx="1295">
                  <c:v>0.14499999999999999</c:v>
                </c:pt>
                <c:pt idx="1296">
                  <c:v>0.35199999999999998</c:v>
                </c:pt>
                <c:pt idx="1297">
                  <c:v>0.35199999999999998</c:v>
                </c:pt>
                <c:pt idx="1298">
                  <c:v>0.35199999999999998</c:v>
                </c:pt>
                <c:pt idx="1299">
                  <c:v>0.628</c:v>
                </c:pt>
                <c:pt idx="1300">
                  <c:v>0.628</c:v>
                </c:pt>
                <c:pt idx="1301">
                  <c:v>0.55900000000000005</c:v>
                </c:pt>
                <c:pt idx="1302">
                  <c:v>0.55900000000000005</c:v>
                </c:pt>
                <c:pt idx="1303">
                  <c:v>0.55900000000000005</c:v>
                </c:pt>
                <c:pt idx="1304">
                  <c:v>0.28299999999999997</c:v>
                </c:pt>
                <c:pt idx="1305">
                  <c:v>0.28299999999999997</c:v>
                </c:pt>
                <c:pt idx="1306">
                  <c:v>0.49</c:v>
                </c:pt>
                <c:pt idx="1307">
                  <c:v>0.49</c:v>
                </c:pt>
                <c:pt idx="1308">
                  <c:v>0.49</c:v>
                </c:pt>
                <c:pt idx="1309">
                  <c:v>0.55900000000000005</c:v>
                </c:pt>
                <c:pt idx="1310">
                  <c:v>0.55900000000000005</c:v>
                </c:pt>
                <c:pt idx="1311">
                  <c:v>0.49</c:v>
                </c:pt>
                <c:pt idx="1312">
                  <c:v>0.49</c:v>
                </c:pt>
                <c:pt idx="1313">
                  <c:v>0.628</c:v>
                </c:pt>
                <c:pt idx="1314">
                  <c:v>0.628</c:v>
                </c:pt>
                <c:pt idx="1315">
                  <c:v>0.628</c:v>
                </c:pt>
                <c:pt idx="1316">
                  <c:v>0.42099999999999999</c:v>
                </c:pt>
                <c:pt idx="1317">
                  <c:v>0.42099999999999999</c:v>
                </c:pt>
                <c:pt idx="1318">
                  <c:v>0.97299999999999998</c:v>
                </c:pt>
                <c:pt idx="1319">
                  <c:v>0.97299999999999998</c:v>
                </c:pt>
                <c:pt idx="1320">
                  <c:v>0.97299999999999998</c:v>
                </c:pt>
                <c:pt idx="1321">
                  <c:v>1.18</c:v>
                </c:pt>
                <c:pt idx="1322">
                  <c:v>1.18</c:v>
                </c:pt>
                <c:pt idx="1323">
                  <c:v>1.5940000000000001</c:v>
                </c:pt>
                <c:pt idx="1324">
                  <c:v>1.5940000000000001</c:v>
                </c:pt>
                <c:pt idx="1325">
                  <c:v>1.732</c:v>
                </c:pt>
                <c:pt idx="1326">
                  <c:v>1.732</c:v>
                </c:pt>
                <c:pt idx="1327">
                  <c:v>1.732</c:v>
                </c:pt>
                <c:pt idx="1328">
                  <c:v>2.008</c:v>
                </c:pt>
                <c:pt idx="1329">
                  <c:v>2.008</c:v>
                </c:pt>
                <c:pt idx="1330">
                  <c:v>2.008</c:v>
                </c:pt>
                <c:pt idx="1331">
                  <c:v>2.008</c:v>
                </c:pt>
                <c:pt idx="1332">
                  <c:v>2.008</c:v>
                </c:pt>
                <c:pt idx="1333">
                  <c:v>2.2149999999999999</c:v>
                </c:pt>
                <c:pt idx="1334">
                  <c:v>2.2149999999999999</c:v>
                </c:pt>
                <c:pt idx="1335">
                  <c:v>2.698</c:v>
                </c:pt>
                <c:pt idx="1336">
                  <c:v>2.4220000000000002</c:v>
                </c:pt>
                <c:pt idx="1337">
                  <c:v>2.4220000000000002</c:v>
                </c:pt>
                <c:pt idx="1338">
                  <c:v>2.4220000000000002</c:v>
                </c:pt>
                <c:pt idx="1339">
                  <c:v>2.4910000000000001</c:v>
                </c:pt>
                <c:pt idx="1340">
                  <c:v>2.4910000000000001</c:v>
                </c:pt>
                <c:pt idx="1341">
                  <c:v>2.4910000000000001</c:v>
                </c:pt>
                <c:pt idx="1342">
                  <c:v>2.4220000000000002</c:v>
                </c:pt>
                <c:pt idx="1343">
                  <c:v>2.4220000000000002</c:v>
                </c:pt>
                <c:pt idx="1344">
                  <c:v>2.56</c:v>
                </c:pt>
                <c:pt idx="1345">
                  <c:v>2.56</c:v>
                </c:pt>
                <c:pt idx="1346">
                  <c:v>2.56</c:v>
                </c:pt>
                <c:pt idx="1347">
                  <c:v>2.4910000000000001</c:v>
                </c:pt>
                <c:pt idx="1348">
                  <c:v>2.4910000000000001</c:v>
                </c:pt>
                <c:pt idx="1349">
                  <c:v>2.698</c:v>
                </c:pt>
                <c:pt idx="1350">
                  <c:v>2.698</c:v>
                </c:pt>
                <c:pt idx="1351">
                  <c:v>2.4910000000000001</c:v>
                </c:pt>
                <c:pt idx="1352">
                  <c:v>2.4910000000000001</c:v>
                </c:pt>
                <c:pt idx="1353">
                  <c:v>2.4910000000000001</c:v>
                </c:pt>
                <c:pt idx="1354">
                  <c:v>2.3530000000000002</c:v>
                </c:pt>
                <c:pt idx="1355">
                  <c:v>2.3530000000000002</c:v>
                </c:pt>
                <c:pt idx="1356">
                  <c:v>2.56</c:v>
                </c:pt>
                <c:pt idx="1357">
                  <c:v>2.56</c:v>
                </c:pt>
                <c:pt idx="1358">
                  <c:v>2.56</c:v>
                </c:pt>
                <c:pt idx="1359">
                  <c:v>2.56</c:v>
                </c:pt>
                <c:pt idx="1360">
                  <c:v>2.56</c:v>
                </c:pt>
                <c:pt idx="1361">
                  <c:v>2.4910000000000001</c:v>
                </c:pt>
                <c:pt idx="1362">
                  <c:v>2.4910000000000001</c:v>
                </c:pt>
                <c:pt idx="1363">
                  <c:v>2.3530000000000002</c:v>
                </c:pt>
                <c:pt idx="1364">
                  <c:v>2.3530000000000002</c:v>
                </c:pt>
                <c:pt idx="1365">
                  <c:v>2.3530000000000002</c:v>
                </c:pt>
                <c:pt idx="1366">
                  <c:v>2.2839999999999998</c:v>
                </c:pt>
                <c:pt idx="1367">
                  <c:v>2.2839999999999998</c:v>
                </c:pt>
                <c:pt idx="1368">
                  <c:v>2.629</c:v>
                </c:pt>
                <c:pt idx="1369">
                  <c:v>2.629</c:v>
                </c:pt>
                <c:pt idx="1370">
                  <c:v>2.4910000000000001</c:v>
                </c:pt>
                <c:pt idx="1371">
                  <c:v>2.4910000000000001</c:v>
                </c:pt>
                <c:pt idx="1372">
                  <c:v>2.4910000000000001</c:v>
                </c:pt>
                <c:pt idx="1373">
                  <c:v>2.56</c:v>
                </c:pt>
                <c:pt idx="1374">
                  <c:v>2.56</c:v>
                </c:pt>
                <c:pt idx="1375">
                  <c:v>2.3530000000000002</c:v>
                </c:pt>
                <c:pt idx="1376">
                  <c:v>2.3530000000000002</c:v>
                </c:pt>
                <c:pt idx="1377">
                  <c:v>2.3530000000000002</c:v>
                </c:pt>
                <c:pt idx="1378">
                  <c:v>2.56</c:v>
                </c:pt>
                <c:pt idx="1379">
                  <c:v>2.56</c:v>
                </c:pt>
                <c:pt idx="1380">
                  <c:v>2.4220000000000002</c:v>
                </c:pt>
                <c:pt idx="1381">
                  <c:v>2.4220000000000002</c:v>
                </c:pt>
                <c:pt idx="1382">
                  <c:v>2.56</c:v>
                </c:pt>
                <c:pt idx="1383">
                  <c:v>2.56</c:v>
                </c:pt>
                <c:pt idx="1384">
                  <c:v>2.56</c:v>
                </c:pt>
                <c:pt idx="1385">
                  <c:v>2.629</c:v>
                </c:pt>
                <c:pt idx="1386">
                  <c:v>2.629</c:v>
                </c:pt>
                <c:pt idx="1387">
                  <c:v>2.4220000000000002</c:v>
                </c:pt>
                <c:pt idx="1388">
                  <c:v>2.4220000000000002</c:v>
                </c:pt>
                <c:pt idx="1389">
                  <c:v>2.4220000000000002</c:v>
                </c:pt>
                <c:pt idx="1390">
                  <c:v>2.56</c:v>
                </c:pt>
                <c:pt idx="1391">
                  <c:v>2.56</c:v>
                </c:pt>
                <c:pt idx="1392">
                  <c:v>2.629</c:v>
                </c:pt>
                <c:pt idx="1393">
                  <c:v>2.629</c:v>
                </c:pt>
                <c:pt idx="1394">
                  <c:v>2.4910000000000001</c:v>
                </c:pt>
                <c:pt idx="1395">
                  <c:v>2.4910000000000001</c:v>
                </c:pt>
                <c:pt idx="1396">
                  <c:v>2.4910000000000001</c:v>
                </c:pt>
                <c:pt idx="1397">
                  <c:v>2.3530000000000002</c:v>
                </c:pt>
                <c:pt idx="1398">
                  <c:v>2.3530000000000002</c:v>
                </c:pt>
                <c:pt idx="1399">
                  <c:v>2.629</c:v>
                </c:pt>
                <c:pt idx="1400">
                  <c:v>2.629</c:v>
                </c:pt>
                <c:pt idx="1401">
                  <c:v>2.629</c:v>
                </c:pt>
                <c:pt idx="1402">
                  <c:v>2.629</c:v>
                </c:pt>
                <c:pt idx="1403">
                  <c:v>2.629</c:v>
                </c:pt>
                <c:pt idx="1404">
                  <c:v>2.698</c:v>
                </c:pt>
                <c:pt idx="1405">
                  <c:v>2.698</c:v>
                </c:pt>
                <c:pt idx="1406">
                  <c:v>2.629</c:v>
                </c:pt>
                <c:pt idx="1407">
                  <c:v>2.629</c:v>
                </c:pt>
                <c:pt idx="1408">
                  <c:v>2.629</c:v>
                </c:pt>
                <c:pt idx="1409">
                  <c:v>2.2839999999999998</c:v>
                </c:pt>
                <c:pt idx="1410">
                  <c:v>2.2839999999999998</c:v>
                </c:pt>
                <c:pt idx="1411">
                  <c:v>2.56</c:v>
                </c:pt>
                <c:pt idx="1412">
                  <c:v>2.56</c:v>
                </c:pt>
                <c:pt idx="1413">
                  <c:v>2.4220000000000002</c:v>
                </c:pt>
                <c:pt idx="1414">
                  <c:v>2.4220000000000002</c:v>
                </c:pt>
                <c:pt idx="1415">
                  <c:v>2.4220000000000002</c:v>
                </c:pt>
                <c:pt idx="1416">
                  <c:v>2.4910000000000001</c:v>
                </c:pt>
                <c:pt idx="1417">
                  <c:v>2.4910000000000001</c:v>
                </c:pt>
                <c:pt idx="1418">
                  <c:v>2.2149999999999999</c:v>
                </c:pt>
                <c:pt idx="1419">
                  <c:v>2.2149999999999999</c:v>
                </c:pt>
                <c:pt idx="1420">
                  <c:v>2.698</c:v>
                </c:pt>
                <c:pt idx="1421">
                  <c:v>2.698</c:v>
                </c:pt>
                <c:pt idx="1422">
                  <c:v>2.698</c:v>
                </c:pt>
                <c:pt idx="1423">
                  <c:v>2.4910000000000001</c:v>
                </c:pt>
                <c:pt idx="1424">
                  <c:v>2.4910000000000001</c:v>
                </c:pt>
                <c:pt idx="1425">
                  <c:v>2.56</c:v>
                </c:pt>
                <c:pt idx="1426">
                  <c:v>2.56</c:v>
                </c:pt>
                <c:pt idx="1427">
                  <c:v>2.56</c:v>
                </c:pt>
                <c:pt idx="1428">
                  <c:v>2.56</c:v>
                </c:pt>
                <c:pt idx="1429">
                  <c:v>2.56</c:v>
                </c:pt>
                <c:pt idx="1430">
                  <c:v>2.56</c:v>
                </c:pt>
                <c:pt idx="1431">
                  <c:v>2.56</c:v>
                </c:pt>
                <c:pt idx="1432">
                  <c:v>2.4220000000000002</c:v>
                </c:pt>
                <c:pt idx="1433">
                  <c:v>2.4220000000000002</c:v>
                </c:pt>
                <c:pt idx="1434">
                  <c:v>2.4220000000000002</c:v>
                </c:pt>
                <c:pt idx="1435">
                  <c:v>2.56</c:v>
                </c:pt>
                <c:pt idx="1436">
                  <c:v>2.56</c:v>
                </c:pt>
                <c:pt idx="1437">
                  <c:v>2.3530000000000002</c:v>
                </c:pt>
                <c:pt idx="1438">
                  <c:v>2.3530000000000002</c:v>
                </c:pt>
                <c:pt idx="1439">
                  <c:v>2.2839999999999998</c:v>
                </c:pt>
                <c:pt idx="1440">
                  <c:v>2.2839999999999998</c:v>
                </c:pt>
                <c:pt idx="1441">
                  <c:v>2.56</c:v>
                </c:pt>
                <c:pt idx="1442">
                  <c:v>2.56</c:v>
                </c:pt>
                <c:pt idx="1443">
                  <c:v>2.4910000000000001</c:v>
                </c:pt>
                <c:pt idx="1444">
                  <c:v>2.4910000000000001</c:v>
                </c:pt>
                <c:pt idx="1445">
                  <c:v>2.629</c:v>
                </c:pt>
                <c:pt idx="1446">
                  <c:v>2.629</c:v>
                </c:pt>
                <c:pt idx="1447">
                  <c:v>2.629</c:v>
                </c:pt>
                <c:pt idx="1448">
                  <c:v>2.4910000000000001</c:v>
                </c:pt>
                <c:pt idx="1449">
                  <c:v>2.4910000000000001</c:v>
                </c:pt>
                <c:pt idx="1450">
                  <c:v>2.629</c:v>
                </c:pt>
                <c:pt idx="1451">
                  <c:v>2.629</c:v>
                </c:pt>
                <c:pt idx="1452">
                  <c:v>2.4910000000000001</c:v>
                </c:pt>
                <c:pt idx="1453">
                  <c:v>2.4910000000000001</c:v>
                </c:pt>
                <c:pt idx="1454">
                  <c:v>2.4910000000000001</c:v>
                </c:pt>
                <c:pt idx="1455">
                  <c:v>2.629</c:v>
                </c:pt>
                <c:pt idx="1456">
                  <c:v>2.629</c:v>
                </c:pt>
                <c:pt idx="1457">
                  <c:v>2.56</c:v>
                </c:pt>
                <c:pt idx="1458">
                  <c:v>2.56</c:v>
                </c:pt>
                <c:pt idx="1459">
                  <c:v>2.4220000000000002</c:v>
                </c:pt>
                <c:pt idx="1460">
                  <c:v>2.4220000000000002</c:v>
                </c:pt>
                <c:pt idx="1461">
                  <c:v>2.3530000000000002</c:v>
                </c:pt>
                <c:pt idx="1462">
                  <c:v>2.3530000000000002</c:v>
                </c:pt>
                <c:pt idx="1463">
                  <c:v>2.3530000000000002</c:v>
                </c:pt>
                <c:pt idx="1464">
                  <c:v>2.629</c:v>
                </c:pt>
                <c:pt idx="1465">
                  <c:v>2.629</c:v>
                </c:pt>
                <c:pt idx="1466">
                  <c:v>2.56</c:v>
                </c:pt>
                <c:pt idx="1467">
                  <c:v>2.56</c:v>
                </c:pt>
                <c:pt idx="1468">
                  <c:v>2.4910000000000001</c:v>
                </c:pt>
                <c:pt idx="1469">
                  <c:v>2.4910000000000001</c:v>
                </c:pt>
                <c:pt idx="1470">
                  <c:v>2.2839999999999998</c:v>
                </c:pt>
                <c:pt idx="1471">
                  <c:v>2.2839999999999998</c:v>
                </c:pt>
                <c:pt idx="1472">
                  <c:v>2.2839999999999998</c:v>
                </c:pt>
                <c:pt idx="1473">
                  <c:v>2.2149999999999999</c:v>
                </c:pt>
                <c:pt idx="1474">
                  <c:v>2.2149999999999999</c:v>
                </c:pt>
                <c:pt idx="1475">
                  <c:v>2.4910000000000001</c:v>
                </c:pt>
                <c:pt idx="1476">
                  <c:v>2.4910000000000001</c:v>
                </c:pt>
                <c:pt idx="1477">
                  <c:v>2.2839999999999998</c:v>
                </c:pt>
                <c:pt idx="1478">
                  <c:v>2.2839999999999998</c:v>
                </c:pt>
                <c:pt idx="1479">
                  <c:v>2.3530000000000002</c:v>
                </c:pt>
                <c:pt idx="1480">
                  <c:v>2.3530000000000002</c:v>
                </c:pt>
                <c:pt idx="1481">
                  <c:v>2.1459999999999999</c:v>
                </c:pt>
                <c:pt idx="1482">
                  <c:v>2.1459999999999999</c:v>
                </c:pt>
                <c:pt idx="1483">
                  <c:v>2.1459999999999999</c:v>
                </c:pt>
                <c:pt idx="1484">
                  <c:v>2.698</c:v>
                </c:pt>
                <c:pt idx="1485">
                  <c:v>2.698</c:v>
                </c:pt>
                <c:pt idx="1486">
                  <c:v>2.629</c:v>
                </c:pt>
                <c:pt idx="1487">
                  <c:v>2.629</c:v>
                </c:pt>
                <c:pt idx="1488">
                  <c:v>2.4910000000000001</c:v>
                </c:pt>
                <c:pt idx="1489">
                  <c:v>2.56</c:v>
                </c:pt>
                <c:pt idx="1490">
                  <c:v>2.56</c:v>
                </c:pt>
                <c:pt idx="1491">
                  <c:v>2.56</c:v>
                </c:pt>
                <c:pt idx="1492">
                  <c:v>2.4910000000000001</c:v>
                </c:pt>
                <c:pt idx="1493">
                  <c:v>2.4910000000000001</c:v>
                </c:pt>
                <c:pt idx="1494">
                  <c:v>2.2839999999999998</c:v>
                </c:pt>
                <c:pt idx="1495">
                  <c:v>2.2839999999999998</c:v>
                </c:pt>
                <c:pt idx="1496">
                  <c:v>2.3530000000000002</c:v>
                </c:pt>
                <c:pt idx="1497">
                  <c:v>2.3530000000000002</c:v>
                </c:pt>
                <c:pt idx="1498">
                  <c:v>2.3530000000000002</c:v>
                </c:pt>
                <c:pt idx="1499">
                  <c:v>2.4910000000000001</c:v>
                </c:pt>
                <c:pt idx="1500">
                  <c:v>2.4910000000000001</c:v>
                </c:pt>
                <c:pt idx="1501">
                  <c:v>2.4910000000000001</c:v>
                </c:pt>
                <c:pt idx="1502">
                  <c:v>2.4220000000000002</c:v>
                </c:pt>
                <c:pt idx="1503">
                  <c:v>2.4220000000000002</c:v>
                </c:pt>
                <c:pt idx="1504">
                  <c:v>2.2839999999999998</c:v>
                </c:pt>
                <c:pt idx="1505">
                  <c:v>2.2839999999999998</c:v>
                </c:pt>
                <c:pt idx="1506">
                  <c:v>2.629</c:v>
                </c:pt>
                <c:pt idx="1507">
                  <c:v>2.629</c:v>
                </c:pt>
                <c:pt idx="1508">
                  <c:v>2.4910000000000001</c:v>
                </c:pt>
                <c:pt idx="1509">
                  <c:v>2.4910000000000001</c:v>
                </c:pt>
                <c:pt idx="1510">
                  <c:v>2.4910000000000001</c:v>
                </c:pt>
                <c:pt idx="1511">
                  <c:v>2.4220000000000002</c:v>
                </c:pt>
                <c:pt idx="1512">
                  <c:v>2.4220000000000002</c:v>
                </c:pt>
                <c:pt idx="1513">
                  <c:v>2.4910000000000001</c:v>
                </c:pt>
                <c:pt idx="1514">
                  <c:v>2.4910000000000001</c:v>
                </c:pt>
                <c:pt idx="1515">
                  <c:v>2.4910000000000001</c:v>
                </c:pt>
                <c:pt idx="1516">
                  <c:v>2.4220000000000002</c:v>
                </c:pt>
                <c:pt idx="1517">
                  <c:v>2.4220000000000002</c:v>
                </c:pt>
                <c:pt idx="1518">
                  <c:v>2.3530000000000002</c:v>
                </c:pt>
                <c:pt idx="1519">
                  <c:v>2.3530000000000002</c:v>
                </c:pt>
                <c:pt idx="1520">
                  <c:v>2.3530000000000002</c:v>
                </c:pt>
                <c:pt idx="1521">
                  <c:v>2.3530000000000002</c:v>
                </c:pt>
                <c:pt idx="1522">
                  <c:v>2.3530000000000002</c:v>
                </c:pt>
                <c:pt idx="1523">
                  <c:v>2.9049999999999998</c:v>
                </c:pt>
                <c:pt idx="1524">
                  <c:v>2.9049999999999998</c:v>
                </c:pt>
                <c:pt idx="1525">
                  <c:v>2.3530000000000002</c:v>
                </c:pt>
                <c:pt idx="1526">
                  <c:v>2.3530000000000002</c:v>
                </c:pt>
                <c:pt idx="1527">
                  <c:v>2.2149999999999999</c:v>
                </c:pt>
                <c:pt idx="1528">
                  <c:v>2.2149999999999999</c:v>
                </c:pt>
                <c:pt idx="1529">
                  <c:v>2.008</c:v>
                </c:pt>
                <c:pt idx="1530">
                  <c:v>2.008</c:v>
                </c:pt>
                <c:pt idx="1531">
                  <c:v>2.008</c:v>
                </c:pt>
                <c:pt idx="1532">
                  <c:v>2.1459999999999999</c:v>
                </c:pt>
                <c:pt idx="1533">
                  <c:v>2.1459999999999999</c:v>
                </c:pt>
                <c:pt idx="1534">
                  <c:v>2.077</c:v>
                </c:pt>
                <c:pt idx="1535">
                  <c:v>2.077</c:v>
                </c:pt>
                <c:pt idx="1536">
                  <c:v>2.077</c:v>
                </c:pt>
                <c:pt idx="1537">
                  <c:v>2.077</c:v>
                </c:pt>
                <c:pt idx="1538">
                  <c:v>2.1459999999999999</c:v>
                </c:pt>
                <c:pt idx="1539">
                  <c:v>2.1459999999999999</c:v>
                </c:pt>
                <c:pt idx="1540">
                  <c:v>2.1459999999999999</c:v>
                </c:pt>
                <c:pt idx="1541">
                  <c:v>1.87</c:v>
                </c:pt>
                <c:pt idx="1542">
                  <c:v>1.87</c:v>
                </c:pt>
                <c:pt idx="1543">
                  <c:v>1.5940000000000001</c:v>
                </c:pt>
                <c:pt idx="1544">
                  <c:v>1.5940000000000001</c:v>
                </c:pt>
                <c:pt idx="1545">
                  <c:v>1.5940000000000001</c:v>
                </c:pt>
                <c:pt idx="1546">
                  <c:v>1.5249999999999999</c:v>
                </c:pt>
                <c:pt idx="1547">
                  <c:v>1.5249999999999999</c:v>
                </c:pt>
                <c:pt idx="1548">
                  <c:v>1.2490000000000001</c:v>
                </c:pt>
                <c:pt idx="1549">
                  <c:v>1.2490000000000001</c:v>
                </c:pt>
                <c:pt idx="1550">
                  <c:v>1.2490000000000001</c:v>
                </c:pt>
                <c:pt idx="1551">
                  <c:v>1.387</c:v>
                </c:pt>
                <c:pt idx="1552">
                  <c:v>1.387</c:v>
                </c:pt>
                <c:pt idx="1553">
                  <c:v>1.2490000000000001</c:v>
                </c:pt>
                <c:pt idx="1554">
                  <c:v>1.2490000000000001</c:v>
                </c:pt>
                <c:pt idx="1555">
                  <c:v>1.2490000000000001</c:v>
                </c:pt>
                <c:pt idx="1556">
                  <c:v>0.83499999999999996</c:v>
                </c:pt>
                <c:pt idx="1557">
                  <c:v>0.83499999999999996</c:v>
                </c:pt>
                <c:pt idx="1558">
                  <c:v>0.97299999999999998</c:v>
                </c:pt>
                <c:pt idx="1559">
                  <c:v>0.97299999999999998</c:v>
                </c:pt>
                <c:pt idx="1560">
                  <c:v>0.97299999999999998</c:v>
                </c:pt>
                <c:pt idx="1561">
                  <c:v>0.97299999999999998</c:v>
                </c:pt>
                <c:pt idx="1562">
                  <c:v>0.628</c:v>
                </c:pt>
                <c:pt idx="1563">
                  <c:v>0.628</c:v>
                </c:pt>
                <c:pt idx="1564">
                  <c:v>0.628</c:v>
                </c:pt>
                <c:pt idx="1565">
                  <c:v>0.628</c:v>
                </c:pt>
                <c:pt idx="1566">
                  <c:v>0.628</c:v>
                </c:pt>
                <c:pt idx="1567">
                  <c:v>0.35199999999999998</c:v>
                </c:pt>
                <c:pt idx="1568">
                  <c:v>0.35199999999999998</c:v>
                </c:pt>
                <c:pt idx="1569">
                  <c:v>7.5999999999999998E-2</c:v>
                </c:pt>
                <c:pt idx="1570">
                  <c:v>7.5999999999999998E-2</c:v>
                </c:pt>
                <c:pt idx="1571">
                  <c:v>0.14499999999999999</c:v>
                </c:pt>
                <c:pt idx="1572">
                  <c:v>0.14499999999999999</c:v>
                </c:pt>
                <c:pt idx="1573">
                  <c:v>0.14499999999999999</c:v>
                </c:pt>
                <c:pt idx="1574">
                  <c:v>7.0000000000000001E-3</c:v>
                </c:pt>
                <c:pt idx="1575">
                  <c:v>7.0000000000000001E-3</c:v>
                </c:pt>
                <c:pt idx="1576">
                  <c:v>-0.13100000000000001</c:v>
                </c:pt>
                <c:pt idx="1577">
                  <c:v>-0.13100000000000001</c:v>
                </c:pt>
                <c:pt idx="1578">
                  <c:v>7.5999999999999998E-2</c:v>
                </c:pt>
                <c:pt idx="1579">
                  <c:v>7.5999999999999998E-2</c:v>
                </c:pt>
                <c:pt idx="1580">
                  <c:v>7.5999999999999998E-2</c:v>
                </c:pt>
                <c:pt idx="1581">
                  <c:v>0.14499999999999999</c:v>
                </c:pt>
                <c:pt idx="1582">
                  <c:v>0.14499999999999999</c:v>
                </c:pt>
                <c:pt idx="1583">
                  <c:v>0.214</c:v>
                </c:pt>
                <c:pt idx="1584">
                  <c:v>0.214</c:v>
                </c:pt>
                <c:pt idx="1585">
                  <c:v>0.214</c:v>
                </c:pt>
                <c:pt idx="1586">
                  <c:v>7.5999999999999998E-2</c:v>
                </c:pt>
                <c:pt idx="1587">
                  <c:v>0.13600000000000001</c:v>
                </c:pt>
                <c:pt idx="1588">
                  <c:v>0.13600000000000001</c:v>
                </c:pt>
                <c:pt idx="1589">
                  <c:v>-0.28399999999999997</c:v>
                </c:pt>
                <c:pt idx="1590">
                  <c:v>-0.28399999999999997</c:v>
                </c:pt>
                <c:pt idx="1591">
                  <c:v>-0.2</c:v>
                </c:pt>
                <c:pt idx="1592">
                  <c:v>-0.2</c:v>
                </c:pt>
                <c:pt idx="1593">
                  <c:v>-0.36799999999999999</c:v>
                </c:pt>
                <c:pt idx="1594">
                  <c:v>-0.36799999999999999</c:v>
                </c:pt>
                <c:pt idx="1595">
                  <c:v>0.13600000000000001</c:v>
                </c:pt>
                <c:pt idx="1596">
                  <c:v>0.13600000000000001</c:v>
                </c:pt>
                <c:pt idx="1597">
                  <c:v>0.13600000000000001</c:v>
                </c:pt>
                <c:pt idx="1598">
                  <c:v>-3.2000000000000001E-2</c:v>
                </c:pt>
                <c:pt idx="1599">
                  <c:v>-3.2000000000000001E-2</c:v>
                </c:pt>
                <c:pt idx="1600">
                  <c:v>5.1999999999999998E-2</c:v>
                </c:pt>
                <c:pt idx="1601">
                  <c:v>5.1999999999999998E-2</c:v>
                </c:pt>
                <c:pt idx="1602">
                  <c:v>-0.45200000000000001</c:v>
                </c:pt>
                <c:pt idx="1603">
                  <c:v>-0.45200000000000001</c:v>
                </c:pt>
                <c:pt idx="1604">
                  <c:v>-0.45200000000000001</c:v>
                </c:pt>
                <c:pt idx="1605">
                  <c:v>-0.36799999999999999</c:v>
                </c:pt>
                <c:pt idx="1606">
                  <c:v>-0.36799999999999999</c:v>
                </c:pt>
                <c:pt idx="1607">
                  <c:v>-0.36799999999999999</c:v>
                </c:pt>
                <c:pt idx="1608">
                  <c:v>-0.36799999999999999</c:v>
                </c:pt>
                <c:pt idx="1609">
                  <c:v>-0.36799999999999999</c:v>
                </c:pt>
                <c:pt idx="1610">
                  <c:v>-0.36799999999999999</c:v>
                </c:pt>
                <c:pt idx="1611">
                  <c:v>-0.36799999999999999</c:v>
                </c:pt>
                <c:pt idx="1612">
                  <c:v>-0.36799999999999999</c:v>
                </c:pt>
                <c:pt idx="1613">
                  <c:v>-0.53600000000000003</c:v>
                </c:pt>
                <c:pt idx="1614">
                  <c:v>-0.53600000000000003</c:v>
                </c:pt>
                <c:pt idx="1615">
                  <c:v>-0.36799999999999999</c:v>
                </c:pt>
                <c:pt idx="1616">
                  <c:v>-0.36799999999999999</c:v>
                </c:pt>
                <c:pt idx="1617">
                  <c:v>-0.62</c:v>
                </c:pt>
                <c:pt idx="1618">
                  <c:v>-0.62</c:v>
                </c:pt>
                <c:pt idx="1619">
                  <c:v>-0.28399999999999997</c:v>
                </c:pt>
                <c:pt idx="1620">
                  <c:v>-0.28399999999999997</c:v>
                </c:pt>
                <c:pt idx="1621">
                  <c:v>-0.28399999999999997</c:v>
                </c:pt>
                <c:pt idx="1622">
                  <c:v>-0.36799999999999999</c:v>
                </c:pt>
                <c:pt idx="1623">
                  <c:v>-0.36799999999999999</c:v>
                </c:pt>
                <c:pt idx="1624">
                  <c:v>-0.11600000000000001</c:v>
                </c:pt>
                <c:pt idx="1625">
                  <c:v>-0.11600000000000001</c:v>
                </c:pt>
                <c:pt idx="1626">
                  <c:v>-0.45200000000000001</c:v>
                </c:pt>
                <c:pt idx="1627">
                  <c:v>-0.45200000000000001</c:v>
                </c:pt>
                <c:pt idx="1628">
                  <c:v>-0.45200000000000001</c:v>
                </c:pt>
                <c:pt idx="1629">
                  <c:v>-0.2</c:v>
                </c:pt>
                <c:pt idx="1630">
                  <c:v>-0.2</c:v>
                </c:pt>
                <c:pt idx="1631">
                  <c:v>-0.70399999999999996</c:v>
                </c:pt>
                <c:pt idx="1632">
                  <c:v>-0.70399999999999996</c:v>
                </c:pt>
                <c:pt idx="1633">
                  <c:v>-0.70399999999999996</c:v>
                </c:pt>
                <c:pt idx="1634">
                  <c:v>-0.78800000000000003</c:v>
                </c:pt>
                <c:pt idx="1635">
                  <c:v>-0.78800000000000003</c:v>
                </c:pt>
                <c:pt idx="1636">
                  <c:v>-0.78800000000000003</c:v>
                </c:pt>
                <c:pt idx="1637">
                  <c:v>-0.78800000000000003</c:v>
                </c:pt>
                <c:pt idx="1638">
                  <c:v>-0.78800000000000003</c:v>
                </c:pt>
                <c:pt idx="1639">
                  <c:v>-0.28399999999999997</c:v>
                </c:pt>
                <c:pt idx="1640">
                  <c:v>-0.28399999999999997</c:v>
                </c:pt>
                <c:pt idx="1641">
                  <c:v>-0.62</c:v>
                </c:pt>
                <c:pt idx="1642">
                  <c:v>-0.62</c:v>
                </c:pt>
                <c:pt idx="1643">
                  <c:v>5.1999999999999998E-2</c:v>
                </c:pt>
                <c:pt idx="1644">
                  <c:v>5.1999999999999998E-2</c:v>
                </c:pt>
                <c:pt idx="1645">
                  <c:v>5.1999999999999998E-2</c:v>
                </c:pt>
                <c:pt idx="1646">
                  <c:v>-0.11600000000000001</c:v>
                </c:pt>
                <c:pt idx="1647">
                  <c:v>-0.11600000000000001</c:v>
                </c:pt>
                <c:pt idx="1648">
                  <c:v>-0.11600000000000001</c:v>
                </c:pt>
                <c:pt idx="1649">
                  <c:v>-0.28399999999999997</c:v>
                </c:pt>
                <c:pt idx="1650">
                  <c:v>-0.28399999999999997</c:v>
                </c:pt>
                <c:pt idx="1651">
                  <c:v>-0.36799999999999999</c:v>
                </c:pt>
                <c:pt idx="1652">
                  <c:v>-0.36799999999999999</c:v>
                </c:pt>
                <c:pt idx="1653">
                  <c:v>-0.36799999999999999</c:v>
                </c:pt>
                <c:pt idx="1654">
                  <c:v>-0.95599999999999996</c:v>
                </c:pt>
                <c:pt idx="1655">
                  <c:v>-0.95599999999999996</c:v>
                </c:pt>
                <c:pt idx="1656">
                  <c:v>-0.62</c:v>
                </c:pt>
                <c:pt idx="1657">
                  <c:v>-0.62</c:v>
                </c:pt>
                <c:pt idx="1658">
                  <c:v>-0.53600000000000003</c:v>
                </c:pt>
                <c:pt idx="1659">
                  <c:v>-0.53600000000000003</c:v>
                </c:pt>
                <c:pt idx="1660">
                  <c:v>-0.53600000000000003</c:v>
                </c:pt>
                <c:pt idx="1661">
                  <c:v>-0.36799999999999999</c:v>
                </c:pt>
                <c:pt idx="1662">
                  <c:v>-0.36799999999999999</c:v>
                </c:pt>
                <c:pt idx="1663">
                  <c:v>-0.70399999999999996</c:v>
                </c:pt>
                <c:pt idx="1664">
                  <c:v>-0.70399999999999996</c:v>
                </c:pt>
                <c:pt idx="1665">
                  <c:v>-0.70399999999999996</c:v>
                </c:pt>
                <c:pt idx="1666">
                  <c:v>-0.36799999999999999</c:v>
                </c:pt>
                <c:pt idx="1667">
                  <c:v>-0.36799999999999999</c:v>
                </c:pt>
                <c:pt idx="1668">
                  <c:v>-0.28399999999999997</c:v>
                </c:pt>
                <c:pt idx="1669">
                  <c:v>-0.28399999999999997</c:v>
                </c:pt>
                <c:pt idx="1670">
                  <c:v>-0.28399999999999997</c:v>
                </c:pt>
                <c:pt idx="1671">
                  <c:v>-0.2</c:v>
                </c:pt>
                <c:pt idx="1672">
                  <c:v>-0.2</c:v>
                </c:pt>
                <c:pt idx="1673">
                  <c:v>0.30399999999999999</c:v>
                </c:pt>
                <c:pt idx="1674">
                  <c:v>0.30399999999999999</c:v>
                </c:pt>
                <c:pt idx="1675">
                  <c:v>0.30399999999999999</c:v>
                </c:pt>
                <c:pt idx="1676">
                  <c:v>0.13600000000000001</c:v>
                </c:pt>
                <c:pt idx="1677">
                  <c:v>0.13600000000000001</c:v>
                </c:pt>
                <c:pt idx="1678">
                  <c:v>0.30399999999999999</c:v>
                </c:pt>
                <c:pt idx="1679">
                  <c:v>0.30399999999999999</c:v>
                </c:pt>
                <c:pt idx="1680">
                  <c:v>0.30399999999999999</c:v>
                </c:pt>
                <c:pt idx="1681">
                  <c:v>0.22</c:v>
                </c:pt>
                <c:pt idx="1682">
                  <c:v>0.22</c:v>
                </c:pt>
                <c:pt idx="1683">
                  <c:v>-0.11600000000000001</c:v>
                </c:pt>
                <c:pt idx="1684">
                  <c:v>-0.11600000000000001</c:v>
                </c:pt>
                <c:pt idx="1685">
                  <c:v>0.13600000000000001</c:v>
                </c:pt>
                <c:pt idx="1686">
                  <c:v>0.13600000000000001</c:v>
                </c:pt>
                <c:pt idx="1687">
                  <c:v>0.13600000000000001</c:v>
                </c:pt>
                <c:pt idx="1688">
                  <c:v>-3.2000000000000001E-2</c:v>
                </c:pt>
                <c:pt idx="1689">
                  <c:v>-3.2000000000000001E-2</c:v>
                </c:pt>
                <c:pt idx="1690">
                  <c:v>0.22</c:v>
                </c:pt>
                <c:pt idx="1691">
                  <c:v>0.22</c:v>
                </c:pt>
                <c:pt idx="1692">
                  <c:v>0.22</c:v>
                </c:pt>
                <c:pt idx="1693">
                  <c:v>0.47199999999999998</c:v>
                </c:pt>
                <c:pt idx="1694">
                  <c:v>0.47199999999999998</c:v>
                </c:pt>
                <c:pt idx="1695">
                  <c:v>0.72399999999999998</c:v>
                </c:pt>
                <c:pt idx="1696">
                  <c:v>0.72399999999999998</c:v>
                </c:pt>
                <c:pt idx="1697">
                  <c:v>1.06</c:v>
                </c:pt>
                <c:pt idx="1698">
                  <c:v>1.06</c:v>
                </c:pt>
                <c:pt idx="1699">
                  <c:v>0.89200000000000002</c:v>
                </c:pt>
                <c:pt idx="1700">
                  <c:v>0.89200000000000002</c:v>
                </c:pt>
                <c:pt idx="1701">
                  <c:v>0.89200000000000002</c:v>
                </c:pt>
                <c:pt idx="1702">
                  <c:v>0.64</c:v>
                </c:pt>
                <c:pt idx="1703">
                  <c:v>0.64</c:v>
                </c:pt>
                <c:pt idx="1704">
                  <c:v>1.48</c:v>
                </c:pt>
                <c:pt idx="1705">
                  <c:v>1.48</c:v>
                </c:pt>
                <c:pt idx="1706">
                  <c:v>1.48</c:v>
                </c:pt>
                <c:pt idx="1707">
                  <c:v>1.1439999999999999</c:v>
                </c:pt>
                <c:pt idx="1708">
                  <c:v>1.1439999999999999</c:v>
                </c:pt>
                <c:pt idx="1709">
                  <c:v>1.3120000000000001</c:v>
                </c:pt>
                <c:pt idx="1710">
                  <c:v>1.3120000000000001</c:v>
                </c:pt>
                <c:pt idx="1711">
                  <c:v>1.732</c:v>
                </c:pt>
                <c:pt idx="1712">
                  <c:v>1.732</c:v>
                </c:pt>
                <c:pt idx="1713">
                  <c:v>1.732</c:v>
                </c:pt>
                <c:pt idx="1714">
                  <c:v>1.732</c:v>
                </c:pt>
                <c:pt idx="1715">
                  <c:v>1.732</c:v>
                </c:pt>
                <c:pt idx="1716">
                  <c:v>1.732</c:v>
                </c:pt>
                <c:pt idx="1717">
                  <c:v>1.6479999999999999</c:v>
                </c:pt>
                <c:pt idx="1718">
                  <c:v>1.6479999999999999</c:v>
                </c:pt>
                <c:pt idx="1719">
                  <c:v>1.8160000000000001</c:v>
                </c:pt>
                <c:pt idx="1720">
                  <c:v>1.8160000000000001</c:v>
                </c:pt>
                <c:pt idx="1721">
                  <c:v>1.8160000000000001</c:v>
                </c:pt>
                <c:pt idx="1722">
                  <c:v>1.8160000000000001</c:v>
                </c:pt>
                <c:pt idx="1723">
                  <c:v>1.8160000000000001</c:v>
                </c:pt>
                <c:pt idx="1724">
                  <c:v>1.8160000000000001</c:v>
                </c:pt>
                <c:pt idx="1725">
                  <c:v>1.6479999999999999</c:v>
                </c:pt>
                <c:pt idx="1726">
                  <c:v>1.6479999999999999</c:v>
                </c:pt>
                <c:pt idx="1727">
                  <c:v>1.6479999999999999</c:v>
                </c:pt>
                <c:pt idx="1728">
                  <c:v>1.6479999999999999</c:v>
                </c:pt>
                <c:pt idx="1729">
                  <c:v>1.6479999999999999</c:v>
                </c:pt>
                <c:pt idx="1730">
                  <c:v>2.1520000000000001</c:v>
                </c:pt>
                <c:pt idx="1731">
                  <c:v>2.1520000000000001</c:v>
                </c:pt>
                <c:pt idx="1732">
                  <c:v>2.2360000000000002</c:v>
                </c:pt>
                <c:pt idx="1733">
                  <c:v>2.2360000000000002</c:v>
                </c:pt>
                <c:pt idx="1734">
                  <c:v>2.2360000000000002</c:v>
                </c:pt>
                <c:pt idx="1735">
                  <c:v>2.5720000000000001</c:v>
                </c:pt>
                <c:pt idx="1736">
                  <c:v>2.5720000000000001</c:v>
                </c:pt>
                <c:pt idx="1737">
                  <c:v>2.3199999999999998</c:v>
                </c:pt>
                <c:pt idx="1738">
                  <c:v>2.3199999999999998</c:v>
                </c:pt>
                <c:pt idx="1739">
                  <c:v>2.3199999999999998</c:v>
                </c:pt>
                <c:pt idx="1740">
                  <c:v>2.5720000000000001</c:v>
                </c:pt>
                <c:pt idx="1741">
                  <c:v>2.5720000000000001</c:v>
                </c:pt>
                <c:pt idx="1742">
                  <c:v>2.488</c:v>
                </c:pt>
                <c:pt idx="1743">
                  <c:v>2.488</c:v>
                </c:pt>
                <c:pt idx="1744">
                  <c:v>2.5720000000000001</c:v>
                </c:pt>
                <c:pt idx="1745">
                  <c:v>2.5720000000000001</c:v>
                </c:pt>
                <c:pt idx="1746">
                  <c:v>2.5720000000000001</c:v>
                </c:pt>
                <c:pt idx="1747">
                  <c:v>2.3199999999999998</c:v>
                </c:pt>
                <c:pt idx="1748">
                  <c:v>2.3199999999999998</c:v>
                </c:pt>
                <c:pt idx="1749">
                  <c:v>2.9079999999999999</c:v>
                </c:pt>
                <c:pt idx="1750">
                  <c:v>2.9079999999999999</c:v>
                </c:pt>
                <c:pt idx="1751">
                  <c:v>2.9079999999999999</c:v>
                </c:pt>
                <c:pt idx="1752">
                  <c:v>2.74</c:v>
                </c:pt>
                <c:pt idx="1753">
                  <c:v>2.74</c:v>
                </c:pt>
                <c:pt idx="1754">
                  <c:v>2.2360000000000002</c:v>
                </c:pt>
                <c:pt idx="1755">
                  <c:v>2.2360000000000002</c:v>
                </c:pt>
                <c:pt idx="1756">
                  <c:v>2.2360000000000002</c:v>
                </c:pt>
                <c:pt idx="1757">
                  <c:v>2.6560000000000001</c:v>
                </c:pt>
                <c:pt idx="1758">
                  <c:v>2.6560000000000001</c:v>
                </c:pt>
                <c:pt idx="1759">
                  <c:v>2.3199999999999998</c:v>
                </c:pt>
                <c:pt idx="1760">
                  <c:v>2.3199999999999998</c:v>
                </c:pt>
                <c:pt idx="1761">
                  <c:v>2.3199999999999998</c:v>
                </c:pt>
                <c:pt idx="1762">
                  <c:v>2.74</c:v>
                </c:pt>
                <c:pt idx="1763">
                  <c:v>2.74</c:v>
                </c:pt>
                <c:pt idx="1764">
                  <c:v>2.8239999999999998</c:v>
                </c:pt>
                <c:pt idx="1765">
                  <c:v>2.8239999999999998</c:v>
                </c:pt>
                <c:pt idx="1766">
                  <c:v>2.8239999999999998</c:v>
                </c:pt>
                <c:pt idx="1767">
                  <c:v>2.8239999999999998</c:v>
                </c:pt>
                <c:pt idx="1768">
                  <c:v>2.8239999999999998</c:v>
                </c:pt>
                <c:pt idx="1769">
                  <c:v>2.74</c:v>
                </c:pt>
                <c:pt idx="1770">
                  <c:v>2.74</c:v>
                </c:pt>
                <c:pt idx="1771">
                  <c:v>2.74</c:v>
                </c:pt>
                <c:pt idx="1772">
                  <c:v>2.8239999999999998</c:v>
                </c:pt>
                <c:pt idx="1773">
                  <c:v>2.8239999999999998</c:v>
                </c:pt>
                <c:pt idx="1774">
                  <c:v>2.8239999999999998</c:v>
                </c:pt>
                <c:pt idx="1775">
                  <c:v>2.8239999999999998</c:v>
                </c:pt>
                <c:pt idx="1776">
                  <c:v>3.2440000000000002</c:v>
                </c:pt>
                <c:pt idx="1777">
                  <c:v>3.2440000000000002</c:v>
                </c:pt>
                <c:pt idx="1778">
                  <c:v>3.2440000000000002</c:v>
                </c:pt>
                <c:pt idx="1779">
                  <c:v>2.9079999999999999</c:v>
                </c:pt>
                <c:pt idx="1780">
                  <c:v>2.9079999999999999</c:v>
                </c:pt>
                <c:pt idx="1781">
                  <c:v>2.9079999999999999</c:v>
                </c:pt>
                <c:pt idx="1782">
                  <c:v>2.9079999999999999</c:v>
                </c:pt>
                <c:pt idx="1783">
                  <c:v>2.9079999999999999</c:v>
                </c:pt>
                <c:pt idx="1784">
                  <c:v>3.2440000000000002</c:v>
                </c:pt>
                <c:pt idx="1785">
                  <c:v>3.2440000000000002</c:v>
                </c:pt>
                <c:pt idx="1786">
                  <c:v>3.0760000000000001</c:v>
                </c:pt>
                <c:pt idx="1787">
                  <c:v>3.0760000000000001</c:v>
                </c:pt>
                <c:pt idx="1788">
                  <c:v>3.0760000000000001</c:v>
                </c:pt>
                <c:pt idx="1789">
                  <c:v>2.992</c:v>
                </c:pt>
                <c:pt idx="1790">
                  <c:v>2.992</c:v>
                </c:pt>
                <c:pt idx="1791">
                  <c:v>2.992</c:v>
                </c:pt>
                <c:pt idx="1792">
                  <c:v>2.992</c:v>
                </c:pt>
                <c:pt idx="1793">
                  <c:v>2.992</c:v>
                </c:pt>
                <c:pt idx="1794">
                  <c:v>2.992</c:v>
                </c:pt>
                <c:pt idx="1795">
                  <c:v>2.992</c:v>
                </c:pt>
                <c:pt idx="1796">
                  <c:v>2.992</c:v>
                </c:pt>
                <c:pt idx="1797">
                  <c:v>2.9079999999999999</c:v>
                </c:pt>
                <c:pt idx="1798">
                  <c:v>2.9079999999999999</c:v>
                </c:pt>
                <c:pt idx="1799">
                  <c:v>2.992</c:v>
                </c:pt>
                <c:pt idx="1800">
                  <c:v>2.992</c:v>
                </c:pt>
                <c:pt idx="1801">
                  <c:v>2.8239999999999998</c:v>
                </c:pt>
                <c:pt idx="1802">
                  <c:v>2.8239999999999998</c:v>
                </c:pt>
                <c:pt idx="1803">
                  <c:v>3.2440000000000002</c:v>
                </c:pt>
                <c:pt idx="1804">
                  <c:v>3.2440000000000002</c:v>
                </c:pt>
                <c:pt idx="1805">
                  <c:v>3.2440000000000002</c:v>
                </c:pt>
                <c:pt idx="1806">
                  <c:v>2.6560000000000001</c:v>
                </c:pt>
                <c:pt idx="1807">
                  <c:v>2.6560000000000001</c:v>
                </c:pt>
                <c:pt idx="1808">
                  <c:v>2.488</c:v>
                </c:pt>
                <c:pt idx="1809">
                  <c:v>2.488</c:v>
                </c:pt>
                <c:pt idx="1810">
                  <c:v>2.488</c:v>
                </c:pt>
                <c:pt idx="1811">
                  <c:v>3.0760000000000001</c:v>
                </c:pt>
                <c:pt idx="1812">
                  <c:v>3.0760000000000001</c:v>
                </c:pt>
                <c:pt idx="1813">
                  <c:v>2.992</c:v>
                </c:pt>
                <c:pt idx="1814">
                  <c:v>2.992</c:v>
                </c:pt>
                <c:pt idx="1815">
                  <c:v>2.74</c:v>
                </c:pt>
                <c:pt idx="1816">
                  <c:v>2.74</c:v>
                </c:pt>
                <c:pt idx="1817">
                  <c:v>3.0760000000000001</c:v>
                </c:pt>
                <c:pt idx="1818">
                  <c:v>3.0760000000000001</c:v>
                </c:pt>
                <c:pt idx="1819">
                  <c:v>3.0760000000000001</c:v>
                </c:pt>
                <c:pt idx="1820">
                  <c:v>2.992</c:v>
                </c:pt>
                <c:pt idx="1821">
                  <c:v>2.992</c:v>
                </c:pt>
                <c:pt idx="1822">
                  <c:v>2.992</c:v>
                </c:pt>
                <c:pt idx="1823">
                  <c:v>2.992</c:v>
                </c:pt>
                <c:pt idx="1824">
                  <c:v>2.992</c:v>
                </c:pt>
                <c:pt idx="1825">
                  <c:v>2.74</c:v>
                </c:pt>
                <c:pt idx="1826">
                  <c:v>2.74</c:v>
                </c:pt>
                <c:pt idx="1827">
                  <c:v>2.74</c:v>
                </c:pt>
                <c:pt idx="1828">
                  <c:v>2.74</c:v>
                </c:pt>
                <c:pt idx="1829">
                  <c:v>3.0760000000000001</c:v>
                </c:pt>
                <c:pt idx="1830">
                  <c:v>3.0760000000000001</c:v>
                </c:pt>
                <c:pt idx="1831">
                  <c:v>2.992</c:v>
                </c:pt>
                <c:pt idx="1832">
                  <c:v>2.992</c:v>
                </c:pt>
                <c:pt idx="1833">
                  <c:v>2.6560000000000001</c:v>
                </c:pt>
                <c:pt idx="1834">
                  <c:v>2.6560000000000001</c:v>
                </c:pt>
                <c:pt idx="1835">
                  <c:v>2.9079999999999999</c:v>
                </c:pt>
                <c:pt idx="1836">
                  <c:v>2.9079999999999999</c:v>
                </c:pt>
                <c:pt idx="1837">
                  <c:v>2.9079999999999999</c:v>
                </c:pt>
                <c:pt idx="1838">
                  <c:v>2.74</c:v>
                </c:pt>
                <c:pt idx="1839">
                  <c:v>2.74</c:v>
                </c:pt>
                <c:pt idx="1840">
                  <c:v>3.0760000000000001</c:v>
                </c:pt>
                <c:pt idx="1841">
                  <c:v>3.0760000000000001</c:v>
                </c:pt>
                <c:pt idx="1842">
                  <c:v>3.16</c:v>
                </c:pt>
                <c:pt idx="1843">
                  <c:v>3.16</c:v>
                </c:pt>
                <c:pt idx="1844">
                  <c:v>2.992</c:v>
                </c:pt>
                <c:pt idx="1845">
                  <c:v>2.992</c:v>
                </c:pt>
                <c:pt idx="1846">
                  <c:v>2.992</c:v>
                </c:pt>
                <c:pt idx="1847">
                  <c:v>3.0760000000000001</c:v>
                </c:pt>
                <c:pt idx="1848">
                  <c:v>3.0760000000000001</c:v>
                </c:pt>
                <c:pt idx="1849">
                  <c:v>3.0760000000000001</c:v>
                </c:pt>
                <c:pt idx="1850">
                  <c:v>3.0760000000000001</c:v>
                </c:pt>
                <c:pt idx="1851">
                  <c:v>3.0760000000000001</c:v>
                </c:pt>
                <c:pt idx="1852">
                  <c:v>2.992</c:v>
                </c:pt>
                <c:pt idx="1853">
                  <c:v>2.992</c:v>
                </c:pt>
                <c:pt idx="1854">
                  <c:v>3.0760000000000001</c:v>
                </c:pt>
                <c:pt idx="1855">
                  <c:v>3.0760000000000001</c:v>
                </c:pt>
                <c:pt idx="1856">
                  <c:v>2.992</c:v>
                </c:pt>
                <c:pt idx="1857">
                  <c:v>2.992</c:v>
                </c:pt>
                <c:pt idx="1858">
                  <c:v>2.8239999999999998</c:v>
                </c:pt>
                <c:pt idx="1859">
                  <c:v>2.8239999999999998</c:v>
                </c:pt>
                <c:pt idx="1860">
                  <c:v>2.8239999999999998</c:v>
                </c:pt>
                <c:pt idx="1861">
                  <c:v>2.74</c:v>
                </c:pt>
                <c:pt idx="1862">
                  <c:v>2.74</c:v>
                </c:pt>
                <c:pt idx="1863">
                  <c:v>2.74</c:v>
                </c:pt>
                <c:pt idx="1864">
                  <c:v>2.74</c:v>
                </c:pt>
                <c:pt idx="1865">
                  <c:v>2.74</c:v>
                </c:pt>
                <c:pt idx="1866">
                  <c:v>2.992</c:v>
                </c:pt>
                <c:pt idx="1867">
                  <c:v>2.992</c:v>
                </c:pt>
                <c:pt idx="1868">
                  <c:v>2.74</c:v>
                </c:pt>
                <c:pt idx="1869">
                  <c:v>2.74</c:v>
                </c:pt>
                <c:pt idx="1870">
                  <c:v>2.74</c:v>
                </c:pt>
                <c:pt idx="1871">
                  <c:v>2.992</c:v>
                </c:pt>
                <c:pt idx="1872">
                  <c:v>2.992</c:v>
                </c:pt>
                <c:pt idx="1873">
                  <c:v>2.74</c:v>
                </c:pt>
                <c:pt idx="1874">
                  <c:v>2.74</c:v>
                </c:pt>
                <c:pt idx="1875">
                  <c:v>2.74</c:v>
                </c:pt>
                <c:pt idx="1876">
                  <c:v>2.74</c:v>
                </c:pt>
                <c:pt idx="1877">
                  <c:v>2.74</c:v>
                </c:pt>
                <c:pt idx="1878">
                  <c:v>3.0760000000000001</c:v>
                </c:pt>
                <c:pt idx="1879">
                  <c:v>3.0760000000000001</c:v>
                </c:pt>
                <c:pt idx="1880">
                  <c:v>3.0760000000000001</c:v>
                </c:pt>
                <c:pt idx="1881">
                  <c:v>2.6560000000000001</c:v>
                </c:pt>
                <c:pt idx="1882">
                  <c:v>2.6560000000000001</c:v>
                </c:pt>
                <c:pt idx="1883">
                  <c:v>3.0760000000000001</c:v>
                </c:pt>
                <c:pt idx="1884">
                  <c:v>3.0760000000000001</c:v>
                </c:pt>
                <c:pt idx="1885">
                  <c:v>3.0760000000000001</c:v>
                </c:pt>
                <c:pt idx="1886">
                  <c:v>2.992</c:v>
                </c:pt>
                <c:pt idx="1887">
                  <c:v>2.992</c:v>
                </c:pt>
                <c:pt idx="1888">
                  <c:v>3.0760000000000001</c:v>
                </c:pt>
                <c:pt idx="1889">
                  <c:v>3.0760000000000001</c:v>
                </c:pt>
                <c:pt idx="1890">
                  <c:v>2.74</c:v>
                </c:pt>
                <c:pt idx="1891">
                  <c:v>2.74</c:v>
                </c:pt>
                <c:pt idx="1892">
                  <c:v>2.74</c:v>
                </c:pt>
                <c:pt idx="1893">
                  <c:v>3.0760000000000001</c:v>
                </c:pt>
                <c:pt idx="1894">
                  <c:v>3.0760000000000001</c:v>
                </c:pt>
                <c:pt idx="1895">
                  <c:v>2.992</c:v>
                </c:pt>
                <c:pt idx="1896">
                  <c:v>2.992</c:v>
                </c:pt>
                <c:pt idx="1897">
                  <c:v>2.74</c:v>
                </c:pt>
                <c:pt idx="1898">
                  <c:v>2.74</c:v>
                </c:pt>
                <c:pt idx="1899">
                  <c:v>2.74</c:v>
                </c:pt>
                <c:pt idx="1900">
                  <c:v>2.8239999999999998</c:v>
                </c:pt>
                <c:pt idx="1901">
                  <c:v>2.8239999999999998</c:v>
                </c:pt>
                <c:pt idx="1902">
                  <c:v>2.74</c:v>
                </c:pt>
                <c:pt idx="1903">
                  <c:v>2.74</c:v>
                </c:pt>
                <c:pt idx="1904">
                  <c:v>2.8239999999999998</c:v>
                </c:pt>
                <c:pt idx="1905">
                  <c:v>2.8239999999999998</c:v>
                </c:pt>
                <c:pt idx="1906">
                  <c:v>2.74</c:v>
                </c:pt>
                <c:pt idx="1907">
                  <c:v>2.74</c:v>
                </c:pt>
                <c:pt idx="1908">
                  <c:v>2.74</c:v>
                </c:pt>
                <c:pt idx="1909">
                  <c:v>3.0760000000000001</c:v>
                </c:pt>
                <c:pt idx="1910">
                  <c:v>3.0760000000000001</c:v>
                </c:pt>
                <c:pt idx="1911">
                  <c:v>3.0760000000000001</c:v>
                </c:pt>
                <c:pt idx="1912">
                  <c:v>2.8239999999999998</c:v>
                </c:pt>
                <c:pt idx="1913">
                  <c:v>2.8239999999999998</c:v>
                </c:pt>
                <c:pt idx="1914">
                  <c:v>2.74</c:v>
                </c:pt>
                <c:pt idx="1915">
                  <c:v>2.74</c:v>
                </c:pt>
                <c:pt idx="1916">
                  <c:v>2.74</c:v>
                </c:pt>
                <c:pt idx="1917">
                  <c:v>2.74</c:v>
                </c:pt>
                <c:pt idx="1918">
                  <c:v>2.74</c:v>
                </c:pt>
                <c:pt idx="1919">
                  <c:v>2.74</c:v>
                </c:pt>
                <c:pt idx="1920">
                  <c:v>2.74</c:v>
                </c:pt>
                <c:pt idx="1921">
                  <c:v>2.992</c:v>
                </c:pt>
                <c:pt idx="1922">
                  <c:v>2.992</c:v>
                </c:pt>
                <c:pt idx="1923">
                  <c:v>2.992</c:v>
                </c:pt>
                <c:pt idx="1924">
                  <c:v>2.992</c:v>
                </c:pt>
                <c:pt idx="1925">
                  <c:v>2.992</c:v>
                </c:pt>
                <c:pt idx="1926">
                  <c:v>2.74</c:v>
                </c:pt>
                <c:pt idx="1927">
                  <c:v>2.74</c:v>
                </c:pt>
                <c:pt idx="1928">
                  <c:v>2.5720000000000001</c:v>
                </c:pt>
                <c:pt idx="1929">
                  <c:v>2.5720000000000001</c:v>
                </c:pt>
                <c:pt idx="1930">
                  <c:v>2.9079999999999999</c:v>
                </c:pt>
                <c:pt idx="1931">
                  <c:v>2.9079999999999999</c:v>
                </c:pt>
                <c:pt idx="1932">
                  <c:v>2.9079999999999999</c:v>
                </c:pt>
                <c:pt idx="1933">
                  <c:v>2.9079999999999999</c:v>
                </c:pt>
                <c:pt idx="1934">
                  <c:v>2.9079999999999999</c:v>
                </c:pt>
                <c:pt idx="1935">
                  <c:v>2.992</c:v>
                </c:pt>
                <c:pt idx="1936">
                  <c:v>2.992</c:v>
                </c:pt>
                <c:pt idx="1937">
                  <c:v>2.992</c:v>
                </c:pt>
                <c:pt idx="1938">
                  <c:v>2.992</c:v>
                </c:pt>
                <c:pt idx="1939">
                  <c:v>2.992</c:v>
                </c:pt>
                <c:pt idx="1940">
                  <c:v>2.8239999999999998</c:v>
                </c:pt>
                <c:pt idx="1941">
                  <c:v>2.8239999999999998</c:v>
                </c:pt>
                <c:pt idx="1942">
                  <c:v>2.8239999999999998</c:v>
                </c:pt>
                <c:pt idx="1943">
                  <c:v>2.992</c:v>
                </c:pt>
                <c:pt idx="1944">
                  <c:v>2.992</c:v>
                </c:pt>
                <c:pt idx="1945">
                  <c:v>2.9079999999999999</c:v>
                </c:pt>
                <c:pt idx="1946">
                  <c:v>2.9079999999999999</c:v>
                </c:pt>
                <c:pt idx="1947">
                  <c:v>2.74</c:v>
                </c:pt>
                <c:pt idx="1948">
                  <c:v>2.74</c:v>
                </c:pt>
                <c:pt idx="1949">
                  <c:v>2.9079999999999999</c:v>
                </c:pt>
                <c:pt idx="1950">
                  <c:v>2.9079999999999999</c:v>
                </c:pt>
                <c:pt idx="1951">
                  <c:v>2.9079999999999999</c:v>
                </c:pt>
                <c:pt idx="1952">
                  <c:v>2.992</c:v>
                </c:pt>
                <c:pt idx="1953">
                  <c:v>2.992</c:v>
                </c:pt>
                <c:pt idx="1954">
                  <c:v>2.992</c:v>
                </c:pt>
                <c:pt idx="1955">
                  <c:v>2.9079999999999999</c:v>
                </c:pt>
                <c:pt idx="1956">
                  <c:v>2.9079999999999999</c:v>
                </c:pt>
                <c:pt idx="1957">
                  <c:v>2.74</c:v>
                </c:pt>
                <c:pt idx="1958">
                  <c:v>2.74</c:v>
                </c:pt>
                <c:pt idx="1959">
                  <c:v>2.6560000000000001</c:v>
                </c:pt>
                <c:pt idx="1960">
                  <c:v>2.6560000000000001</c:v>
                </c:pt>
                <c:pt idx="1961">
                  <c:v>3.0760000000000001</c:v>
                </c:pt>
                <c:pt idx="1962">
                  <c:v>3.0760000000000001</c:v>
                </c:pt>
                <c:pt idx="1963">
                  <c:v>3.0760000000000001</c:v>
                </c:pt>
                <c:pt idx="1964">
                  <c:v>2.992</c:v>
                </c:pt>
                <c:pt idx="1965">
                  <c:v>2.992</c:v>
                </c:pt>
                <c:pt idx="1966">
                  <c:v>3.0760000000000001</c:v>
                </c:pt>
                <c:pt idx="1967">
                  <c:v>3.0760000000000001</c:v>
                </c:pt>
                <c:pt idx="1968">
                  <c:v>2.992</c:v>
                </c:pt>
                <c:pt idx="1969">
                  <c:v>2.992</c:v>
                </c:pt>
                <c:pt idx="1970">
                  <c:v>2.6560000000000001</c:v>
                </c:pt>
                <c:pt idx="1971">
                  <c:v>2.6560000000000001</c:v>
                </c:pt>
                <c:pt idx="1972">
                  <c:v>2.74</c:v>
                </c:pt>
                <c:pt idx="1973">
                  <c:v>2.74</c:v>
                </c:pt>
                <c:pt idx="1974">
                  <c:v>2.74</c:v>
                </c:pt>
                <c:pt idx="1975">
                  <c:v>2.488</c:v>
                </c:pt>
                <c:pt idx="1976">
                  <c:v>2.488</c:v>
                </c:pt>
                <c:pt idx="1977">
                  <c:v>2.6560000000000001</c:v>
                </c:pt>
                <c:pt idx="1978">
                  <c:v>2.6560000000000001</c:v>
                </c:pt>
                <c:pt idx="1979">
                  <c:v>2.74</c:v>
                </c:pt>
                <c:pt idx="1980">
                  <c:v>2.74</c:v>
                </c:pt>
                <c:pt idx="1981">
                  <c:v>2.74</c:v>
                </c:pt>
                <c:pt idx="1982">
                  <c:v>2.74</c:v>
                </c:pt>
                <c:pt idx="1983">
                  <c:v>2.74</c:v>
                </c:pt>
                <c:pt idx="1984">
                  <c:v>2.5720000000000001</c:v>
                </c:pt>
                <c:pt idx="1985">
                  <c:v>2.5720000000000001</c:v>
                </c:pt>
                <c:pt idx="1986">
                  <c:v>2.5720000000000001</c:v>
                </c:pt>
                <c:pt idx="1987">
                  <c:v>2.5720000000000001</c:v>
                </c:pt>
                <c:pt idx="1988">
                  <c:v>2.5720000000000001</c:v>
                </c:pt>
                <c:pt idx="1989">
                  <c:v>2.2360000000000002</c:v>
                </c:pt>
                <c:pt idx="1990">
                  <c:v>2.2360000000000002</c:v>
                </c:pt>
                <c:pt idx="1991">
                  <c:v>2.2360000000000002</c:v>
                </c:pt>
                <c:pt idx="1992">
                  <c:v>2.2360000000000002</c:v>
                </c:pt>
                <c:pt idx="1993">
                  <c:v>2.2360000000000002</c:v>
                </c:pt>
                <c:pt idx="1994">
                  <c:v>2.488</c:v>
                </c:pt>
                <c:pt idx="1995">
                  <c:v>2.488</c:v>
                </c:pt>
                <c:pt idx="1996">
                  <c:v>1.984</c:v>
                </c:pt>
                <c:pt idx="1997">
                  <c:v>1.984</c:v>
                </c:pt>
                <c:pt idx="1998">
                  <c:v>1.984</c:v>
                </c:pt>
                <c:pt idx="1999">
                  <c:v>2.2360000000000002</c:v>
                </c:pt>
                <c:pt idx="2000">
                  <c:v>1.9</c:v>
                </c:pt>
                <c:pt idx="2001">
                  <c:v>1.9</c:v>
                </c:pt>
                <c:pt idx="2002">
                  <c:v>2.2360000000000002</c:v>
                </c:pt>
                <c:pt idx="2003">
                  <c:v>2.2360000000000002</c:v>
                </c:pt>
                <c:pt idx="2004">
                  <c:v>2.0680000000000001</c:v>
                </c:pt>
                <c:pt idx="2005">
                  <c:v>2.0680000000000001</c:v>
                </c:pt>
                <c:pt idx="2006">
                  <c:v>2.0680000000000001</c:v>
                </c:pt>
                <c:pt idx="2007">
                  <c:v>1.984</c:v>
                </c:pt>
                <c:pt idx="2008">
                  <c:v>1.984</c:v>
                </c:pt>
                <c:pt idx="2009">
                  <c:v>1.5640000000000001</c:v>
                </c:pt>
                <c:pt idx="2010">
                  <c:v>1.5640000000000001</c:v>
                </c:pt>
                <c:pt idx="2011">
                  <c:v>1.48</c:v>
                </c:pt>
                <c:pt idx="2012">
                  <c:v>1.48</c:v>
                </c:pt>
                <c:pt idx="2013">
                  <c:v>1.48</c:v>
                </c:pt>
                <c:pt idx="2014">
                  <c:v>1.3959999999999999</c:v>
                </c:pt>
                <c:pt idx="2015">
                  <c:v>1.3959999999999999</c:v>
                </c:pt>
                <c:pt idx="2016">
                  <c:v>1.3959999999999999</c:v>
                </c:pt>
                <c:pt idx="2017">
                  <c:v>1.228</c:v>
                </c:pt>
                <c:pt idx="2018">
                  <c:v>1.228</c:v>
                </c:pt>
                <c:pt idx="2019">
                  <c:v>1.1439999999999999</c:v>
                </c:pt>
                <c:pt idx="2020">
                  <c:v>1.1439999999999999</c:v>
                </c:pt>
                <c:pt idx="2021">
                  <c:v>1.1439999999999999</c:v>
                </c:pt>
                <c:pt idx="2022">
                  <c:v>1.3120000000000001</c:v>
                </c:pt>
                <c:pt idx="2023">
                  <c:v>1.3120000000000001</c:v>
                </c:pt>
                <c:pt idx="2024">
                  <c:v>1.3959999999999999</c:v>
                </c:pt>
                <c:pt idx="2025">
                  <c:v>1.3959999999999999</c:v>
                </c:pt>
                <c:pt idx="2026">
                  <c:v>1.3959999999999999</c:v>
                </c:pt>
                <c:pt idx="2027">
                  <c:v>1.5640000000000001</c:v>
                </c:pt>
                <c:pt idx="2028">
                  <c:v>1.5640000000000001</c:v>
                </c:pt>
                <c:pt idx="2029">
                  <c:v>1.3959999999999999</c:v>
                </c:pt>
                <c:pt idx="2030">
                  <c:v>1.3959999999999999</c:v>
                </c:pt>
                <c:pt idx="2031">
                  <c:v>1.3959999999999999</c:v>
                </c:pt>
                <c:pt idx="2032">
                  <c:v>0.97599999999999998</c:v>
                </c:pt>
                <c:pt idx="2033">
                  <c:v>0.97599999999999998</c:v>
                </c:pt>
                <c:pt idx="2034">
                  <c:v>0.80800000000000005</c:v>
                </c:pt>
                <c:pt idx="2035">
                  <c:v>0.80800000000000005</c:v>
                </c:pt>
                <c:pt idx="2036">
                  <c:v>0.80800000000000005</c:v>
                </c:pt>
                <c:pt idx="2037">
                  <c:v>0.30399999999999999</c:v>
                </c:pt>
                <c:pt idx="2038">
                  <c:v>0.30399999999999999</c:v>
                </c:pt>
                <c:pt idx="2039">
                  <c:v>5.1999999999999998E-2</c:v>
                </c:pt>
                <c:pt idx="2040">
                  <c:v>5.1999999999999998E-2</c:v>
                </c:pt>
                <c:pt idx="2041">
                  <c:v>0.22</c:v>
                </c:pt>
                <c:pt idx="2042">
                  <c:v>0.22</c:v>
                </c:pt>
                <c:pt idx="2043">
                  <c:v>0.22</c:v>
                </c:pt>
                <c:pt idx="2044">
                  <c:v>0.38800000000000001</c:v>
                </c:pt>
                <c:pt idx="2045">
                  <c:v>0.38800000000000001</c:v>
                </c:pt>
                <c:pt idx="2046">
                  <c:v>0.22</c:v>
                </c:pt>
                <c:pt idx="2047">
                  <c:v>0.22</c:v>
                </c:pt>
                <c:pt idx="2048">
                  <c:v>0.38800000000000001</c:v>
                </c:pt>
                <c:pt idx="2049">
                  <c:v>0.38800000000000001</c:v>
                </c:pt>
                <c:pt idx="2050">
                  <c:v>0.38800000000000001</c:v>
                </c:pt>
                <c:pt idx="2051">
                  <c:v>0.38800000000000001</c:v>
                </c:pt>
                <c:pt idx="2052">
                  <c:v>0.38800000000000001</c:v>
                </c:pt>
                <c:pt idx="2053">
                  <c:v>0.55600000000000005</c:v>
                </c:pt>
                <c:pt idx="2054">
                  <c:v>0.55600000000000005</c:v>
                </c:pt>
                <c:pt idx="2055">
                  <c:v>0.64</c:v>
                </c:pt>
                <c:pt idx="2056">
                  <c:v>0.64</c:v>
                </c:pt>
                <c:pt idx="2057">
                  <c:v>0.64</c:v>
                </c:pt>
                <c:pt idx="2058">
                  <c:v>0.64</c:v>
                </c:pt>
                <c:pt idx="2059">
                  <c:v>0.47199999999999998</c:v>
                </c:pt>
                <c:pt idx="2060">
                  <c:v>0.47199999999999998</c:v>
                </c:pt>
                <c:pt idx="2061">
                  <c:v>0.47199999999999998</c:v>
                </c:pt>
                <c:pt idx="2062">
                  <c:v>0.30399999999999999</c:v>
                </c:pt>
                <c:pt idx="2063">
                  <c:v>0.30399999999999999</c:v>
                </c:pt>
                <c:pt idx="2064">
                  <c:v>0.38800000000000001</c:v>
                </c:pt>
                <c:pt idx="2065">
                  <c:v>0.38800000000000001</c:v>
                </c:pt>
                <c:pt idx="2066">
                  <c:v>0.38800000000000001</c:v>
                </c:pt>
                <c:pt idx="2067">
                  <c:v>0.64</c:v>
                </c:pt>
                <c:pt idx="2068">
                  <c:v>0.64</c:v>
                </c:pt>
                <c:pt idx="2069">
                  <c:v>0.47199999999999998</c:v>
                </c:pt>
                <c:pt idx="2070">
                  <c:v>0.47199999999999998</c:v>
                </c:pt>
                <c:pt idx="2071">
                  <c:v>0.30399999999999999</c:v>
                </c:pt>
                <c:pt idx="2072">
                  <c:v>0.30399999999999999</c:v>
                </c:pt>
                <c:pt idx="2073">
                  <c:v>0.30399999999999999</c:v>
                </c:pt>
                <c:pt idx="2074">
                  <c:v>0.47199999999999998</c:v>
                </c:pt>
                <c:pt idx="2075">
                  <c:v>0.47199999999999998</c:v>
                </c:pt>
                <c:pt idx="2076">
                  <c:v>0.97599999999999998</c:v>
                </c:pt>
                <c:pt idx="2077">
                  <c:v>0.97599999999999998</c:v>
                </c:pt>
                <c:pt idx="2078">
                  <c:v>1.06</c:v>
                </c:pt>
                <c:pt idx="2079">
                  <c:v>1.06</c:v>
                </c:pt>
                <c:pt idx="2080">
                  <c:v>1.228</c:v>
                </c:pt>
                <c:pt idx="2081">
                  <c:v>1.228</c:v>
                </c:pt>
                <c:pt idx="2082">
                  <c:v>1.228</c:v>
                </c:pt>
                <c:pt idx="2083">
                  <c:v>1.48</c:v>
                </c:pt>
                <c:pt idx="2084">
                  <c:v>1.48</c:v>
                </c:pt>
                <c:pt idx="2085">
                  <c:v>1.3120000000000001</c:v>
                </c:pt>
                <c:pt idx="2086">
                  <c:v>1.3120000000000001</c:v>
                </c:pt>
                <c:pt idx="2087">
                  <c:v>1.3120000000000001</c:v>
                </c:pt>
                <c:pt idx="2088">
                  <c:v>0.97599999999999998</c:v>
                </c:pt>
                <c:pt idx="2089">
                  <c:v>0.97599999999999998</c:v>
                </c:pt>
                <c:pt idx="2090">
                  <c:v>0.97599999999999998</c:v>
                </c:pt>
                <c:pt idx="2091">
                  <c:v>0.97599999999999998</c:v>
                </c:pt>
                <c:pt idx="2092">
                  <c:v>0.97599999999999998</c:v>
                </c:pt>
                <c:pt idx="2093">
                  <c:v>0.97599999999999998</c:v>
                </c:pt>
                <c:pt idx="2094">
                  <c:v>1.1439999999999999</c:v>
                </c:pt>
                <c:pt idx="2095">
                  <c:v>1.1439999999999999</c:v>
                </c:pt>
                <c:pt idx="2096">
                  <c:v>1.3959999999999999</c:v>
                </c:pt>
                <c:pt idx="2097">
                  <c:v>1.3959999999999999</c:v>
                </c:pt>
                <c:pt idx="2098">
                  <c:v>1.228</c:v>
                </c:pt>
                <c:pt idx="2099">
                  <c:v>1.228</c:v>
                </c:pt>
                <c:pt idx="2100">
                  <c:v>1.228</c:v>
                </c:pt>
                <c:pt idx="2101">
                  <c:v>1.06</c:v>
                </c:pt>
                <c:pt idx="2102">
                  <c:v>1.06</c:v>
                </c:pt>
                <c:pt idx="2103">
                  <c:v>1.3120000000000001</c:v>
                </c:pt>
                <c:pt idx="2104">
                  <c:v>1.3120000000000001</c:v>
                </c:pt>
                <c:pt idx="2105">
                  <c:v>1.3959999999999999</c:v>
                </c:pt>
                <c:pt idx="2106">
                  <c:v>1.3959999999999999</c:v>
                </c:pt>
                <c:pt idx="2107">
                  <c:v>1.1439999999999999</c:v>
                </c:pt>
                <c:pt idx="2108">
                  <c:v>1.1439999999999999</c:v>
                </c:pt>
                <c:pt idx="2109">
                  <c:v>1.1439999999999999</c:v>
                </c:pt>
                <c:pt idx="2110">
                  <c:v>1.06</c:v>
                </c:pt>
                <c:pt idx="2111">
                  <c:v>1.06</c:v>
                </c:pt>
                <c:pt idx="2112">
                  <c:v>1.228</c:v>
                </c:pt>
                <c:pt idx="2113">
                  <c:v>1.228</c:v>
                </c:pt>
                <c:pt idx="2114">
                  <c:v>1.228</c:v>
                </c:pt>
                <c:pt idx="2115">
                  <c:v>1.6479999999999999</c:v>
                </c:pt>
                <c:pt idx="2116">
                  <c:v>1.6479999999999999</c:v>
                </c:pt>
                <c:pt idx="2117">
                  <c:v>1.48</c:v>
                </c:pt>
                <c:pt idx="2118">
                  <c:v>1.48</c:v>
                </c:pt>
                <c:pt idx="2119">
                  <c:v>1.48</c:v>
                </c:pt>
                <c:pt idx="2120">
                  <c:v>1.732</c:v>
                </c:pt>
                <c:pt idx="2121">
                  <c:v>1.732</c:v>
                </c:pt>
                <c:pt idx="2122">
                  <c:v>2.5720000000000001</c:v>
                </c:pt>
                <c:pt idx="2123">
                  <c:v>2.5720000000000001</c:v>
                </c:pt>
                <c:pt idx="2124">
                  <c:v>2.488</c:v>
                </c:pt>
                <c:pt idx="2125">
                  <c:v>2.488</c:v>
                </c:pt>
                <c:pt idx="2126">
                  <c:v>2.488</c:v>
                </c:pt>
                <c:pt idx="2127">
                  <c:v>2.488</c:v>
                </c:pt>
                <c:pt idx="2128">
                  <c:v>2.488</c:v>
                </c:pt>
                <c:pt idx="2129">
                  <c:v>2.488</c:v>
                </c:pt>
                <c:pt idx="2130">
                  <c:v>2.488</c:v>
                </c:pt>
                <c:pt idx="2131">
                  <c:v>2.6560000000000001</c:v>
                </c:pt>
                <c:pt idx="2132">
                  <c:v>2.6560000000000001</c:v>
                </c:pt>
                <c:pt idx="2133">
                  <c:v>2.4039999999999999</c:v>
                </c:pt>
                <c:pt idx="2134">
                  <c:v>2.4039999999999999</c:v>
                </c:pt>
                <c:pt idx="2135">
                  <c:v>2.6560000000000001</c:v>
                </c:pt>
                <c:pt idx="2136">
                  <c:v>2.6560000000000001</c:v>
                </c:pt>
                <c:pt idx="2137">
                  <c:v>2.6560000000000001</c:v>
                </c:pt>
                <c:pt idx="2138">
                  <c:v>2.6560000000000001</c:v>
                </c:pt>
                <c:pt idx="2139">
                  <c:v>2.6560000000000001</c:v>
                </c:pt>
                <c:pt idx="2140">
                  <c:v>2.6560000000000001</c:v>
                </c:pt>
                <c:pt idx="2141">
                  <c:v>2.6560000000000001</c:v>
                </c:pt>
                <c:pt idx="2142">
                  <c:v>2.488</c:v>
                </c:pt>
                <c:pt idx="2143">
                  <c:v>2.488</c:v>
                </c:pt>
                <c:pt idx="2144">
                  <c:v>2.488</c:v>
                </c:pt>
                <c:pt idx="2145">
                  <c:v>2.488</c:v>
                </c:pt>
                <c:pt idx="2146">
                  <c:v>2.488</c:v>
                </c:pt>
                <c:pt idx="2147">
                  <c:v>2.6560000000000001</c:v>
                </c:pt>
                <c:pt idx="2148">
                  <c:v>2.6560000000000001</c:v>
                </c:pt>
                <c:pt idx="2149">
                  <c:v>2.5720000000000001</c:v>
                </c:pt>
                <c:pt idx="2150">
                  <c:v>2.5720000000000001</c:v>
                </c:pt>
                <c:pt idx="2151">
                  <c:v>2.5720000000000001</c:v>
                </c:pt>
                <c:pt idx="2152">
                  <c:v>2.488</c:v>
                </c:pt>
                <c:pt idx="2153">
                  <c:v>2.488</c:v>
                </c:pt>
                <c:pt idx="2154">
                  <c:v>2.74</c:v>
                </c:pt>
                <c:pt idx="2155">
                  <c:v>2.74</c:v>
                </c:pt>
                <c:pt idx="2156">
                  <c:v>2.8239999999999998</c:v>
                </c:pt>
                <c:pt idx="2157">
                  <c:v>2.8239999999999998</c:v>
                </c:pt>
                <c:pt idx="2158">
                  <c:v>2.8239999999999998</c:v>
                </c:pt>
                <c:pt idx="2159">
                  <c:v>2.74</c:v>
                </c:pt>
                <c:pt idx="2160">
                  <c:v>2.74</c:v>
                </c:pt>
                <c:pt idx="2161">
                  <c:v>2.74</c:v>
                </c:pt>
                <c:pt idx="2162">
                  <c:v>2.4039999999999999</c:v>
                </c:pt>
                <c:pt idx="2163">
                  <c:v>2.4039999999999999</c:v>
                </c:pt>
                <c:pt idx="2164">
                  <c:v>2.488</c:v>
                </c:pt>
                <c:pt idx="2165">
                  <c:v>2.488</c:v>
                </c:pt>
                <c:pt idx="2166">
                  <c:v>2.488</c:v>
                </c:pt>
                <c:pt idx="2167">
                  <c:v>2.6560000000000001</c:v>
                </c:pt>
                <c:pt idx="2168">
                  <c:v>2.6560000000000001</c:v>
                </c:pt>
                <c:pt idx="2169">
                  <c:v>2.5720000000000001</c:v>
                </c:pt>
                <c:pt idx="2170">
                  <c:v>2.5720000000000001</c:v>
                </c:pt>
                <c:pt idx="2171">
                  <c:v>2.5720000000000001</c:v>
                </c:pt>
                <c:pt idx="2172">
                  <c:v>2.4039999999999999</c:v>
                </c:pt>
                <c:pt idx="2173">
                  <c:v>2.4039999999999999</c:v>
                </c:pt>
                <c:pt idx="2174">
                  <c:v>2.9079999999999999</c:v>
                </c:pt>
                <c:pt idx="2175">
                  <c:v>2.9079999999999999</c:v>
                </c:pt>
                <c:pt idx="2176">
                  <c:v>2.9079999999999999</c:v>
                </c:pt>
                <c:pt idx="2177">
                  <c:v>2.4039999999999999</c:v>
                </c:pt>
                <c:pt idx="2178">
                  <c:v>2.4039999999999999</c:v>
                </c:pt>
                <c:pt idx="2179">
                  <c:v>2.5720000000000001</c:v>
                </c:pt>
                <c:pt idx="2180">
                  <c:v>2.5720000000000001</c:v>
                </c:pt>
                <c:pt idx="2181">
                  <c:v>2.74</c:v>
                </c:pt>
                <c:pt idx="2182">
                  <c:v>2.74</c:v>
                </c:pt>
                <c:pt idx="2183">
                  <c:v>2.74</c:v>
                </c:pt>
                <c:pt idx="2184">
                  <c:v>2.6560000000000001</c:v>
                </c:pt>
                <c:pt idx="2185">
                  <c:v>2.6560000000000001</c:v>
                </c:pt>
                <c:pt idx="2186">
                  <c:v>2.6560000000000001</c:v>
                </c:pt>
                <c:pt idx="2187">
                  <c:v>2.6560000000000001</c:v>
                </c:pt>
                <c:pt idx="2188">
                  <c:v>2.5720000000000001</c:v>
                </c:pt>
                <c:pt idx="2189">
                  <c:v>2.5720000000000001</c:v>
                </c:pt>
                <c:pt idx="2190">
                  <c:v>2.74</c:v>
                </c:pt>
                <c:pt idx="2191">
                  <c:v>2.74</c:v>
                </c:pt>
                <c:pt idx="2192">
                  <c:v>2.74</c:v>
                </c:pt>
                <c:pt idx="2193">
                  <c:v>2.4039999999999999</c:v>
                </c:pt>
                <c:pt idx="2194">
                  <c:v>2.4039999999999999</c:v>
                </c:pt>
                <c:pt idx="2195">
                  <c:v>2.5720000000000001</c:v>
                </c:pt>
                <c:pt idx="2196">
                  <c:v>2.5720000000000001</c:v>
                </c:pt>
                <c:pt idx="2197">
                  <c:v>2.5720000000000001</c:v>
                </c:pt>
                <c:pt idx="2198">
                  <c:v>2.5720000000000001</c:v>
                </c:pt>
                <c:pt idx="2199">
                  <c:v>2.5720000000000001</c:v>
                </c:pt>
                <c:pt idx="2200">
                  <c:v>2.488</c:v>
                </c:pt>
                <c:pt idx="2201">
                  <c:v>2.488</c:v>
                </c:pt>
                <c:pt idx="2202">
                  <c:v>2.488</c:v>
                </c:pt>
                <c:pt idx="2203">
                  <c:v>2.4039999999999999</c:v>
                </c:pt>
                <c:pt idx="2204">
                  <c:v>2.4039999999999999</c:v>
                </c:pt>
                <c:pt idx="2205">
                  <c:v>2.5720000000000001</c:v>
                </c:pt>
                <c:pt idx="2206">
                  <c:v>2.5720000000000001</c:v>
                </c:pt>
                <c:pt idx="2207">
                  <c:v>2.488</c:v>
                </c:pt>
                <c:pt idx="2208">
                  <c:v>2.488</c:v>
                </c:pt>
                <c:pt idx="2209">
                  <c:v>2.4039999999999999</c:v>
                </c:pt>
                <c:pt idx="2210">
                  <c:v>2.4039999999999999</c:v>
                </c:pt>
                <c:pt idx="2211">
                  <c:v>2.4039999999999999</c:v>
                </c:pt>
                <c:pt idx="2212">
                  <c:v>2.6560000000000001</c:v>
                </c:pt>
                <c:pt idx="2213">
                  <c:v>2.6560000000000001</c:v>
                </c:pt>
                <c:pt idx="2214">
                  <c:v>2.6560000000000001</c:v>
                </c:pt>
                <c:pt idx="2215">
                  <c:v>2.6560000000000001</c:v>
                </c:pt>
                <c:pt idx="2216">
                  <c:v>2.6560000000000001</c:v>
                </c:pt>
                <c:pt idx="2217">
                  <c:v>2.6560000000000001</c:v>
                </c:pt>
                <c:pt idx="2218">
                  <c:v>2.6560000000000001</c:v>
                </c:pt>
                <c:pt idx="2219">
                  <c:v>2.4039999999999999</c:v>
                </c:pt>
                <c:pt idx="2220">
                  <c:v>2.4039999999999999</c:v>
                </c:pt>
                <c:pt idx="2221">
                  <c:v>2.488</c:v>
                </c:pt>
                <c:pt idx="2222">
                  <c:v>2.488</c:v>
                </c:pt>
                <c:pt idx="2223">
                  <c:v>2.5720000000000001</c:v>
                </c:pt>
                <c:pt idx="2224">
                  <c:v>2.5720000000000001</c:v>
                </c:pt>
                <c:pt idx="2225">
                  <c:v>2.4039999999999999</c:v>
                </c:pt>
                <c:pt idx="2226">
                  <c:v>2.4039999999999999</c:v>
                </c:pt>
                <c:pt idx="2227">
                  <c:v>2.4039999999999999</c:v>
                </c:pt>
                <c:pt idx="2228">
                  <c:v>2.6560000000000001</c:v>
                </c:pt>
                <c:pt idx="2229">
                  <c:v>2.6560000000000001</c:v>
                </c:pt>
                <c:pt idx="2230">
                  <c:v>2.4039999999999999</c:v>
                </c:pt>
                <c:pt idx="2231">
                  <c:v>2.4039999999999999</c:v>
                </c:pt>
                <c:pt idx="2232">
                  <c:v>2.4039999999999999</c:v>
                </c:pt>
                <c:pt idx="2233">
                  <c:v>2.8239999999999998</c:v>
                </c:pt>
                <c:pt idx="2234">
                  <c:v>2.8239999999999998</c:v>
                </c:pt>
                <c:pt idx="2235">
                  <c:v>2.5720000000000001</c:v>
                </c:pt>
                <c:pt idx="2236">
                  <c:v>2.5720000000000001</c:v>
                </c:pt>
                <c:pt idx="2237">
                  <c:v>2.5720000000000001</c:v>
                </c:pt>
                <c:pt idx="2238">
                  <c:v>2.6560000000000001</c:v>
                </c:pt>
                <c:pt idx="2239">
                  <c:v>2.6560000000000001</c:v>
                </c:pt>
                <c:pt idx="2240">
                  <c:v>2.6560000000000001</c:v>
                </c:pt>
                <c:pt idx="2241">
                  <c:v>2.6560000000000001</c:v>
                </c:pt>
                <c:pt idx="2242">
                  <c:v>2.6560000000000001</c:v>
                </c:pt>
                <c:pt idx="2243">
                  <c:v>2.6560000000000001</c:v>
                </c:pt>
                <c:pt idx="2244">
                  <c:v>2.6560000000000001</c:v>
                </c:pt>
                <c:pt idx="2245">
                  <c:v>2.6560000000000001</c:v>
                </c:pt>
                <c:pt idx="2246">
                  <c:v>2.6560000000000001</c:v>
                </c:pt>
                <c:pt idx="2247">
                  <c:v>2.4039999999999999</c:v>
                </c:pt>
                <c:pt idx="2248">
                  <c:v>2.4039999999999999</c:v>
                </c:pt>
                <c:pt idx="2249">
                  <c:v>2.4039999999999999</c:v>
                </c:pt>
                <c:pt idx="2250">
                  <c:v>2.3199999999999998</c:v>
                </c:pt>
                <c:pt idx="2251">
                  <c:v>2.3199999999999998</c:v>
                </c:pt>
                <c:pt idx="2252">
                  <c:v>2.74</c:v>
                </c:pt>
                <c:pt idx="2253">
                  <c:v>2.74</c:v>
                </c:pt>
                <c:pt idx="2254">
                  <c:v>2.74</c:v>
                </c:pt>
                <c:pt idx="2255">
                  <c:v>2.8239999999999998</c:v>
                </c:pt>
                <c:pt idx="2256">
                  <c:v>2.8239999999999998</c:v>
                </c:pt>
                <c:pt idx="2257">
                  <c:v>2.488</c:v>
                </c:pt>
                <c:pt idx="2258">
                  <c:v>2.488</c:v>
                </c:pt>
                <c:pt idx="2259">
                  <c:v>2.488</c:v>
                </c:pt>
                <c:pt idx="2260">
                  <c:v>2.5720000000000001</c:v>
                </c:pt>
                <c:pt idx="2261">
                  <c:v>2.5720000000000001</c:v>
                </c:pt>
                <c:pt idx="2262">
                  <c:v>2.74</c:v>
                </c:pt>
                <c:pt idx="2263">
                  <c:v>2.74</c:v>
                </c:pt>
                <c:pt idx="2264">
                  <c:v>2.9079999999999999</c:v>
                </c:pt>
                <c:pt idx="2265">
                  <c:v>2.9079999999999999</c:v>
                </c:pt>
                <c:pt idx="2266">
                  <c:v>2.9079999999999999</c:v>
                </c:pt>
                <c:pt idx="2267">
                  <c:v>2.6560000000000001</c:v>
                </c:pt>
                <c:pt idx="2268">
                  <c:v>2.6560000000000001</c:v>
                </c:pt>
                <c:pt idx="2269">
                  <c:v>1.8160000000000001</c:v>
                </c:pt>
                <c:pt idx="2270">
                  <c:v>1.8160000000000001</c:v>
                </c:pt>
                <c:pt idx="2271">
                  <c:v>1.8160000000000001</c:v>
                </c:pt>
                <c:pt idx="2272">
                  <c:v>1.9</c:v>
                </c:pt>
                <c:pt idx="2273">
                  <c:v>1.9</c:v>
                </c:pt>
                <c:pt idx="2274">
                  <c:v>2.0680000000000001</c:v>
                </c:pt>
                <c:pt idx="2275">
                  <c:v>2.0680000000000001</c:v>
                </c:pt>
                <c:pt idx="2276">
                  <c:v>2.488</c:v>
                </c:pt>
                <c:pt idx="2277">
                  <c:v>2.488</c:v>
                </c:pt>
                <c:pt idx="2278">
                  <c:v>2.5720000000000001</c:v>
                </c:pt>
                <c:pt idx="2279">
                  <c:v>2.5720000000000001</c:v>
                </c:pt>
                <c:pt idx="2280">
                  <c:v>2.3199999999999998</c:v>
                </c:pt>
                <c:pt idx="2281">
                  <c:v>2.3199999999999998</c:v>
                </c:pt>
                <c:pt idx="2282">
                  <c:v>1.8160000000000001</c:v>
                </c:pt>
                <c:pt idx="2283">
                  <c:v>1.8160000000000001</c:v>
                </c:pt>
                <c:pt idx="2284">
                  <c:v>1.8160000000000001</c:v>
                </c:pt>
                <c:pt idx="2285">
                  <c:v>1.6479999999999999</c:v>
                </c:pt>
                <c:pt idx="2286">
                  <c:v>1.6479999999999999</c:v>
                </c:pt>
                <c:pt idx="2287">
                  <c:v>1.6479999999999999</c:v>
                </c:pt>
                <c:pt idx="2288">
                  <c:v>1.6479999999999999</c:v>
                </c:pt>
                <c:pt idx="2289">
                  <c:v>1.6479999999999999</c:v>
                </c:pt>
                <c:pt idx="2290">
                  <c:v>1.48</c:v>
                </c:pt>
                <c:pt idx="2291">
                  <c:v>1.48</c:v>
                </c:pt>
                <c:pt idx="2292">
                  <c:v>1.3120000000000001</c:v>
                </c:pt>
                <c:pt idx="2293">
                  <c:v>1.3120000000000001</c:v>
                </c:pt>
                <c:pt idx="2294">
                  <c:v>1.3120000000000001</c:v>
                </c:pt>
                <c:pt idx="2295">
                  <c:v>0.97599999999999998</c:v>
                </c:pt>
                <c:pt idx="2296">
                  <c:v>0.97599999999999998</c:v>
                </c:pt>
                <c:pt idx="2297">
                  <c:v>1.06</c:v>
                </c:pt>
                <c:pt idx="2298">
                  <c:v>1.06</c:v>
                </c:pt>
                <c:pt idx="2299">
                  <c:v>0.72399999999999998</c:v>
                </c:pt>
                <c:pt idx="2300">
                  <c:v>0.72399999999999998</c:v>
                </c:pt>
                <c:pt idx="2301">
                  <c:v>0.72399999999999998</c:v>
                </c:pt>
                <c:pt idx="2302">
                  <c:v>0.47199999999999998</c:v>
                </c:pt>
                <c:pt idx="2303">
                  <c:v>0.47199999999999998</c:v>
                </c:pt>
                <c:pt idx="2304">
                  <c:v>0.13600000000000001</c:v>
                </c:pt>
                <c:pt idx="2305">
                  <c:v>0.13600000000000001</c:v>
                </c:pt>
                <c:pt idx="2306">
                  <c:v>0.13600000000000001</c:v>
                </c:pt>
                <c:pt idx="2307">
                  <c:v>-3.2000000000000001E-2</c:v>
                </c:pt>
                <c:pt idx="2308">
                  <c:v>-3.2000000000000001E-2</c:v>
                </c:pt>
                <c:pt idx="2309">
                  <c:v>5.1999999999999998E-2</c:v>
                </c:pt>
                <c:pt idx="2310">
                  <c:v>0.13600000000000001</c:v>
                </c:pt>
                <c:pt idx="2311">
                  <c:v>0.13600000000000001</c:v>
                </c:pt>
                <c:pt idx="2312">
                  <c:v>-0.28399999999999997</c:v>
                </c:pt>
                <c:pt idx="2313">
                  <c:v>-0.28399999999999997</c:v>
                </c:pt>
                <c:pt idx="2314">
                  <c:v>-0.28399999999999997</c:v>
                </c:pt>
                <c:pt idx="2315">
                  <c:v>-0.62</c:v>
                </c:pt>
                <c:pt idx="2316">
                  <c:v>-0.62</c:v>
                </c:pt>
                <c:pt idx="2317">
                  <c:v>-0.36799999999999999</c:v>
                </c:pt>
                <c:pt idx="2318">
                  <c:v>-0.36799999999999999</c:v>
                </c:pt>
                <c:pt idx="2319">
                  <c:v>-3.2000000000000001E-2</c:v>
                </c:pt>
                <c:pt idx="2320">
                  <c:v>-3.2000000000000001E-2</c:v>
                </c:pt>
                <c:pt idx="2321">
                  <c:v>-3.2000000000000001E-2</c:v>
                </c:pt>
                <c:pt idx="2322">
                  <c:v>0.30399999999999999</c:v>
                </c:pt>
                <c:pt idx="2323">
                  <c:v>0.30399999999999999</c:v>
                </c:pt>
                <c:pt idx="2324">
                  <c:v>5.1999999999999998E-2</c:v>
                </c:pt>
                <c:pt idx="2325">
                  <c:v>5.1999999999999998E-2</c:v>
                </c:pt>
                <c:pt idx="2326">
                  <c:v>-0.28399999999999997</c:v>
                </c:pt>
                <c:pt idx="2327">
                  <c:v>-0.28399999999999997</c:v>
                </c:pt>
                <c:pt idx="2328">
                  <c:v>-0.45200000000000001</c:v>
                </c:pt>
                <c:pt idx="2329">
                  <c:v>-0.45200000000000001</c:v>
                </c:pt>
                <c:pt idx="2330">
                  <c:v>-0.45200000000000001</c:v>
                </c:pt>
                <c:pt idx="2331">
                  <c:v>-3.2000000000000001E-2</c:v>
                </c:pt>
                <c:pt idx="2332">
                  <c:v>-3.2000000000000001E-2</c:v>
                </c:pt>
                <c:pt idx="2333">
                  <c:v>0.30399999999999999</c:v>
                </c:pt>
                <c:pt idx="2334">
                  <c:v>0.30399999999999999</c:v>
                </c:pt>
                <c:pt idx="2335">
                  <c:v>0.30399999999999999</c:v>
                </c:pt>
                <c:pt idx="2336">
                  <c:v>0.38800000000000001</c:v>
                </c:pt>
                <c:pt idx="2337">
                  <c:v>0.38800000000000001</c:v>
                </c:pt>
                <c:pt idx="2338">
                  <c:v>0.64</c:v>
                </c:pt>
                <c:pt idx="2339">
                  <c:v>0.64</c:v>
                </c:pt>
                <c:pt idx="2340">
                  <c:v>0.47199999999999998</c:v>
                </c:pt>
                <c:pt idx="2341">
                  <c:v>0.47199999999999998</c:v>
                </c:pt>
                <c:pt idx="2342">
                  <c:v>0.47199999999999998</c:v>
                </c:pt>
                <c:pt idx="2343">
                  <c:v>0.64</c:v>
                </c:pt>
                <c:pt idx="2344">
                  <c:v>0.64</c:v>
                </c:pt>
                <c:pt idx="2345">
                  <c:v>0.64</c:v>
                </c:pt>
                <c:pt idx="2346">
                  <c:v>0.64</c:v>
                </c:pt>
                <c:pt idx="2347">
                  <c:v>0.55600000000000005</c:v>
                </c:pt>
                <c:pt idx="2348">
                  <c:v>0.55600000000000005</c:v>
                </c:pt>
                <c:pt idx="2349">
                  <c:v>0.55600000000000005</c:v>
                </c:pt>
                <c:pt idx="2350">
                  <c:v>0.47199999999999998</c:v>
                </c:pt>
                <c:pt idx="2351">
                  <c:v>0.47199999999999998</c:v>
                </c:pt>
                <c:pt idx="2352">
                  <c:v>0.47199999999999998</c:v>
                </c:pt>
                <c:pt idx="2353">
                  <c:v>0.47199999999999998</c:v>
                </c:pt>
                <c:pt idx="2354">
                  <c:v>0.47199999999999998</c:v>
                </c:pt>
                <c:pt idx="2355">
                  <c:v>0.47199999999999998</c:v>
                </c:pt>
                <c:pt idx="2356">
                  <c:v>0.47199999999999998</c:v>
                </c:pt>
                <c:pt idx="2357">
                  <c:v>0.64</c:v>
                </c:pt>
                <c:pt idx="2358">
                  <c:v>0.64</c:v>
                </c:pt>
                <c:pt idx="2359">
                  <c:v>0.72399999999999998</c:v>
                </c:pt>
                <c:pt idx="2360">
                  <c:v>0.72399999999999998</c:v>
                </c:pt>
                <c:pt idx="2361">
                  <c:v>0.64</c:v>
                </c:pt>
                <c:pt idx="2362">
                  <c:v>0.64</c:v>
                </c:pt>
                <c:pt idx="2363">
                  <c:v>0.30399999999999999</c:v>
                </c:pt>
                <c:pt idx="2364">
                  <c:v>0.30399999999999999</c:v>
                </c:pt>
                <c:pt idx="2365">
                  <c:v>0.30399999999999999</c:v>
                </c:pt>
                <c:pt idx="2366">
                  <c:v>0.30399999999999999</c:v>
                </c:pt>
                <c:pt idx="2367">
                  <c:v>0.30399999999999999</c:v>
                </c:pt>
                <c:pt idx="2368">
                  <c:v>0.47199999999999998</c:v>
                </c:pt>
                <c:pt idx="2369">
                  <c:v>0.47199999999999998</c:v>
                </c:pt>
                <c:pt idx="2370">
                  <c:v>0.47199999999999998</c:v>
                </c:pt>
                <c:pt idx="2371">
                  <c:v>0.72399999999999998</c:v>
                </c:pt>
                <c:pt idx="2372">
                  <c:v>0.72399999999999998</c:v>
                </c:pt>
                <c:pt idx="2373">
                  <c:v>1.3120000000000001</c:v>
                </c:pt>
                <c:pt idx="2374">
                  <c:v>1.3120000000000001</c:v>
                </c:pt>
                <c:pt idx="2375">
                  <c:v>1.3120000000000001</c:v>
                </c:pt>
                <c:pt idx="2376">
                  <c:v>0.80800000000000005</c:v>
                </c:pt>
                <c:pt idx="2377">
                  <c:v>0.80800000000000005</c:v>
                </c:pt>
                <c:pt idx="2378">
                  <c:v>1.48</c:v>
                </c:pt>
                <c:pt idx="2379">
                  <c:v>1.48</c:v>
                </c:pt>
                <c:pt idx="2380">
                  <c:v>1.3120000000000001</c:v>
                </c:pt>
                <c:pt idx="2381">
                  <c:v>1.3120000000000001</c:v>
                </c:pt>
                <c:pt idx="2382">
                  <c:v>1.984</c:v>
                </c:pt>
                <c:pt idx="2383">
                  <c:v>1.984</c:v>
                </c:pt>
                <c:pt idx="2384">
                  <c:v>1.984</c:v>
                </c:pt>
                <c:pt idx="2385">
                  <c:v>1.9</c:v>
                </c:pt>
                <c:pt idx="2386">
                  <c:v>1.9</c:v>
                </c:pt>
                <c:pt idx="2387">
                  <c:v>1.9</c:v>
                </c:pt>
                <c:pt idx="2388">
                  <c:v>1.9</c:v>
                </c:pt>
                <c:pt idx="2389">
                  <c:v>1.9</c:v>
                </c:pt>
                <c:pt idx="2390">
                  <c:v>2.3199999999999998</c:v>
                </c:pt>
                <c:pt idx="2391">
                  <c:v>2.3199999999999998</c:v>
                </c:pt>
                <c:pt idx="2392">
                  <c:v>2.488</c:v>
                </c:pt>
                <c:pt idx="2393">
                  <c:v>2.488</c:v>
                </c:pt>
                <c:pt idx="2394">
                  <c:v>2.3199999999999998</c:v>
                </c:pt>
                <c:pt idx="2395">
                  <c:v>2.3199999999999998</c:v>
                </c:pt>
                <c:pt idx="2396">
                  <c:v>2.3199999999999998</c:v>
                </c:pt>
                <c:pt idx="2397">
                  <c:v>2.3199999999999998</c:v>
                </c:pt>
                <c:pt idx="2398">
                  <c:v>2.3199999999999998</c:v>
                </c:pt>
                <c:pt idx="2399">
                  <c:v>2.8239999999999998</c:v>
                </c:pt>
                <c:pt idx="2400">
                  <c:v>2.8239999999999998</c:v>
                </c:pt>
                <c:pt idx="2401">
                  <c:v>2.3199999999999998</c:v>
                </c:pt>
                <c:pt idx="2402">
                  <c:v>2.3199999999999998</c:v>
                </c:pt>
                <c:pt idx="2403">
                  <c:v>2.3199999999999998</c:v>
                </c:pt>
                <c:pt idx="2404">
                  <c:v>2.488</c:v>
                </c:pt>
                <c:pt idx="2405">
                  <c:v>2.488</c:v>
                </c:pt>
                <c:pt idx="2406">
                  <c:v>2.5720000000000001</c:v>
                </c:pt>
                <c:pt idx="2407">
                  <c:v>2.5720000000000001</c:v>
                </c:pt>
                <c:pt idx="2408">
                  <c:v>2.4039999999999999</c:v>
                </c:pt>
                <c:pt idx="2409">
                  <c:v>2.4039999999999999</c:v>
                </c:pt>
                <c:pt idx="2410">
                  <c:v>2.74</c:v>
                </c:pt>
                <c:pt idx="2411">
                  <c:v>2.74</c:v>
                </c:pt>
                <c:pt idx="2412">
                  <c:v>2.4039999999999999</c:v>
                </c:pt>
                <c:pt idx="2413">
                  <c:v>2.4039999999999999</c:v>
                </c:pt>
                <c:pt idx="2414">
                  <c:v>2.4039999999999999</c:v>
                </c:pt>
                <c:pt idx="2415">
                  <c:v>2.8239999999999998</c:v>
                </c:pt>
                <c:pt idx="2416">
                  <c:v>2.8239999999999998</c:v>
                </c:pt>
                <c:pt idx="2417">
                  <c:v>2.5720000000000001</c:v>
                </c:pt>
                <c:pt idx="2418">
                  <c:v>2.5720000000000001</c:v>
                </c:pt>
                <c:pt idx="2419">
                  <c:v>2.5720000000000001</c:v>
                </c:pt>
                <c:pt idx="2420">
                  <c:v>2.6560000000000001</c:v>
                </c:pt>
                <c:pt idx="2421">
                  <c:v>2.6560000000000001</c:v>
                </c:pt>
                <c:pt idx="2422">
                  <c:v>2.6560000000000001</c:v>
                </c:pt>
                <c:pt idx="2423">
                  <c:v>2.6560000000000001</c:v>
                </c:pt>
                <c:pt idx="2424">
                  <c:v>2.6560000000000001</c:v>
                </c:pt>
                <c:pt idx="2425">
                  <c:v>2.8239999999999998</c:v>
                </c:pt>
                <c:pt idx="2426">
                  <c:v>2.8239999999999998</c:v>
                </c:pt>
                <c:pt idx="2427">
                  <c:v>2.74</c:v>
                </c:pt>
                <c:pt idx="2428">
                  <c:v>2.74</c:v>
                </c:pt>
                <c:pt idx="2429">
                  <c:v>2.488</c:v>
                </c:pt>
                <c:pt idx="2430">
                  <c:v>2.488</c:v>
                </c:pt>
                <c:pt idx="2431">
                  <c:v>2.5720000000000001</c:v>
                </c:pt>
                <c:pt idx="2432">
                  <c:v>2.5720000000000001</c:v>
                </c:pt>
                <c:pt idx="2433">
                  <c:v>2.5720000000000001</c:v>
                </c:pt>
                <c:pt idx="2434">
                  <c:v>2.5720000000000001</c:v>
                </c:pt>
                <c:pt idx="2435">
                  <c:v>2.5720000000000001</c:v>
                </c:pt>
                <c:pt idx="2436">
                  <c:v>2.74</c:v>
                </c:pt>
                <c:pt idx="2437">
                  <c:v>2.74</c:v>
                </c:pt>
                <c:pt idx="2438">
                  <c:v>2.2360000000000002</c:v>
                </c:pt>
                <c:pt idx="2439">
                  <c:v>2.2360000000000002</c:v>
                </c:pt>
                <c:pt idx="2440">
                  <c:v>2.2360000000000002</c:v>
                </c:pt>
                <c:pt idx="2441">
                  <c:v>2.488</c:v>
                </c:pt>
                <c:pt idx="2442">
                  <c:v>2.488</c:v>
                </c:pt>
                <c:pt idx="2443">
                  <c:v>2.6560000000000001</c:v>
                </c:pt>
                <c:pt idx="2444">
                  <c:v>2.6560000000000001</c:v>
                </c:pt>
                <c:pt idx="2445">
                  <c:v>2.8239999999999998</c:v>
                </c:pt>
                <c:pt idx="2446">
                  <c:v>2.8239999999999998</c:v>
                </c:pt>
                <c:pt idx="2447">
                  <c:v>2.8239999999999998</c:v>
                </c:pt>
                <c:pt idx="2448">
                  <c:v>2.8239999999999998</c:v>
                </c:pt>
                <c:pt idx="2449">
                  <c:v>2.8239999999999998</c:v>
                </c:pt>
                <c:pt idx="2450">
                  <c:v>2.5720000000000001</c:v>
                </c:pt>
                <c:pt idx="2451">
                  <c:v>2.5720000000000001</c:v>
                </c:pt>
                <c:pt idx="2452">
                  <c:v>2.74</c:v>
                </c:pt>
                <c:pt idx="2453">
                  <c:v>2.74</c:v>
                </c:pt>
                <c:pt idx="2454">
                  <c:v>3.0760000000000001</c:v>
                </c:pt>
                <c:pt idx="2455">
                  <c:v>3.0760000000000001</c:v>
                </c:pt>
                <c:pt idx="2456">
                  <c:v>3.0760000000000001</c:v>
                </c:pt>
                <c:pt idx="2457">
                  <c:v>2.488</c:v>
                </c:pt>
                <c:pt idx="2458">
                  <c:v>2.488</c:v>
                </c:pt>
                <c:pt idx="2459">
                  <c:v>2.6560000000000001</c:v>
                </c:pt>
                <c:pt idx="2460">
                  <c:v>2.6560000000000001</c:v>
                </c:pt>
                <c:pt idx="2461">
                  <c:v>2.5720000000000001</c:v>
                </c:pt>
                <c:pt idx="2462">
                  <c:v>2.5720000000000001</c:v>
                </c:pt>
                <c:pt idx="2463">
                  <c:v>2.5720000000000001</c:v>
                </c:pt>
                <c:pt idx="2464">
                  <c:v>2.6560000000000001</c:v>
                </c:pt>
                <c:pt idx="2465">
                  <c:v>2.6560000000000001</c:v>
                </c:pt>
                <c:pt idx="2466">
                  <c:v>2.6560000000000001</c:v>
                </c:pt>
                <c:pt idx="2467">
                  <c:v>3.2440000000000002</c:v>
                </c:pt>
                <c:pt idx="2468">
                  <c:v>3.2440000000000002</c:v>
                </c:pt>
                <c:pt idx="2469">
                  <c:v>2.992</c:v>
                </c:pt>
                <c:pt idx="2470">
                  <c:v>2.992</c:v>
                </c:pt>
                <c:pt idx="2471">
                  <c:v>2.8239999999999998</c:v>
                </c:pt>
                <c:pt idx="2472">
                  <c:v>2.8239999999999998</c:v>
                </c:pt>
                <c:pt idx="2473">
                  <c:v>2.8239999999999998</c:v>
                </c:pt>
                <c:pt idx="2474">
                  <c:v>2.992</c:v>
                </c:pt>
                <c:pt idx="2475">
                  <c:v>2.992</c:v>
                </c:pt>
                <c:pt idx="2476">
                  <c:v>2.6560000000000001</c:v>
                </c:pt>
                <c:pt idx="2477">
                  <c:v>2.6560000000000001</c:v>
                </c:pt>
                <c:pt idx="2478">
                  <c:v>2.6560000000000001</c:v>
                </c:pt>
                <c:pt idx="2479">
                  <c:v>2.9079999999999999</c:v>
                </c:pt>
                <c:pt idx="2480">
                  <c:v>2.9079999999999999</c:v>
                </c:pt>
                <c:pt idx="2481">
                  <c:v>2.8239999999999998</c:v>
                </c:pt>
                <c:pt idx="2482">
                  <c:v>2.8239999999999998</c:v>
                </c:pt>
                <c:pt idx="2483">
                  <c:v>2.5720000000000001</c:v>
                </c:pt>
                <c:pt idx="2484">
                  <c:v>2.5720000000000001</c:v>
                </c:pt>
                <c:pt idx="2485">
                  <c:v>2.9079999999999999</c:v>
                </c:pt>
                <c:pt idx="2486">
                  <c:v>2.9079999999999999</c:v>
                </c:pt>
                <c:pt idx="2487">
                  <c:v>2.6560000000000001</c:v>
                </c:pt>
                <c:pt idx="2488">
                  <c:v>2.6560000000000001</c:v>
                </c:pt>
                <c:pt idx="2489">
                  <c:v>2.74</c:v>
                </c:pt>
                <c:pt idx="2490">
                  <c:v>2.74</c:v>
                </c:pt>
                <c:pt idx="2491">
                  <c:v>2.74</c:v>
                </c:pt>
                <c:pt idx="2492">
                  <c:v>2.8239999999999998</c:v>
                </c:pt>
                <c:pt idx="2493">
                  <c:v>2.8239999999999998</c:v>
                </c:pt>
                <c:pt idx="2494">
                  <c:v>2.5720000000000001</c:v>
                </c:pt>
                <c:pt idx="2495">
                  <c:v>2.5720000000000001</c:v>
                </c:pt>
                <c:pt idx="2496">
                  <c:v>2.5720000000000001</c:v>
                </c:pt>
                <c:pt idx="2497">
                  <c:v>2.5720000000000001</c:v>
                </c:pt>
                <c:pt idx="2498">
                  <c:v>2.5720000000000001</c:v>
                </c:pt>
                <c:pt idx="2499">
                  <c:v>2.8239999999999998</c:v>
                </c:pt>
                <c:pt idx="2500">
                  <c:v>2.8239999999999998</c:v>
                </c:pt>
                <c:pt idx="2501">
                  <c:v>2.9079999999999999</c:v>
                </c:pt>
                <c:pt idx="2502">
                  <c:v>2.9079999999999999</c:v>
                </c:pt>
                <c:pt idx="2503">
                  <c:v>2.9079999999999999</c:v>
                </c:pt>
                <c:pt idx="2504">
                  <c:v>2.9079999999999999</c:v>
                </c:pt>
                <c:pt idx="2505">
                  <c:v>2.9079999999999999</c:v>
                </c:pt>
                <c:pt idx="2506">
                  <c:v>2.74</c:v>
                </c:pt>
                <c:pt idx="2507">
                  <c:v>2.74</c:v>
                </c:pt>
                <c:pt idx="2508">
                  <c:v>2.74</c:v>
                </c:pt>
                <c:pt idx="2509">
                  <c:v>2.74</c:v>
                </c:pt>
                <c:pt idx="2510">
                  <c:v>2.5720000000000001</c:v>
                </c:pt>
                <c:pt idx="2511">
                  <c:v>2.5720000000000001</c:v>
                </c:pt>
                <c:pt idx="2512">
                  <c:v>2.5720000000000001</c:v>
                </c:pt>
                <c:pt idx="2513">
                  <c:v>2.8239999999999998</c:v>
                </c:pt>
                <c:pt idx="2514">
                  <c:v>2.8239999999999998</c:v>
                </c:pt>
                <c:pt idx="2515">
                  <c:v>2.8239999999999998</c:v>
                </c:pt>
                <c:pt idx="2516">
                  <c:v>2.8239999999999998</c:v>
                </c:pt>
                <c:pt idx="2517">
                  <c:v>2.8239999999999998</c:v>
                </c:pt>
                <c:pt idx="2518">
                  <c:v>2.74</c:v>
                </c:pt>
                <c:pt idx="2519">
                  <c:v>2.74</c:v>
                </c:pt>
                <c:pt idx="2520">
                  <c:v>2.74</c:v>
                </c:pt>
                <c:pt idx="2521">
                  <c:v>2.74</c:v>
                </c:pt>
                <c:pt idx="2522">
                  <c:v>2.9079999999999999</c:v>
                </c:pt>
                <c:pt idx="2523">
                  <c:v>2.9079999999999999</c:v>
                </c:pt>
                <c:pt idx="2524">
                  <c:v>2.9079999999999999</c:v>
                </c:pt>
                <c:pt idx="2525">
                  <c:v>2.74</c:v>
                </c:pt>
                <c:pt idx="2526">
                  <c:v>2.74</c:v>
                </c:pt>
                <c:pt idx="2527">
                  <c:v>2.6560000000000001</c:v>
                </c:pt>
                <c:pt idx="2528">
                  <c:v>2.6560000000000001</c:v>
                </c:pt>
                <c:pt idx="2529">
                  <c:v>2.8239999999999998</c:v>
                </c:pt>
                <c:pt idx="2530">
                  <c:v>2.8239999999999998</c:v>
                </c:pt>
                <c:pt idx="2531">
                  <c:v>3.0760000000000001</c:v>
                </c:pt>
                <c:pt idx="2532">
                  <c:v>3.0760000000000001</c:v>
                </c:pt>
                <c:pt idx="2533">
                  <c:v>2.5720000000000001</c:v>
                </c:pt>
                <c:pt idx="2534">
                  <c:v>2.5720000000000001</c:v>
                </c:pt>
                <c:pt idx="2535">
                  <c:v>2.5720000000000001</c:v>
                </c:pt>
                <c:pt idx="2536">
                  <c:v>2.6560000000000001</c:v>
                </c:pt>
                <c:pt idx="2537">
                  <c:v>2.6560000000000001</c:v>
                </c:pt>
                <c:pt idx="2538">
                  <c:v>2.8239999999999998</c:v>
                </c:pt>
                <c:pt idx="2539">
                  <c:v>2.8239999999999998</c:v>
                </c:pt>
                <c:pt idx="2540">
                  <c:v>2.6560000000000001</c:v>
                </c:pt>
                <c:pt idx="2541">
                  <c:v>2.6560000000000001</c:v>
                </c:pt>
                <c:pt idx="2542">
                  <c:v>2.6560000000000001</c:v>
                </c:pt>
                <c:pt idx="2543">
                  <c:v>2.9079999999999999</c:v>
                </c:pt>
                <c:pt idx="2544">
                  <c:v>2.9079999999999999</c:v>
                </c:pt>
                <c:pt idx="2545">
                  <c:v>2.9079999999999999</c:v>
                </c:pt>
                <c:pt idx="2546">
                  <c:v>-0.13100000000000001</c:v>
                </c:pt>
                <c:pt idx="2547">
                  <c:v>-0.13100000000000001</c:v>
                </c:pt>
                <c:pt idx="2548">
                  <c:v>7.0000000000000001E-3</c:v>
                </c:pt>
                <c:pt idx="2549">
                  <c:v>7.0000000000000001E-3</c:v>
                </c:pt>
              </c:numCache>
            </c:numRef>
          </c:val>
          <c:smooth val="0"/>
          <c:extLst>
            <c:ext xmlns:c16="http://schemas.microsoft.com/office/drawing/2014/chart" uri="{C3380CC4-5D6E-409C-BE32-E72D297353CC}">
              <c16:uniqueId val="{00000001-194D-4926-85A8-83EA8778EB61}"/>
            </c:ext>
          </c:extLst>
        </c:ser>
        <c:dLbls>
          <c:showLegendKey val="0"/>
          <c:showVal val="0"/>
          <c:showCatName val="0"/>
          <c:showSerName val="0"/>
          <c:showPercent val="0"/>
          <c:showBubbleSize val="0"/>
        </c:dLbls>
        <c:axId val="1161194655"/>
        <c:axId val="1161193695"/>
        <c:axId val="1686693008"/>
      </c:line3DChart>
      <c:catAx>
        <c:axId val="1161194655"/>
        <c:scaling>
          <c:orientation val="minMax"/>
        </c:scaling>
        <c:delete val="1"/>
        <c:axPos val="b"/>
        <c:numFmt formatCode="General" sourceLinked="1"/>
        <c:majorTickMark val="out"/>
        <c:minorTickMark val="none"/>
        <c:tickLblPos val="nextTo"/>
        <c:crossAx val="1161193695"/>
        <c:crosses val="autoZero"/>
        <c:auto val="1"/>
        <c:lblAlgn val="ctr"/>
        <c:lblOffset val="100"/>
        <c:noMultiLvlLbl val="0"/>
      </c:catAx>
      <c:valAx>
        <c:axId val="1161193695"/>
        <c:scaling>
          <c:orientation val="minMax"/>
        </c:scaling>
        <c:delete val="1"/>
        <c:axPos val="l"/>
        <c:numFmt formatCode="General" sourceLinked="1"/>
        <c:majorTickMark val="none"/>
        <c:minorTickMark val="none"/>
        <c:tickLblPos val="nextTo"/>
        <c:crossAx val="1161194655"/>
        <c:crosses val="autoZero"/>
        <c:crossBetween val="between"/>
      </c:valAx>
      <c:serAx>
        <c:axId val="1686693008"/>
        <c:scaling>
          <c:orientation val="minMax"/>
        </c:scaling>
        <c:delete val="1"/>
        <c:axPos val="b"/>
        <c:majorTickMark val="out"/>
        <c:minorTickMark val="none"/>
        <c:tickLblPos val="nextTo"/>
        <c:crossAx val="1161193695"/>
        <c:crosses val="autoZero"/>
      </c:ser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Sheet1!$C$1</c:f>
              <c:strCache>
                <c:ptCount val="1"/>
                <c:pt idx="0">
                  <c:v>Mean residual torque (%)</c:v>
                </c:pt>
              </c:strCache>
            </c:strRef>
          </c:tx>
          <c:spPr>
            <a:solidFill>
              <a:srgbClr val="00B0F0"/>
            </a:solidFill>
            <a:ln>
              <a:noFill/>
            </a:ln>
            <a:effectLst/>
            <a:sp3d/>
          </c:spPr>
          <c:invertIfNegative val="0"/>
          <c:cat>
            <c:strRef>
              <c:f>Sheet1!$A$2:$A$4</c:f>
              <c:strCache>
                <c:ptCount val="3"/>
                <c:pt idx="0">
                  <c:v>Game 1 - Off</c:v>
                </c:pt>
                <c:pt idx="1">
                  <c:v>Game 2 - Low</c:v>
                </c:pt>
                <c:pt idx="2">
                  <c:v>Game 3 - Medium</c:v>
                </c:pt>
              </c:strCache>
            </c:strRef>
          </c:cat>
          <c:val>
            <c:numRef>
              <c:f>Sheet1!$C$2:$C$4</c:f>
              <c:numCache>
                <c:formatCode>General</c:formatCode>
                <c:ptCount val="3"/>
                <c:pt idx="0">
                  <c:v>4.2</c:v>
                </c:pt>
                <c:pt idx="1">
                  <c:v>3.7</c:v>
                </c:pt>
                <c:pt idx="2">
                  <c:v>3.4</c:v>
                </c:pt>
              </c:numCache>
            </c:numRef>
          </c:val>
          <c:extLst>
            <c:ext xmlns:c16="http://schemas.microsoft.com/office/drawing/2014/chart" uri="{C3380CC4-5D6E-409C-BE32-E72D297353CC}">
              <c16:uniqueId val="{00000000-E05F-46DB-BFB4-C2C4B663C6B4}"/>
            </c:ext>
          </c:extLst>
        </c:ser>
        <c:ser>
          <c:idx val="1"/>
          <c:order val="1"/>
          <c:tx>
            <c:strRef>
              <c:f>Sheet1!$D$1</c:f>
              <c:strCache>
                <c:ptCount val="1"/>
                <c:pt idx="0">
                  <c:v>Max residual torque (%)</c:v>
                </c:pt>
              </c:strCache>
            </c:strRef>
          </c:tx>
          <c:spPr>
            <a:solidFill>
              <a:srgbClr val="FFC400"/>
            </a:solidFill>
            <a:ln>
              <a:noFill/>
            </a:ln>
            <a:effectLst/>
            <a:sp3d/>
          </c:spPr>
          <c:invertIfNegative val="0"/>
          <c:cat>
            <c:strRef>
              <c:f>Sheet1!$A$2:$A$4</c:f>
              <c:strCache>
                <c:ptCount val="3"/>
                <c:pt idx="0">
                  <c:v>Game 1 - Off</c:v>
                </c:pt>
                <c:pt idx="1">
                  <c:v>Game 2 - Low</c:v>
                </c:pt>
                <c:pt idx="2">
                  <c:v>Game 3 - Medium</c:v>
                </c:pt>
              </c:strCache>
            </c:strRef>
          </c:cat>
          <c:val>
            <c:numRef>
              <c:f>Sheet1!$D$2:$D$4</c:f>
              <c:numCache>
                <c:formatCode>General</c:formatCode>
                <c:ptCount val="3"/>
                <c:pt idx="0">
                  <c:v>46.2</c:v>
                </c:pt>
                <c:pt idx="1">
                  <c:v>16.600000000000001</c:v>
                </c:pt>
                <c:pt idx="2">
                  <c:v>18.2</c:v>
                </c:pt>
              </c:numCache>
            </c:numRef>
          </c:val>
          <c:extLst>
            <c:ext xmlns:c16="http://schemas.microsoft.com/office/drawing/2014/chart" uri="{C3380CC4-5D6E-409C-BE32-E72D297353CC}">
              <c16:uniqueId val="{00000003-E05F-46DB-BFB4-C2C4B663C6B4}"/>
            </c:ext>
          </c:extLst>
        </c:ser>
        <c:dLbls>
          <c:showLegendKey val="0"/>
          <c:showVal val="0"/>
          <c:showCatName val="0"/>
          <c:showSerName val="0"/>
          <c:showPercent val="0"/>
          <c:showBubbleSize val="0"/>
        </c:dLbls>
        <c:gapWidth val="150"/>
        <c:shape val="box"/>
        <c:axId val="1737302575"/>
        <c:axId val="1737301135"/>
        <c:axId val="0"/>
      </c:bar3DChart>
      <c:catAx>
        <c:axId val="173730257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37301135"/>
        <c:crosses val="autoZero"/>
        <c:auto val="1"/>
        <c:lblAlgn val="ctr"/>
        <c:lblOffset val="100"/>
        <c:noMultiLvlLbl val="0"/>
      </c:catAx>
      <c:valAx>
        <c:axId val="17373011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373025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0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04_0.xml><?xml version="1.0" encoding="utf-8"?>
<p188:cmLst xmlns:a="http://schemas.openxmlformats.org/drawingml/2006/main" xmlns:r="http://schemas.openxmlformats.org/officeDocument/2006/relationships" xmlns:p188="http://schemas.microsoft.com/office/powerpoint/2018/8/main">
  <p188:cm id="{E5175469-E438-4AF9-AECC-CECF741EC909}" authorId="{5BCB4ED8-3479-E282-725B-5979F7E61C27}" created="2026-06-24T17:56:24.272">
    <ac:txMkLst xmlns:ac="http://schemas.microsoft.com/office/drawing/2013/main/command">
      <pc:docMk xmlns:pc="http://schemas.microsoft.com/office/powerpoint/2013/main/command"/>
      <pc:sldMk xmlns:pc="http://schemas.microsoft.com/office/powerpoint/2013/main/command" cId="0" sldId="260"/>
      <ac:spMk id="41" creationId="{00000000-0000-0000-0000-000000000000}"/>
      <ac:txMk cp="15" len="3">
        <ac:context len="39" hash="1271529246"/>
      </ac:txMk>
    </ac:txMkLst>
    <p188:pos x="2310426" y="323798"/>
    <p188:txBody>
      <a:bodyPr/>
      <a:lstStyle/>
      <a:p>
        <a:r>
          <a:rPr lang="en-US"/>
          <a:t>The exact sign depends on the motor and sensor convention, but conceptually the measured user force was converted into an incremental desired position.</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5T20:32:30.080"/>
    </inkml:context>
    <inkml:brush xml:id="br0">
      <inkml:brushProperty name="width" value="0.035" units="cm"/>
      <inkml:brushProperty name="height" value="0.035" units="cm"/>
      <inkml:brushProperty name="color" value="#CC0066"/>
    </inkml:brush>
  </inkml:definitions>
  <inkml:trace contextRef="#ctx0" brushRef="#br0">0 1749 24404,'1726'0'0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5T20:32:50.430"/>
    </inkml:context>
    <inkml:brush xml:id="br0">
      <inkml:brushProperty name="width" value="0.035" units="cm"/>
      <inkml:brushProperty name="height" value="0.035" units="cm"/>
      <inkml:brushProperty name="color" value="#CC0066"/>
    </inkml:brush>
  </inkml:definitions>
  <inkml:trace contextRef="#ctx0" brushRef="#br0">0 6 23209,'1787'0'0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5T21:28:06.757"/>
    </inkml:context>
    <inkml:brush xml:id="br0">
      <inkml:brushProperty name="width" value="0.035" units="cm"/>
      <inkml:brushProperty name="height" value="0.035" units="cm"/>
      <inkml:brushProperty name="color" value="#CC0066"/>
    </inkml:brush>
  </inkml:definitions>
  <inkml:trace contextRef="#ctx0" brushRef="#br0">0 6 23209,'1787'0'0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5T21:28:22.668"/>
    </inkml:context>
    <inkml:brush xml:id="br0">
      <inkml:brushProperty name="width" value="0.035" units="cm"/>
      <inkml:brushProperty name="height" value="0.035" units="cm"/>
      <inkml:brushProperty name="color" value="#CC0066"/>
    </inkml:brush>
  </inkml:definitions>
  <inkml:trace contextRef="#ctx0" brushRef="#br0">0 6 23209,'431'0'0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5T21:47:06.901"/>
    </inkml:context>
    <inkml:brush xml:id="br0">
      <inkml:brushProperty name="width" value="0.1" units="cm"/>
      <inkml:brushProperty name="height" value="0.2" units="cm"/>
      <inkml:brushProperty name="color" value="#FFACD5"/>
      <inkml:brushProperty name="tip" value="rectangle"/>
      <inkml:brushProperty name="rasterOp" value="maskPen"/>
      <inkml:brushProperty name="ignorePressure" value="1"/>
    </inkml:brush>
  </inkml:definitions>
  <inkml:trace contextRef="#ctx0" brushRef="#br0">2208 1,'-1'2,"1"0,-1 1,0-1,1 0,-1 0,0 0,-1 0,1 0,0 0,0 0,-1 0,1 0,-1-1,0 1,0-1,-3 3,0 1,-252 196,188-152,-752 606,66 81,749-729,-254 294,250-286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5T21:47:07.910"/>
    </inkml:context>
    <inkml:brush xml:id="br0">
      <inkml:brushProperty name="width" value="0.1" units="cm"/>
      <inkml:brushProperty name="height" value="0.2" units="cm"/>
      <inkml:brushProperty name="color" value="#FFACD5"/>
      <inkml:brushProperty name="tip" value="rectangle"/>
      <inkml:brushProperty name="rasterOp" value="maskPen"/>
      <inkml:brushProperty name="ignorePressure" value="1"/>
    </inkml:brush>
  </inkml:definitions>
  <inkml:trace contextRef="#ctx0" brushRef="#br0">3658 0,'-17'1,"1"1,0 1,0 0,0 1,1 0,0 1,-1 1,-17 10,27-14,-318 160,322-161,-270 146,-63 41,-733 431,-372 209,1410-811,10-8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0218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the </a:t>
            </a:r>
            <a:r>
              <a:rPr lang="en-US" dirty="0" err="1"/>
              <a:t>EduExo</a:t>
            </a:r>
            <a:r>
              <a:rPr lang="en-US" dirty="0"/>
              <a:t> Pro as a physical interface to control a Unity Brick Breaker paddle. The user moves their arm, Arduino reads the exoskeleton angle, and Unity moves the paddle accordingly. The new focus is improving transparent interaction and adding feedback based on how far the user is from the target.”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presentation is divided into a short recap of last semester’s group work and a longer section on the new individual objectives and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E0297-3A21-3DC4-DC62-6552CD95C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E149A-2201-685E-96CE-2A051616DB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6DE84-B613-1AF6-CB35-A11A7726EC07}"/>
              </a:ext>
            </a:extLst>
          </p:cNvPr>
          <p:cNvSpPr>
            <a:spLocks noGrp="1"/>
          </p:cNvSpPr>
          <p:nvPr>
            <p:ph type="body" idx="1"/>
          </p:nvPr>
        </p:nvSpPr>
        <p:spPr/>
        <p:txBody>
          <a:bodyPr/>
          <a:lstStyle/>
          <a:p>
            <a:r>
              <a:rPr lang="en-US" dirty="0"/>
              <a:t>The previous group implementation created the basic rehabilitation game platform. The </a:t>
            </a:r>
            <a:r>
              <a:rPr lang="en-US" dirty="0" err="1"/>
              <a:t>EduExo</a:t>
            </a:r>
            <a:r>
              <a:rPr lang="en-US" dirty="0"/>
              <a:t> Pro acted both as an input device and as an assistive device. The user’s elbow motion controlled the paddle, while Unity predicted where the ball should be intercepted. Assistance was activated only when the user was far from the predicted target, so the user remained the primary motion generator.</a:t>
            </a:r>
          </a:p>
        </p:txBody>
      </p:sp>
      <p:sp>
        <p:nvSpPr>
          <p:cNvPr id="4" name="Slide Number Placeholder 3">
            <a:extLst>
              <a:ext uri="{FF2B5EF4-FFF2-40B4-BE49-F238E27FC236}">
                <a16:creationId xmlns:a16="http://schemas.microsoft.com/office/drawing/2014/main" id="{09398818-D448-FFAA-E767-BB9AE17241C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48626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Arduino measured the elbow angle and the interaction force. The angle was used by Unity to move the paddle, while the force sensor was used for the admittance-based assistance. Unity then sent back the target angle and assistance level to Arduino.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assist-as-needed logic used three assistance regions. When the user was far from the target, the admittance gain was higher, so the measured force produced a larger position increment. When the user was closer, the gain decreased. The issue was not the idea of assistance regions itself. The issue was that the close-to-target condition was treated as no assistance or motor detachment, while the professor requested transparent mode by control.</a:t>
            </a:r>
            <a:br>
              <a:rPr lang="en-US" dirty="0"/>
            </a:br>
            <a:r>
              <a:rPr lang="en-US" dirty="0"/>
              <a:t>Formula-</a:t>
            </a:r>
            <a:br>
              <a:rPr lang="en-US" dirty="0"/>
            </a:br>
            <a:r>
              <a:rPr lang="en-US" dirty="0"/>
              <a:t>The exact sign depends on the motor and sensor convention, but conceptually the measured user force was converted into an incremental desired position.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ABDB1-4557-3B31-A1E9-E77FD555B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26891-E453-A450-502E-07528BE325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EB261-DF02-61CC-1D1A-ADAA0E0476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625916-2852-D51A-32C8-8FDC1AA3F06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19005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project objectives were updated, the focus shifted from only providing assistance to ensuring transparent interaction, feedback, and quantitative evaluation. The most important correction is that transparent mode must be implemented by control, not by detaching the motor. Therefore, the new work focuses on fixing transparent mode, adding visual feedback, and logging data over three games to evaluate residual torque and trajectory tracking.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672D8-73E1-DCE4-8B1D-DEB69949B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9A81D-4BE2-DB1E-43E4-543A654AD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63B09-1BBB-42DB-57DD-AB25DB1210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99910F-0E9A-C3D4-91FC-852C858A8C6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84569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important correction. In the previous implementation, transparency was approximated by detaching or disabling the motor. But that removes active control, so the system cannot smoothly transition between transparent behavior and assistance. In the new approach, the motor remains active, but the controller sends a neutral or high-compliance command to minimize residual interaction force.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architecture prioritizes transparent interaction. The force and angle sensors feed the transparent controller. The original assistance logic is retained as an optional extension, but it is no longer the main behaviour.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transparent region is a tolerance band around the target reference. If the actual paddle trajectory remains inside the band, Unity sends assist level zero and the Arduino keeps the motor in transparent control. If the paddle exits the band, the game activates visual feedback, and optionally sends low or high assistance depending on the error.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6CE3-2A52-EFB0-F49C-32EE5F448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5BEB2-38C7-2335-920A-FFA031ED80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A5011-C2B9-99EF-2F58-B7AEB158D9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1F10BB-7D95-44EF-B70F-985636F8DCAD}"/>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39570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feedback communicates the tracking error continuously. When the paddle is inside the transparent region, the ball is green. When the user moves outside the region, the ball changes to orange or red depending on the error magnitude. This gives the user immediate information and encourages self-correction before physical assistance is needed.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A0B3B-B924-F25D-DD4F-606CBD3A6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D085D-9597-E016-1502-41A105409D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DFF8A4-5ED4-FE7E-3976-FB6D372E911E}"/>
              </a:ext>
            </a:extLst>
          </p:cNvPr>
          <p:cNvSpPr>
            <a:spLocks noGrp="1"/>
          </p:cNvSpPr>
          <p:nvPr>
            <p:ph type="body" idx="1"/>
          </p:nvPr>
        </p:nvSpPr>
        <p:spPr/>
        <p:txBody>
          <a:bodyPr/>
          <a:lstStyle/>
          <a:p>
            <a:r>
              <a:rPr lang="en-US" dirty="0"/>
              <a:t>The previous group work created the basic system. The exoskeleton acted as both an input device and an assistive device. Elbow motion moved the paddle, Unity predicted the interception point, and assistance was provided when the user could not reach the target.</a:t>
            </a:r>
          </a:p>
        </p:txBody>
      </p:sp>
      <p:sp>
        <p:nvSpPr>
          <p:cNvPr id="4" name="Slide Number Placeholder 3">
            <a:extLst>
              <a:ext uri="{FF2B5EF4-FFF2-40B4-BE49-F238E27FC236}">
                <a16:creationId xmlns:a16="http://schemas.microsoft.com/office/drawing/2014/main" id="{FED67C14-473D-B451-27B2-FD6167D14C5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998359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942CC-146C-FA74-ACC5-4615E27AE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39504-CDFD-9943-6DB0-E6FCD6D40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5487A-51B5-6E8D-5783-EFB2AF132E9B}"/>
              </a:ext>
            </a:extLst>
          </p:cNvPr>
          <p:cNvSpPr>
            <a:spLocks noGrp="1"/>
          </p:cNvSpPr>
          <p:nvPr>
            <p:ph type="body" idx="1"/>
          </p:nvPr>
        </p:nvSpPr>
        <p:spPr/>
        <p:txBody>
          <a:bodyPr/>
          <a:lstStyle/>
          <a:p>
            <a:r>
              <a:rPr lang="en-US" dirty="0"/>
              <a:t>As assistance intensity increased, the time spent in transparent mode decreased. This confirms that higher assistance settings caused the system to intervene earlier, reducing independent movement but increasing guidance. </a:t>
            </a:r>
          </a:p>
        </p:txBody>
      </p:sp>
      <p:sp>
        <p:nvSpPr>
          <p:cNvPr id="4" name="Slide Number Placeholder 3">
            <a:extLst>
              <a:ext uri="{FF2B5EF4-FFF2-40B4-BE49-F238E27FC236}">
                <a16:creationId xmlns:a16="http://schemas.microsoft.com/office/drawing/2014/main" id="{1C1E7E51-52E6-73E4-977E-E4DEAF141E3B}"/>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0526784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D2272-2A66-53AC-F3A6-942192BCF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8CF1C-54B2-CE4E-D25A-7C1143B2E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7B059-93D9-ACCD-3AF0-FAC6141570E8}"/>
              </a:ext>
            </a:extLst>
          </p:cNvPr>
          <p:cNvSpPr>
            <a:spLocks noGrp="1"/>
          </p:cNvSpPr>
          <p:nvPr>
            <p:ph type="body" idx="1"/>
          </p:nvPr>
        </p:nvSpPr>
        <p:spPr/>
        <p:txBody>
          <a:bodyPr/>
          <a:lstStyle/>
          <a:p>
            <a:r>
              <a:rPr lang="en-US" dirty="0"/>
              <a:t>0 / Off:</a:t>
            </a:r>
          </a:p>
          <a:p>
            <a:r>
              <a:rPr lang="en-US" dirty="0"/>
              <a:t>Physical assist off</a:t>
            </a:r>
          </a:p>
          <a:p>
            <a:r>
              <a:rPr lang="en-US" dirty="0"/>
              <a:t>Feedback only</a:t>
            </a:r>
          </a:p>
          <a:p>
            <a:endParaRPr lang="en-US" dirty="0"/>
          </a:p>
          <a:p>
            <a:r>
              <a:rPr lang="en-US" dirty="0"/>
              <a:t>Low:</a:t>
            </a:r>
          </a:p>
          <a:p>
            <a:r>
              <a:rPr lang="en-US" dirty="0"/>
              <a:t>Transparent until 50%</a:t>
            </a:r>
          </a:p>
          <a:p>
            <a:r>
              <a:rPr lang="en-US" dirty="0"/>
              <a:t>Gentle until 75%</a:t>
            </a:r>
          </a:p>
          <a:p>
            <a:r>
              <a:rPr lang="en-US" dirty="0"/>
              <a:t>Strong after 75%</a:t>
            </a:r>
          </a:p>
          <a:p>
            <a:endParaRPr lang="en-US" dirty="0"/>
          </a:p>
          <a:p>
            <a:r>
              <a:rPr lang="en-US" dirty="0"/>
              <a:t>Medium:</a:t>
            </a:r>
          </a:p>
          <a:p>
            <a:r>
              <a:rPr lang="en-US" dirty="0"/>
              <a:t>Transparent until 25%</a:t>
            </a:r>
          </a:p>
          <a:p>
            <a:r>
              <a:rPr lang="en-US" dirty="0"/>
              <a:t>Gentle until 60%</a:t>
            </a:r>
          </a:p>
          <a:p>
            <a:r>
              <a:rPr lang="en-US" dirty="0"/>
              <a:t>Strong after 60%</a:t>
            </a:r>
          </a:p>
          <a:p>
            <a:endParaRPr lang="en-US" dirty="0"/>
          </a:p>
          <a:p>
            <a:r>
              <a:rPr lang="en-US" dirty="0"/>
              <a:t>High:</a:t>
            </a:r>
          </a:p>
          <a:p>
            <a:r>
              <a:rPr lang="en-US" dirty="0"/>
              <a:t>Transparent until 10%</a:t>
            </a:r>
          </a:p>
          <a:p>
            <a:r>
              <a:rPr lang="en-US" dirty="0"/>
              <a:t>Gentle until 35%</a:t>
            </a:r>
          </a:p>
          <a:p>
            <a:r>
              <a:rPr lang="en-US" dirty="0"/>
              <a:t>Strong after 35%</a:t>
            </a:r>
          </a:p>
          <a:p>
            <a:endParaRPr lang="en-US" dirty="0"/>
          </a:p>
        </p:txBody>
      </p:sp>
      <p:sp>
        <p:nvSpPr>
          <p:cNvPr id="4" name="Slide Number Placeholder 3">
            <a:extLst>
              <a:ext uri="{FF2B5EF4-FFF2-40B4-BE49-F238E27FC236}">
                <a16:creationId xmlns:a16="http://schemas.microsoft.com/office/drawing/2014/main" id="{5B5C2B0E-C809-3E7F-4058-7FDF6CFCC65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00846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FF3C3-F275-F1EE-F6E1-FDD851965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BDC4B-CBBA-B58E-0C7B-2752411E4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370EB3-D10A-8A44-48AC-3726DB010BC8}"/>
              </a:ext>
            </a:extLst>
          </p:cNvPr>
          <p:cNvSpPr>
            <a:spLocks noGrp="1"/>
          </p:cNvSpPr>
          <p:nvPr>
            <p:ph type="body" idx="1"/>
          </p:nvPr>
        </p:nvSpPr>
        <p:spPr/>
        <p:txBody>
          <a:bodyPr/>
          <a:lstStyle/>
          <a:p>
            <a:r>
              <a:rPr lang="en-US" dirty="0"/>
              <a:t>This slide summarizes the performance metrics across the four assistance intensity settings.</a:t>
            </a:r>
          </a:p>
          <a:p>
            <a:r>
              <a:rPr lang="en-US" dirty="0"/>
              <a:t>The tracking accuracy and mean tracking error show that the effect of assistance is not perfectly linear. For example, one participant improved with low and high assistance, while the other participant stayed more consistent across the settings. This suggests that the best assistance level depends on the user and on how they interact with the device.</a:t>
            </a:r>
          </a:p>
          <a:p>
            <a:r>
              <a:rPr lang="en-US" dirty="0"/>
              <a:t>The clearest trend is shown in the independent movement time. When assistance is off or low, the user spends more time in the transparent region, meaning they are moving more independently. As assistance intensity increases, the system intervenes earlier, so the transparent time decreases.</a:t>
            </a:r>
          </a:p>
          <a:p>
            <a:r>
              <a:rPr lang="en-US" dirty="0"/>
              <a:t>For rehabilitation, this is the main trade-off: higher assistance gives more guidance, but lower assistance encourages more autonomous movement. Therefore, the assistance level should be adapted to the user’s performance instead of always using the strongest assistance.</a:t>
            </a:r>
            <a:br>
              <a:rPr lang="en-US" dirty="0"/>
            </a:br>
            <a:br>
              <a:rPr lang="en-US" dirty="0"/>
            </a:br>
            <a:r>
              <a:rPr lang="en-US" dirty="0"/>
              <a:t>“These graphs are secondary performance metrics. The main observation is that accuracy does not simply improve when assistance is increased. However, independent movement time clearly decreases as assistance increases. This shows the rehabilitation trade-off: more assistance gives more guidance, but less assistance encourages user autonomy.”</a:t>
            </a:r>
          </a:p>
        </p:txBody>
      </p:sp>
      <p:sp>
        <p:nvSpPr>
          <p:cNvPr id="4" name="Slide Number Placeholder 3">
            <a:extLst>
              <a:ext uri="{FF2B5EF4-FFF2-40B4-BE49-F238E27FC236}">
                <a16:creationId xmlns:a16="http://schemas.microsoft.com/office/drawing/2014/main" id="{63824BA3-40B7-C771-C839-78DF9B9A689A}"/>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535285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8DB87-C060-0D77-8914-729DDCB3E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E75E9-45A7-E4E4-4093-9A569977D1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31706-285E-624F-DF81-C2241E152640}"/>
              </a:ext>
            </a:extLst>
          </p:cNvPr>
          <p:cNvSpPr>
            <a:spLocks noGrp="1"/>
          </p:cNvSpPr>
          <p:nvPr>
            <p:ph type="body" idx="1"/>
          </p:nvPr>
        </p:nvSpPr>
        <p:spPr/>
        <p:txBody>
          <a:bodyPr/>
          <a:lstStyle/>
          <a:p>
            <a:r>
              <a:rPr lang="en-US" dirty="0"/>
              <a:t>This graph shows one 60-second session. The blue line is the predicted target position, and the orange/red line is the user-controlled paddle position. When the two lines are close, the user is tracking well. When the distance increases, the system detects higher tracking error and activates feedback or assistance depending on the selected assistance intensity</a:t>
            </a:r>
            <a:br>
              <a:rPr lang="en-US" dirty="0"/>
            </a:br>
            <a:br>
              <a:rPr lang="en-US" dirty="0"/>
            </a:br>
            <a:r>
              <a:rPr lang="en-US" dirty="0"/>
              <a:t>or </a:t>
            </a:r>
            <a:br>
              <a:rPr lang="en-US" dirty="0"/>
            </a:br>
            <a:r>
              <a:rPr lang="en-US" dirty="0"/>
              <a:t>This representative session shows the user-controlled paddle following the predicted target trajectory under low assistance. The remaining offset between the two curves reflects human response delay and movement limitations, while closer overlap indicates better tracking performance.</a:t>
            </a:r>
          </a:p>
        </p:txBody>
      </p:sp>
      <p:sp>
        <p:nvSpPr>
          <p:cNvPr id="4" name="Slide Number Placeholder 3">
            <a:extLst>
              <a:ext uri="{FF2B5EF4-FFF2-40B4-BE49-F238E27FC236}">
                <a16:creationId xmlns:a16="http://schemas.microsoft.com/office/drawing/2014/main" id="{6FA3266D-E48E-CAB4-EAA7-61AE6178E50B}"/>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202280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ABC8B-DE2B-E11D-6A48-84B352C84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3F3DEF-3A4B-1692-ADFB-DD498C71B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8A342-2D0C-0280-F587-F99244903F8B}"/>
              </a:ext>
            </a:extLst>
          </p:cNvPr>
          <p:cNvSpPr>
            <a:spLocks noGrp="1"/>
          </p:cNvSpPr>
          <p:nvPr>
            <p:ph type="body" idx="1"/>
          </p:nvPr>
        </p:nvSpPr>
        <p:spPr/>
        <p:txBody>
          <a:bodyPr/>
          <a:lstStyle/>
          <a:p>
            <a:r>
              <a:rPr lang="en-US" dirty="0"/>
              <a:t>Residual torque was evaluated during transparent mode only. Mean residual torque remained low across all three representative games, indicating generally good transparency, while the maximum residual torque highlights short peaks of resistance during interaction.</a:t>
            </a:r>
          </a:p>
        </p:txBody>
      </p:sp>
      <p:sp>
        <p:nvSpPr>
          <p:cNvPr id="4" name="Slide Number Placeholder 3">
            <a:extLst>
              <a:ext uri="{FF2B5EF4-FFF2-40B4-BE49-F238E27FC236}">
                <a16:creationId xmlns:a16="http://schemas.microsoft.com/office/drawing/2014/main" id="{F68B2035-7E40-DA55-DFD3-1568C5537D94}"/>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216090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617CA-9439-F993-7BC5-37CF3A2CB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8CDEB7-BC49-6C4D-D5BA-ADD0E9F66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379F5-6459-7FFF-2892-710DF6B4CEB9}"/>
              </a:ext>
            </a:extLst>
          </p:cNvPr>
          <p:cNvSpPr>
            <a:spLocks noGrp="1"/>
          </p:cNvSpPr>
          <p:nvPr>
            <p:ph type="body" idx="1"/>
          </p:nvPr>
        </p:nvSpPr>
        <p:spPr/>
        <p:txBody>
          <a:bodyPr/>
          <a:lstStyle/>
          <a:p>
            <a:r>
              <a:rPr lang="en-US" dirty="0"/>
              <a:t>Although the original requirement asked for three games, we extended the comparison to four assistance settings to evaluate the full assistance-intensity slider. As expected, higher assistance reduced the time spent in transparent mode and increased assistance activations, while mean residual torque during transparent control remained low.</a:t>
            </a:r>
          </a:p>
        </p:txBody>
      </p:sp>
      <p:sp>
        <p:nvSpPr>
          <p:cNvPr id="4" name="Slide Number Placeholder 3">
            <a:extLst>
              <a:ext uri="{FF2B5EF4-FFF2-40B4-BE49-F238E27FC236}">
                <a16:creationId xmlns:a16="http://schemas.microsoft.com/office/drawing/2014/main" id="{812CA711-7FA2-AC3C-205A-449595FF5880}"/>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8216020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game, the system evaluates mean error and time spent inside the transparent region. If the user performs well, the transparency band can be increased, meaning the system becomes less assistive and encourages more autonomous movement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96432-075F-C6A3-189B-84F11B43E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DBAE6-0BFA-35CC-AA97-230B5350FE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FE8CF-81C7-C121-F6AF-5F3754DC1316}"/>
              </a:ext>
            </a:extLst>
          </p:cNvPr>
          <p:cNvSpPr>
            <a:spLocks noGrp="1"/>
          </p:cNvSpPr>
          <p:nvPr>
            <p:ph type="body" idx="1"/>
          </p:nvPr>
        </p:nvSpPr>
        <p:spPr/>
        <p:txBody>
          <a:bodyPr/>
          <a:lstStyle/>
          <a:p>
            <a:r>
              <a:rPr lang="en-US" dirty="0"/>
              <a:t>The previous group work created the basic system. The exoskeleton acted as both an input device and an assistive device. Elbow motion moved the paddle, Unity predicted the interception point, and assistance was provided when the user could not reach the target.</a:t>
            </a:r>
          </a:p>
        </p:txBody>
      </p:sp>
      <p:sp>
        <p:nvSpPr>
          <p:cNvPr id="4" name="Slide Number Placeholder 3">
            <a:extLst>
              <a:ext uri="{FF2B5EF4-FFF2-40B4-BE49-F238E27FC236}">
                <a16:creationId xmlns:a16="http://schemas.microsoft.com/office/drawing/2014/main" id="{343058BA-2582-A699-9BB3-6AEB016267B7}"/>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008554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444BA-CB72-B19C-7913-2E84394BC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58F82-4865-85B2-EF6E-5AEC7535D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2D26A-D652-86BE-7BD0-7E38B7ADDCEB}"/>
              </a:ext>
            </a:extLst>
          </p:cNvPr>
          <p:cNvSpPr>
            <a:spLocks noGrp="1"/>
          </p:cNvSpPr>
          <p:nvPr>
            <p:ph type="body" idx="1"/>
          </p:nvPr>
        </p:nvSpPr>
        <p:spPr/>
        <p:txBody>
          <a:bodyPr/>
          <a:lstStyle/>
          <a:p>
            <a:r>
              <a:rPr lang="en-US" dirty="0"/>
              <a:t>In the demo, I will show first that the </a:t>
            </a:r>
            <a:r>
              <a:rPr lang="en-US" dirty="0" err="1"/>
              <a:t>EduExo</a:t>
            </a:r>
            <a:r>
              <a:rPr lang="en-US" dirty="0"/>
              <a:t> angle controls the paddle. Then I will show the transparent region: when the paddle is close to the target, the system stays in assist level zero and gives green feedback. When the paddle moves outside the band, the ball changes to orange or red, and optional assistance can be activated. At the end of the game, Unity automatically saves the CSV and summary files used for the required plots.</a:t>
            </a:r>
          </a:p>
        </p:txBody>
      </p:sp>
      <p:sp>
        <p:nvSpPr>
          <p:cNvPr id="4" name="Slide Number Placeholder 3">
            <a:extLst>
              <a:ext uri="{FF2B5EF4-FFF2-40B4-BE49-F238E27FC236}">
                <a16:creationId xmlns:a16="http://schemas.microsoft.com/office/drawing/2014/main" id="{F9C844A4-F4F5-17E8-A731-880F79DA9E12}"/>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4701037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achievement is that the second-chance work directly addresses the new control requirements. The transparent mode is no longer based on detaching the motor. The system now gives visual feedback, logs residual interaction force, and produces the trajectory and feedback plots needed for evaluation. The remaining limitation is tuning: the neutral command, compliance gains, and force estimation still need refinement before testing with impaired users.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2016F-F9DF-DF22-CE33-00AA5D66C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DAE61-F072-E36B-C045-4A6287DD6F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59A113-CE69-8D48-B508-CF198413DD95}"/>
              </a:ext>
            </a:extLst>
          </p:cNvPr>
          <p:cNvSpPr>
            <a:spLocks noGrp="1"/>
          </p:cNvSpPr>
          <p:nvPr>
            <p:ph type="body" idx="1"/>
          </p:nvPr>
        </p:nvSpPr>
        <p:spPr/>
        <p:txBody>
          <a:bodyPr/>
          <a:lstStyle/>
          <a:p>
            <a:r>
              <a:rPr lang="en-US" dirty="0"/>
              <a:t>The previous group work created the basic system. The exoskeleton acted as both an input device and an assistive device. Elbow motion moved the paddle, Unity predicted the interception point, and assistance was provided when the user could not reach the target.</a:t>
            </a:r>
          </a:p>
        </p:txBody>
      </p:sp>
      <p:sp>
        <p:nvSpPr>
          <p:cNvPr id="4" name="Slide Number Placeholder 3">
            <a:extLst>
              <a:ext uri="{FF2B5EF4-FFF2-40B4-BE49-F238E27FC236}">
                <a16:creationId xmlns:a16="http://schemas.microsoft.com/office/drawing/2014/main" id="{D8F9171D-D04F-6256-F377-E1A5F5D2C2AD}"/>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074560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9163909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3362779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4476515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209099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089930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5993665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5616241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7996472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r>
              <a:rPr lang="en-US"/>
              <a:t>Click icon to add picture</a:t>
            </a:r>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514618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4114402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349631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EXO_THEM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974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a:lum/>
            <a:extLst>
              <a:ext uri="{96DAC541-7B7A-43D3-8B79-37D633B846F1}">
                <asvg:svgBlip xmlns:asvg="http://schemas.microsoft.com/office/drawing/2016/SVG/main" r:embed="rId14"/>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bg1"/>
                </a:solidFill>
              </a:defRPr>
            </a:lvl1pPr>
          </a:lstStyle>
          <a:p>
            <a:fld id="{C764DE79-268F-4C1A-8933-263129D2AF90}" type="datetimeFigureOut">
              <a:rPr lang="en-US" smtClean="0"/>
              <a:t>10/3/2026</a:t>
            </a:fld>
            <a:endParaRPr lang="en-US" dirty="0"/>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bg1"/>
                </a:solidFill>
              </a:defRPr>
            </a:lvl1pPr>
          </a:lstStyle>
          <a:p>
            <a:endParaRPr lang="en-US" dirty="0"/>
          </a:p>
        </p:txBody>
      </p:sp>
      <p:sp>
        <p:nvSpPr>
          <p:cNvPr id="6" name="Slide Number Placeholder 5"/>
          <p:cNvSpPr>
            <a:spLocks noGrp="1"/>
          </p:cNvSpPr>
          <p:nvPr>
            <p:ph type="sldNum" sz="quarter" idx="4"/>
          </p:nvPr>
        </p:nvSpPr>
        <p:spPr>
          <a:xfrm>
            <a:off x="10625667" y="6399742"/>
            <a:ext cx="1422400" cy="243417"/>
          </a:xfrm>
          <a:prstGeom prst="rect">
            <a:avLst/>
          </a:prstGeom>
        </p:spPr>
        <p:txBody>
          <a:bodyPr vert="horz" lIns="91440" tIns="45720" rIns="91440" bIns="45720" rtlCol="0" anchor="ctr"/>
          <a:lstStyle>
            <a:lvl1pPr algn="r">
              <a:defRPr lang="en-US" sz="1067" b="1" smtClean="0">
                <a:solidFill>
                  <a:schemeClr val="bg1"/>
                </a:solidFill>
                <a:latin typeface="Poppins" panose="00000500000000000000" pitchFamily="2" charset="0"/>
                <a:cs typeface="Poppins" panose="00000500000000000000" pitchFamily="2" charset="0"/>
              </a:defRPr>
            </a:lvl1pPr>
          </a:lstStyle>
          <a:p>
            <a:fld id="{48F63A3B-78C7-47BE-AE5E-E10140E04643}" type="slidenum">
              <a:rPr lang="en-US" smtClean="0"/>
              <a:t>‹#›</a:t>
            </a:fld>
            <a:endParaRPr lang="en-US" dirty="0"/>
          </a:p>
        </p:txBody>
      </p:sp>
      <p:pic>
        <p:nvPicPr>
          <p:cNvPr id="10" name="Graphic 9">
            <a:extLst>
              <a:ext uri="{FF2B5EF4-FFF2-40B4-BE49-F238E27FC236}">
                <a16:creationId xmlns:a16="http://schemas.microsoft.com/office/drawing/2014/main" id="{9459E902-2757-9F0F-453C-C30A8E63D09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585060" y="92302"/>
            <a:ext cx="1500773" cy="492619"/>
          </a:xfrm>
          <a:prstGeom prst="rect">
            <a:avLst/>
          </a:prstGeom>
        </p:spPr>
      </p:pic>
    </p:spTree>
    <p:extLst>
      <p:ext uri="{BB962C8B-B14F-4D97-AF65-F5344CB8AC3E}">
        <p14:creationId xmlns:p14="http://schemas.microsoft.com/office/powerpoint/2010/main" val="1044756062"/>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hf sldNum="0" hdr="0" ftr="0" dt="0"/>
  <p:txStyles>
    <p:titleStyle>
      <a:lvl1pPr algn="ctr" defTabSz="609630" rtl="0" eaLnBrk="1" latinLnBrk="0" hangingPunct="1">
        <a:spcBef>
          <a:spcPct val="0"/>
        </a:spcBef>
        <a:buNone/>
        <a:defRPr sz="2933" kern="1200">
          <a:solidFill>
            <a:schemeClr val="bg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bg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bg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bg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bg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bg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chart" Target="../charts/chart2.xml"/><Relationship Id="rId7"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customXml" Target="../ink/ink2.xml"/><Relationship Id="rId5" Type="http://schemas.openxmlformats.org/officeDocument/2006/relationships/image" Target="../media/image6.png"/><Relationship Id="rId10" Type="http://schemas.openxmlformats.org/officeDocument/2006/relationships/image" Target="../media/image8.png"/><Relationship Id="rId4" Type="http://schemas.openxmlformats.org/officeDocument/2006/relationships/customXml" Target="../ink/ink1.xml"/><Relationship Id="rId9" Type="http://schemas.openxmlformats.org/officeDocument/2006/relationships/customXml" Target="../ink/ink4.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chart" Target="../charts/chart5.xml"/><Relationship Id="rId4" Type="http://schemas.openxmlformats.org/officeDocument/2006/relationships/chart" Target="../charts/chart4.xml"/></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jpeg"/><Relationship Id="rId7" Type="http://schemas.openxmlformats.org/officeDocument/2006/relationships/customXml" Target="../ink/ink6.xml"/><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customXml" Target="../ink/ink5.xml"/><Relationship Id="rId4" Type="http://schemas.openxmlformats.org/officeDocument/2006/relationships/image" Target="../media/image11.png"/><Relationship Id="rId9"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 name="Text 8"/>
          <p:cNvSpPr/>
          <p:nvPr/>
        </p:nvSpPr>
        <p:spPr>
          <a:xfrm>
            <a:off x="548640" y="1179576"/>
            <a:ext cx="6583680" cy="2011680"/>
          </a:xfrm>
          <a:prstGeom prst="rect">
            <a:avLst/>
          </a:prstGeom>
          <a:noFill/>
          <a:ln/>
        </p:spPr>
        <p:txBody>
          <a:bodyPr wrap="square" lIns="0" tIns="0" rIns="0" bIns="0" rtlCol="0" anchor="ctr">
            <a:normAutofit/>
          </a:bodyPr>
          <a:lstStyle/>
          <a:p>
            <a:pPr marL="0" indent="0">
              <a:buNone/>
            </a:pPr>
            <a:r>
              <a:rPr lang="en-US" sz="5400" b="1" dirty="0">
                <a:solidFill>
                  <a:srgbClr val="0D2338"/>
                </a:solidFill>
                <a:latin typeface="Poppins" panose="00000500000000000000" pitchFamily="2" charset="0"/>
                <a:ea typeface="Arial Narrow" pitchFamily="34" charset="-122"/>
                <a:cs typeface="Poppins" panose="00000500000000000000" pitchFamily="2" charset="0"/>
              </a:rPr>
              <a:t>COLLABORATIVE</a:t>
            </a:r>
            <a:endParaRPr lang="en-US" sz="5400" dirty="0">
              <a:solidFill>
                <a:srgbClr val="0D2338"/>
              </a:solidFill>
              <a:latin typeface="Poppins" panose="00000500000000000000" pitchFamily="2" charset="0"/>
              <a:cs typeface="Poppins" panose="00000500000000000000" pitchFamily="2" charset="0"/>
            </a:endParaRPr>
          </a:p>
          <a:p>
            <a:pPr marL="0" indent="0">
              <a:buNone/>
            </a:pPr>
            <a:r>
              <a:rPr lang="en-US" sz="5400" b="1" dirty="0">
                <a:solidFill>
                  <a:srgbClr val="0D2338"/>
                </a:solidFill>
                <a:latin typeface="Poppins" panose="00000500000000000000" pitchFamily="2" charset="0"/>
                <a:ea typeface="Arial Narrow" pitchFamily="34" charset="-122"/>
                <a:cs typeface="Poppins" panose="00000500000000000000" pitchFamily="2" charset="0"/>
              </a:rPr>
              <a:t>EXO ARM PROJECT</a:t>
            </a:r>
            <a:endParaRPr lang="en-US" sz="5400" dirty="0">
              <a:solidFill>
                <a:srgbClr val="0D2338"/>
              </a:solidFill>
              <a:latin typeface="Poppins" panose="00000500000000000000" pitchFamily="2" charset="0"/>
              <a:cs typeface="Poppins" panose="00000500000000000000" pitchFamily="2" charset="0"/>
            </a:endParaRPr>
          </a:p>
        </p:txBody>
      </p:sp>
      <p:sp>
        <p:nvSpPr>
          <p:cNvPr id="11" name="Shape 9"/>
          <p:cNvSpPr/>
          <p:nvPr/>
        </p:nvSpPr>
        <p:spPr>
          <a:xfrm flipH="1">
            <a:off x="548640" y="3553848"/>
            <a:ext cx="18288" cy="849466"/>
          </a:xfrm>
          <a:prstGeom prst="line">
            <a:avLst/>
          </a:prstGeom>
          <a:noFill/>
          <a:ln w="27940">
            <a:solidFill>
              <a:srgbClr val="22C7F3"/>
            </a:solidFill>
            <a:prstDash val="solid"/>
          </a:ln>
        </p:spPr>
        <p:txBody>
          <a:bodyPr/>
          <a:lstStyle/>
          <a:p>
            <a:endParaRPr lang="en-US">
              <a:solidFill>
                <a:srgbClr val="0D2338"/>
              </a:solidFill>
              <a:latin typeface="Poppins" panose="00000500000000000000" pitchFamily="2" charset="0"/>
              <a:cs typeface="Poppins" panose="00000500000000000000" pitchFamily="2" charset="0"/>
            </a:endParaRPr>
          </a:p>
        </p:txBody>
      </p:sp>
      <p:sp>
        <p:nvSpPr>
          <p:cNvPr id="12" name="Text 10"/>
          <p:cNvSpPr/>
          <p:nvPr/>
        </p:nvSpPr>
        <p:spPr>
          <a:xfrm>
            <a:off x="786384" y="3509936"/>
            <a:ext cx="5779004" cy="913474"/>
          </a:xfrm>
          <a:prstGeom prst="rect">
            <a:avLst/>
          </a:prstGeom>
          <a:noFill/>
          <a:ln/>
        </p:spPr>
        <p:txBody>
          <a:bodyPr wrap="square" lIns="0" tIns="0" rIns="0" bIns="0" rtlCol="0" anchor="ctr">
            <a:noAutofit/>
          </a:bodyPr>
          <a:lstStyle/>
          <a:p>
            <a:pPr marL="0" indent="0">
              <a:buNone/>
            </a:pPr>
            <a:r>
              <a:rPr lang="en-US" sz="2000" dirty="0">
                <a:solidFill>
                  <a:srgbClr val="0D2338"/>
                </a:solidFill>
                <a:latin typeface="Poppins" panose="00000500000000000000" pitchFamily="2" charset="0"/>
                <a:ea typeface="Aptos" pitchFamily="34" charset="-122"/>
                <a:cs typeface="Poppins" panose="00000500000000000000" pitchFamily="2" charset="0"/>
              </a:rPr>
              <a:t>Assist-as-Needed Control and Transparent Interaction</a:t>
            </a:r>
            <a:r>
              <a:rPr lang="en-US" sz="2000" dirty="0">
                <a:solidFill>
                  <a:srgbClr val="0D2338"/>
                </a:solidFill>
                <a:latin typeface="Poppins" panose="00000500000000000000" pitchFamily="2" charset="0"/>
                <a:cs typeface="Poppins" panose="00000500000000000000" pitchFamily="2" charset="0"/>
              </a:rPr>
              <a:t> </a:t>
            </a:r>
            <a:r>
              <a:rPr lang="en-US" sz="2000" dirty="0">
                <a:solidFill>
                  <a:srgbClr val="0D2338"/>
                </a:solidFill>
                <a:latin typeface="Poppins" panose="00000500000000000000" pitchFamily="2" charset="0"/>
                <a:ea typeface="Aptos" pitchFamily="34" charset="-122"/>
                <a:cs typeface="Poppins" panose="00000500000000000000" pitchFamily="2" charset="0"/>
              </a:rPr>
              <a:t>using EduExo Pro and Unity Brick Breaker</a:t>
            </a:r>
            <a:endParaRPr lang="en-US" sz="2000" dirty="0">
              <a:solidFill>
                <a:srgbClr val="0D2338"/>
              </a:solidFill>
              <a:latin typeface="Poppins" panose="00000500000000000000" pitchFamily="2" charset="0"/>
              <a:cs typeface="Poppins" panose="00000500000000000000" pitchFamily="2" charset="0"/>
            </a:endParaRPr>
          </a:p>
        </p:txBody>
      </p:sp>
      <p:sp>
        <p:nvSpPr>
          <p:cNvPr id="13" name="Shape 11"/>
          <p:cNvSpPr/>
          <p:nvPr/>
        </p:nvSpPr>
        <p:spPr>
          <a:xfrm>
            <a:off x="548640" y="4983480"/>
            <a:ext cx="4389120" cy="1097280"/>
          </a:xfrm>
          <a:prstGeom prst="roundRect">
            <a:avLst>
              <a:gd name="adj" fmla="val 10909"/>
            </a:avLst>
          </a:prstGeom>
          <a:solidFill>
            <a:srgbClr val="05182C">
              <a:alpha val="94000"/>
            </a:srgbClr>
          </a:solidFill>
          <a:ln w="3810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4" name="Text 12"/>
          <p:cNvSpPr/>
          <p:nvPr/>
        </p:nvSpPr>
        <p:spPr>
          <a:xfrm>
            <a:off x="713232" y="5106243"/>
            <a:ext cx="274320" cy="237744"/>
          </a:xfrm>
          <a:prstGeom prst="rect">
            <a:avLst/>
          </a:prstGeom>
          <a:noFill/>
          <a:ln/>
        </p:spPr>
        <p:txBody>
          <a:bodyPr wrap="square" lIns="0" tIns="0" rIns="0" bIns="0" rtlCol="0" anchor="ctr"/>
          <a:lstStyle/>
          <a:p>
            <a:pPr marL="0" indent="0" algn="ctr">
              <a:buNone/>
            </a:pPr>
            <a:r>
              <a:rPr lang="en-US" sz="1600" dirty="0">
                <a:solidFill>
                  <a:srgbClr val="22C7F3"/>
                </a:solidFill>
                <a:latin typeface="Poppins" panose="00000500000000000000" pitchFamily="2" charset="0"/>
                <a:ea typeface="Aptos" pitchFamily="34" charset="-122"/>
                <a:cs typeface="Poppins" panose="00000500000000000000" pitchFamily="2" charset="0"/>
              </a:rPr>
              <a:t>◎</a:t>
            </a:r>
            <a:endParaRPr lang="en-US" sz="1600" dirty="0">
              <a:latin typeface="Poppins" panose="00000500000000000000" pitchFamily="2" charset="0"/>
              <a:cs typeface="Poppins" panose="00000500000000000000" pitchFamily="2" charset="0"/>
            </a:endParaRPr>
          </a:p>
        </p:txBody>
      </p:sp>
      <p:sp>
        <p:nvSpPr>
          <p:cNvPr id="15" name="Text 13"/>
          <p:cNvSpPr/>
          <p:nvPr/>
        </p:nvSpPr>
        <p:spPr>
          <a:xfrm>
            <a:off x="1078992" y="5106243"/>
            <a:ext cx="3566160" cy="210312"/>
          </a:xfrm>
          <a:prstGeom prst="rect">
            <a:avLst/>
          </a:prstGeom>
          <a:noFill/>
          <a:ln/>
        </p:spPr>
        <p:txBody>
          <a:bodyPr wrap="square" lIns="0" tIns="0" rIns="0" bIns="0" rtlCol="0" anchor="ctr"/>
          <a:lstStyle/>
          <a:p>
            <a:pPr marL="0" indent="0">
              <a:buNone/>
            </a:pPr>
            <a:r>
              <a:rPr lang="en-US" sz="1150" dirty="0">
                <a:solidFill>
                  <a:srgbClr val="F4F7FB"/>
                </a:solidFill>
                <a:latin typeface="Poppins" panose="00000500000000000000" pitchFamily="2" charset="0"/>
                <a:ea typeface="Aptos" pitchFamily="34" charset="-122"/>
                <a:cs typeface="Poppins" panose="00000500000000000000" pitchFamily="2" charset="0"/>
              </a:rPr>
              <a:t>Jessica Dichakdjian</a:t>
            </a:r>
            <a:endParaRPr lang="en-US" sz="1150" dirty="0">
              <a:latin typeface="Poppins" panose="00000500000000000000" pitchFamily="2" charset="0"/>
              <a:cs typeface="Poppins" panose="00000500000000000000" pitchFamily="2" charset="0"/>
            </a:endParaRPr>
          </a:p>
        </p:txBody>
      </p:sp>
      <p:sp>
        <p:nvSpPr>
          <p:cNvPr id="16" name="Shape 14"/>
          <p:cNvSpPr/>
          <p:nvPr/>
        </p:nvSpPr>
        <p:spPr>
          <a:xfrm>
            <a:off x="1078992" y="5362275"/>
            <a:ext cx="3602736" cy="0"/>
          </a:xfrm>
          <a:prstGeom prst="line">
            <a:avLst/>
          </a:prstGeom>
          <a:noFill/>
          <a:ln w="10160">
            <a:solidFill>
              <a:srgbClr val="22C7F3"/>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7" name="Text 15"/>
          <p:cNvSpPr/>
          <p:nvPr/>
        </p:nvSpPr>
        <p:spPr>
          <a:xfrm>
            <a:off x="713232" y="5426283"/>
            <a:ext cx="274320" cy="237744"/>
          </a:xfrm>
          <a:prstGeom prst="rect">
            <a:avLst/>
          </a:prstGeom>
          <a:noFill/>
          <a:ln/>
        </p:spPr>
        <p:txBody>
          <a:bodyPr wrap="square" lIns="0" tIns="0" rIns="0" bIns="0" rtlCol="0" anchor="ctr"/>
          <a:lstStyle/>
          <a:p>
            <a:pPr marL="0" indent="0" algn="ctr">
              <a:buNone/>
            </a:pPr>
            <a:r>
              <a:rPr lang="en-US" sz="1600" dirty="0">
                <a:solidFill>
                  <a:srgbClr val="A6E048"/>
                </a:solidFill>
                <a:latin typeface="Poppins" panose="00000500000000000000" pitchFamily="2" charset="0"/>
                <a:ea typeface="Aptos" pitchFamily="34" charset="-122"/>
                <a:cs typeface="Poppins" panose="00000500000000000000" pitchFamily="2" charset="0"/>
              </a:rPr>
              <a:t>♙</a:t>
            </a:r>
            <a:endParaRPr lang="en-US" sz="1600" dirty="0">
              <a:latin typeface="Poppins" panose="00000500000000000000" pitchFamily="2" charset="0"/>
              <a:cs typeface="Poppins" panose="00000500000000000000" pitchFamily="2" charset="0"/>
            </a:endParaRPr>
          </a:p>
        </p:txBody>
      </p:sp>
      <p:sp>
        <p:nvSpPr>
          <p:cNvPr id="18" name="Text 16"/>
          <p:cNvSpPr/>
          <p:nvPr/>
        </p:nvSpPr>
        <p:spPr>
          <a:xfrm>
            <a:off x="1078992" y="5426283"/>
            <a:ext cx="3566160" cy="210312"/>
          </a:xfrm>
          <a:prstGeom prst="rect">
            <a:avLst/>
          </a:prstGeom>
          <a:noFill/>
          <a:ln/>
        </p:spPr>
        <p:txBody>
          <a:bodyPr wrap="square" lIns="0" tIns="0" rIns="0" bIns="0" rtlCol="0" anchor="ctr"/>
          <a:lstStyle/>
          <a:p>
            <a:pPr marL="0" indent="0">
              <a:buNone/>
            </a:pPr>
            <a:r>
              <a:rPr lang="en-US" sz="1150" dirty="0">
                <a:solidFill>
                  <a:srgbClr val="F4F7FB"/>
                </a:solidFill>
                <a:latin typeface="Poppins" panose="00000500000000000000" pitchFamily="2" charset="0"/>
                <a:ea typeface="Aptos" pitchFamily="34" charset="-122"/>
                <a:cs typeface="Poppins" panose="00000500000000000000" pitchFamily="2" charset="0"/>
              </a:rPr>
              <a:t>Previous group work: original team</a:t>
            </a:r>
            <a:endParaRPr lang="en-US" sz="1150" dirty="0">
              <a:latin typeface="Poppins" panose="00000500000000000000" pitchFamily="2" charset="0"/>
              <a:cs typeface="Poppins" panose="00000500000000000000" pitchFamily="2" charset="0"/>
            </a:endParaRPr>
          </a:p>
        </p:txBody>
      </p:sp>
      <p:sp>
        <p:nvSpPr>
          <p:cNvPr id="19" name="Shape 17"/>
          <p:cNvSpPr/>
          <p:nvPr/>
        </p:nvSpPr>
        <p:spPr>
          <a:xfrm>
            <a:off x="1078992" y="5682315"/>
            <a:ext cx="3602736" cy="0"/>
          </a:xfrm>
          <a:prstGeom prst="line">
            <a:avLst/>
          </a:prstGeom>
          <a:noFill/>
          <a:ln w="10160">
            <a:solidFill>
              <a:srgbClr val="A6E048"/>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0" name="Text 18"/>
          <p:cNvSpPr/>
          <p:nvPr/>
        </p:nvSpPr>
        <p:spPr>
          <a:xfrm>
            <a:off x="713232" y="5746323"/>
            <a:ext cx="274320" cy="237744"/>
          </a:xfrm>
          <a:prstGeom prst="rect">
            <a:avLst/>
          </a:prstGeom>
          <a:noFill/>
          <a:ln/>
        </p:spPr>
        <p:txBody>
          <a:bodyPr wrap="square" lIns="0" tIns="0" rIns="0" bIns="0" rtlCol="0" anchor="ctr"/>
          <a:lstStyle/>
          <a:p>
            <a:pPr marL="0" indent="0" algn="ctr">
              <a:buNone/>
            </a:pPr>
            <a:r>
              <a:rPr lang="en-US" sz="1600" dirty="0">
                <a:solidFill>
                  <a:srgbClr val="F66DD5"/>
                </a:solidFill>
                <a:latin typeface="Poppins" panose="00000500000000000000" pitchFamily="2" charset="0"/>
                <a:ea typeface="Aptos" pitchFamily="34" charset="-122"/>
                <a:cs typeface="Poppins" panose="00000500000000000000" pitchFamily="2" charset="0"/>
              </a:rPr>
              <a:t>▱</a:t>
            </a:r>
            <a:endParaRPr lang="en-US" sz="1600" dirty="0">
              <a:latin typeface="Poppins" panose="00000500000000000000" pitchFamily="2" charset="0"/>
              <a:cs typeface="Poppins" panose="00000500000000000000" pitchFamily="2" charset="0"/>
            </a:endParaRPr>
          </a:p>
        </p:txBody>
      </p:sp>
      <p:sp>
        <p:nvSpPr>
          <p:cNvPr id="21" name="Text 19"/>
          <p:cNvSpPr/>
          <p:nvPr/>
        </p:nvSpPr>
        <p:spPr>
          <a:xfrm>
            <a:off x="1078992" y="5746323"/>
            <a:ext cx="3566160" cy="210312"/>
          </a:xfrm>
          <a:prstGeom prst="rect">
            <a:avLst/>
          </a:prstGeom>
          <a:noFill/>
          <a:ln/>
        </p:spPr>
        <p:txBody>
          <a:bodyPr wrap="square" lIns="0" tIns="0" rIns="0" bIns="0" rtlCol="0" anchor="ctr"/>
          <a:lstStyle/>
          <a:p>
            <a:pPr marL="0" indent="0">
              <a:buNone/>
            </a:pPr>
            <a:r>
              <a:rPr lang="en-US" sz="1150" dirty="0">
                <a:solidFill>
                  <a:srgbClr val="F4F7FB"/>
                </a:solidFill>
                <a:latin typeface="Poppins" panose="00000500000000000000" pitchFamily="2" charset="0"/>
                <a:ea typeface="Aptos" pitchFamily="34" charset="-122"/>
                <a:cs typeface="Poppins" panose="00000500000000000000" pitchFamily="2" charset="0"/>
              </a:rPr>
              <a:t>Course: Collaborative Exo Arm</a:t>
            </a:r>
            <a:endParaRPr lang="en-US" sz="1150" dirty="0">
              <a:latin typeface="Poppins" panose="00000500000000000000" pitchFamily="2" charset="0"/>
              <a:cs typeface="Poppins" panose="00000500000000000000" pitchFamily="2" charset="0"/>
            </a:endParaRPr>
          </a:p>
        </p:txBody>
      </p:sp>
      <p:sp>
        <p:nvSpPr>
          <p:cNvPr id="25" name="Shape 23"/>
          <p:cNvSpPr/>
          <p:nvPr/>
        </p:nvSpPr>
        <p:spPr>
          <a:xfrm>
            <a:off x="7543800" y="1451609"/>
            <a:ext cx="3566160" cy="3864945"/>
          </a:xfrm>
          <a:prstGeom prst="roundRect">
            <a:avLst>
              <a:gd name="adj" fmla="val 4800"/>
            </a:avLst>
          </a:prstGeom>
          <a:solidFill>
            <a:srgbClr val="05182C">
              <a:alpha val="82000"/>
            </a:srgbClr>
          </a:solidFill>
          <a:ln w="57150">
            <a:solidFill>
              <a:srgbClr val="5AA7FF"/>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6" name="Text 24"/>
          <p:cNvSpPr/>
          <p:nvPr/>
        </p:nvSpPr>
        <p:spPr>
          <a:xfrm>
            <a:off x="7706563" y="1627175"/>
            <a:ext cx="3200400" cy="310896"/>
          </a:xfrm>
          <a:prstGeom prst="rect">
            <a:avLst/>
          </a:prstGeom>
          <a:noFill/>
          <a:ln/>
        </p:spPr>
        <p:txBody>
          <a:bodyPr wrap="square" lIns="0" tIns="0" rIns="0" bIns="0" rtlCol="0" anchor="ctr"/>
          <a:lstStyle/>
          <a:p>
            <a:pPr marL="0" indent="0" algn="ctr">
              <a:buNone/>
            </a:pPr>
            <a:r>
              <a:rPr lang="en-US" b="1" dirty="0">
                <a:solidFill>
                  <a:srgbClr val="F4F7FB"/>
                </a:solidFill>
                <a:latin typeface="Poppins" panose="00000500000000000000" pitchFamily="2" charset="0"/>
                <a:ea typeface="Aptos" pitchFamily="34" charset="-122"/>
                <a:cs typeface="Poppins" panose="00000500000000000000" pitchFamily="2" charset="0"/>
              </a:rPr>
              <a:t>EduExo Pro + Unity</a:t>
            </a:r>
            <a:endParaRPr lang="en-US" dirty="0">
              <a:latin typeface="Poppins" panose="00000500000000000000" pitchFamily="2" charset="0"/>
              <a:cs typeface="Poppins" panose="00000500000000000000" pitchFamily="2" charset="0"/>
            </a:endParaRPr>
          </a:p>
        </p:txBody>
      </p:sp>
      <p:sp>
        <p:nvSpPr>
          <p:cNvPr id="27" name="Shape 25"/>
          <p:cNvSpPr/>
          <p:nvPr/>
        </p:nvSpPr>
        <p:spPr>
          <a:xfrm>
            <a:off x="8183880" y="2160269"/>
            <a:ext cx="2331720" cy="1515161"/>
          </a:xfrm>
          <a:prstGeom prst="roundRect">
            <a:avLst>
              <a:gd name="adj" fmla="val 11613"/>
            </a:avLst>
          </a:prstGeom>
          <a:solidFill>
            <a:srgbClr val="061B32">
              <a:alpha val="93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8" name="Shape 26"/>
          <p:cNvSpPr/>
          <p:nvPr/>
        </p:nvSpPr>
        <p:spPr>
          <a:xfrm>
            <a:off x="8549640" y="2388870"/>
            <a:ext cx="228600" cy="91440"/>
          </a:xfrm>
          <a:prstGeom prst="roundRect">
            <a:avLst>
              <a:gd name="adj" fmla="val 20000"/>
            </a:avLst>
          </a:prstGeom>
          <a:solidFill>
            <a:srgbClr val="22C7F3"/>
          </a:solidFill>
          <a:ln w="12700">
            <a:solidFill>
              <a:srgbClr val="22C7F3">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9" name="Shape 27"/>
          <p:cNvSpPr/>
          <p:nvPr/>
        </p:nvSpPr>
        <p:spPr>
          <a:xfrm>
            <a:off x="8860536" y="2388870"/>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0" name="Shape 28"/>
          <p:cNvSpPr/>
          <p:nvPr/>
        </p:nvSpPr>
        <p:spPr>
          <a:xfrm>
            <a:off x="9171432" y="2388870"/>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1" name="Shape 29"/>
          <p:cNvSpPr/>
          <p:nvPr/>
        </p:nvSpPr>
        <p:spPr>
          <a:xfrm>
            <a:off x="9482328" y="2388870"/>
            <a:ext cx="228600" cy="91440"/>
          </a:xfrm>
          <a:prstGeom prst="roundRect">
            <a:avLst>
              <a:gd name="adj" fmla="val 20000"/>
            </a:avLst>
          </a:prstGeom>
          <a:solidFill>
            <a:srgbClr val="FFC400"/>
          </a:solidFill>
          <a:ln w="12700">
            <a:solidFill>
              <a:srgbClr val="FFC400">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2" name="Shape 30"/>
          <p:cNvSpPr/>
          <p:nvPr/>
        </p:nvSpPr>
        <p:spPr>
          <a:xfrm>
            <a:off x="9793224" y="2388870"/>
            <a:ext cx="228600" cy="91440"/>
          </a:xfrm>
          <a:prstGeom prst="roundRect">
            <a:avLst>
              <a:gd name="adj" fmla="val 20000"/>
            </a:avLst>
          </a:prstGeom>
          <a:solidFill>
            <a:srgbClr val="22C7F3"/>
          </a:solidFill>
          <a:ln w="12700">
            <a:solidFill>
              <a:srgbClr val="22C7F3">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3" name="Shape 31"/>
          <p:cNvSpPr/>
          <p:nvPr/>
        </p:nvSpPr>
        <p:spPr>
          <a:xfrm>
            <a:off x="10104120" y="2388870"/>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4" name="Shape 32"/>
          <p:cNvSpPr/>
          <p:nvPr/>
        </p:nvSpPr>
        <p:spPr>
          <a:xfrm>
            <a:off x="8549640" y="2544318"/>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5" name="Shape 33"/>
          <p:cNvSpPr/>
          <p:nvPr/>
        </p:nvSpPr>
        <p:spPr>
          <a:xfrm>
            <a:off x="8860536" y="2544318"/>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6" name="Shape 34"/>
          <p:cNvSpPr/>
          <p:nvPr/>
        </p:nvSpPr>
        <p:spPr>
          <a:xfrm>
            <a:off x="9171432" y="2544318"/>
            <a:ext cx="228600" cy="91440"/>
          </a:xfrm>
          <a:prstGeom prst="roundRect">
            <a:avLst>
              <a:gd name="adj" fmla="val 20000"/>
            </a:avLst>
          </a:prstGeom>
          <a:solidFill>
            <a:srgbClr val="FFC400"/>
          </a:solidFill>
          <a:ln w="12700">
            <a:solidFill>
              <a:srgbClr val="FFC400">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7" name="Shape 35"/>
          <p:cNvSpPr/>
          <p:nvPr/>
        </p:nvSpPr>
        <p:spPr>
          <a:xfrm>
            <a:off x="9482328" y="2544318"/>
            <a:ext cx="228600" cy="91440"/>
          </a:xfrm>
          <a:prstGeom prst="roundRect">
            <a:avLst>
              <a:gd name="adj" fmla="val 20000"/>
            </a:avLst>
          </a:prstGeom>
          <a:solidFill>
            <a:srgbClr val="22C7F3"/>
          </a:solidFill>
          <a:ln w="12700">
            <a:solidFill>
              <a:srgbClr val="22C7F3">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8" name="Shape 36"/>
          <p:cNvSpPr/>
          <p:nvPr/>
        </p:nvSpPr>
        <p:spPr>
          <a:xfrm>
            <a:off x="9793224" y="2544318"/>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9" name="Shape 37"/>
          <p:cNvSpPr/>
          <p:nvPr/>
        </p:nvSpPr>
        <p:spPr>
          <a:xfrm>
            <a:off x="10104120" y="2544318"/>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0" name="Shape 38"/>
          <p:cNvSpPr/>
          <p:nvPr/>
        </p:nvSpPr>
        <p:spPr>
          <a:xfrm>
            <a:off x="8549640" y="2699766"/>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1" name="Shape 39"/>
          <p:cNvSpPr/>
          <p:nvPr/>
        </p:nvSpPr>
        <p:spPr>
          <a:xfrm>
            <a:off x="8860536" y="2699766"/>
            <a:ext cx="228600" cy="91440"/>
          </a:xfrm>
          <a:prstGeom prst="roundRect">
            <a:avLst>
              <a:gd name="adj" fmla="val 20000"/>
            </a:avLst>
          </a:prstGeom>
          <a:solidFill>
            <a:srgbClr val="FFC400"/>
          </a:solidFill>
          <a:ln w="12700">
            <a:solidFill>
              <a:srgbClr val="FFC400">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2" name="Shape 40"/>
          <p:cNvSpPr/>
          <p:nvPr/>
        </p:nvSpPr>
        <p:spPr>
          <a:xfrm>
            <a:off x="9171432" y="2699766"/>
            <a:ext cx="228600" cy="91440"/>
          </a:xfrm>
          <a:prstGeom prst="roundRect">
            <a:avLst>
              <a:gd name="adj" fmla="val 20000"/>
            </a:avLst>
          </a:prstGeom>
          <a:solidFill>
            <a:srgbClr val="22C7F3"/>
          </a:solidFill>
          <a:ln w="12700">
            <a:solidFill>
              <a:srgbClr val="22C7F3">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3" name="Shape 41"/>
          <p:cNvSpPr/>
          <p:nvPr/>
        </p:nvSpPr>
        <p:spPr>
          <a:xfrm>
            <a:off x="9482328" y="2699766"/>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4" name="Shape 42"/>
          <p:cNvSpPr/>
          <p:nvPr/>
        </p:nvSpPr>
        <p:spPr>
          <a:xfrm>
            <a:off x="9793224" y="2699766"/>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5" name="Shape 43"/>
          <p:cNvSpPr/>
          <p:nvPr/>
        </p:nvSpPr>
        <p:spPr>
          <a:xfrm>
            <a:off x="10104120" y="2699766"/>
            <a:ext cx="228600" cy="91440"/>
          </a:xfrm>
          <a:prstGeom prst="roundRect">
            <a:avLst>
              <a:gd name="adj" fmla="val 20000"/>
            </a:avLst>
          </a:prstGeom>
          <a:solidFill>
            <a:srgbClr val="FFC400"/>
          </a:solidFill>
          <a:ln w="12700">
            <a:solidFill>
              <a:srgbClr val="FFC400">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6" name="Shape 44"/>
          <p:cNvSpPr/>
          <p:nvPr/>
        </p:nvSpPr>
        <p:spPr>
          <a:xfrm>
            <a:off x="9466326" y="2953969"/>
            <a:ext cx="73152" cy="73152"/>
          </a:xfrm>
          <a:prstGeom prst="ellipse">
            <a:avLst/>
          </a:prstGeom>
          <a:solidFill>
            <a:srgbClr val="F4F7FB"/>
          </a:solidFill>
          <a:ln w="12700">
            <a:solidFill>
              <a:srgbClr val="F4F7FB">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7" name="Shape 45"/>
          <p:cNvSpPr/>
          <p:nvPr/>
        </p:nvSpPr>
        <p:spPr>
          <a:xfrm>
            <a:off x="9557766" y="3482950"/>
            <a:ext cx="502920" cy="73152"/>
          </a:xfrm>
          <a:prstGeom prst="roundRect">
            <a:avLst>
              <a:gd name="adj" fmla="val 25000"/>
            </a:avLst>
          </a:prstGeom>
          <a:solidFill>
            <a:srgbClr val="F4F7FB"/>
          </a:solidFill>
          <a:ln w="12700">
            <a:solidFill>
              <a:srgbClr val="F4F7FB">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8" name="Shape 46"/>
          <p:cNvSpPr/>
          <p:nvPr/>
        </p:nvSpPr>
        <p:spPr>
          <a:xfrm>
            <a:off x="8229600" y="3975811"/>
            <a:ext cx="2313432" cy="1053389"/>
          </a:xfrm>
          <a:prstGeom prst="roundRect">
            <a:avLst>
              <a:gd name="adj" fmla="val 24000"/>
            </a:avLst>
          </a:prstGeom>
          <a:solidFill>
            <a:srgbClr val="061B32">
              <a:alpha val="93000"/>
            </a:srgbClr>
          </a:solidFill>
          <a:ln w="16510">
            <a:solidFill>
              <a:srgbClr val="A6E048"/>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49" name="Text 47"/>
          <p:cNvSpPr/>
          <p:nvPr/>
        </p:nvSpPr>
        <p:spPr>
          <a:xfrm>
            <a:off x="8126730" y="4112514"/>
            <a:ext cx="246888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50" name="Text 48"/>
          <p:cNvSpPr/>
          <p:nvPr/>
        </p:nvSpPr>
        <p:spPr>
          <a:xfrm>
            <a:off x="8183880" y="4443984"/>
            <a:ext cx="2505456" cy="511606"/>
          </a:xfrm>
          <a:prstGeom prst="rect">
            <a:avLst/>
          </a:prstGeom>
          <a:noFill/>
          <a:ln/>
        </p:spPr>
        <p:txBody>
          <a:bodyPr wrap="square" lIns="254" tIns="254" rIns="254" bIns="254" rtlCol="0" anchor="ctr">
            <a:noAutofit/>
          </a:bodyPr>
          <a:lstStyle/>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ACTIVE</a:t>
            </a:r>
            <a:r>
              <a:rPr lang="en-US" sz="1200" dirty="0">
                <a:latin typeface="Poppins" panose="00000500000000000000" pitchFamily="2" charset="0"/>
                <a:cs typeface="Poppins" panose="00000500000000000000" pitchFamily="2" charset="0"/>
              </a:rPr>
              <a:t> </a:t>
            </a:r>
            <a:r>
              <a:rPr lang="en-US" sz="1200" b="1" dirty="0">
                <a:solidFill>
                  <a:srgbClr val="F4F7FB"/>
                </a:solidFill>
                <a:latin typeface="Poppins" panose="00000500000000000000" pitchFamily="2" charset="0"/>
                <a:ea typeface="Aptos" pitchFamily="34" charset="-122"/>
                <a:cs typeface="Poppins" panose="00000500000000000000" pitchFamily="2" charset="0"/>
              </a:rPr>
              <a:t>TRANSPARENT</a:t>
            </a:r>
            <a:endParaRPr lang="en-US" sz="1200" dirty="0">
              <a:latin typeface="Poppins" panose="00000500000000000000" pitchFamily="2" charset="0"/>
              <a:cs typeface="Poppins" panose="00000500000000000000" pitchFamily="2" charset="0"/>
            </a:endParaRPr>
          </a:p>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CONTROL</a:t>
            </a:r>
            <a:endParaRPr lang="en-US" sz="1200" dirty="0">
              <a:latin typeface="Poppins" panose="00000500000000000000" pitchFamily="2" charset="0"/>
              <a:cs typeface="Poppins"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Bebas Neue Bold" panose="020B0604020202020204" charset="0"/>
              <a:cs typeface="Poppins" panose="00000500000000000000" pitchFamily="2" charset="0"/>
            </a:endParaRPr>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Bebas Neue Bold" panose="020B0604020202020204" charset="0"/>
              <a:cs typeface="Poppins" panose="00000500000000000000" pitchFamily="2" charset="0"/>
            </a:endParaRPr>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Bebas Neue Bold" panose="020B0604020202020204" charset="0"/>
              <a:cs typeface="Poppins" panose="00000500000000000000" pitchFamily="2" charset="0"/>
            </a:endParaRPr>
          </a:p>
        </p:txBody>
      </p:sp>
      <p:sp>
        <p:nvSpPr>
          <p:cNvPr id="8" name="Text 6"/>
          <p:cNvSpPr/>
          <p:nvPr/>
        </p:nvSpPr>
        <p:spPr>
          <a:xfrm>
            <a:off x="2484882" y="512064"/>
            <a:ext cx="292608" cy="228600"/>
          </a:xfrm>
          <a:prstGeom prst="rect">
            <a:avLst/>
          </a:prstGeom>
          <a:noFill/>
          <a:ln/>
        </p:spPr>
        <p:txBody>
          <a:bodyPr wrap="square" lIns="0" tIns="0" rIns="0" bIns="0" rtlCol="0" anchor="ctr"/>
          <a:lstStyle/>
          <a:p>
            <a:pPr marL="0" indent="0" algn="ctr">
              <a:buNone/>
            </a:pPr>
            <a:r>
              <a:rPr lang="en-US" sz="1400" dirty="0">
                <a:solidFill>
                  <a:srgbClr val="F4F7FB"/>
                </a:solidFill>
                <a:latin typeface="Bebas Neue Bold" panose="020B0604020202020204" charset="0"/>
                <a:ea typeface="Aptos" pitchFamily="34" charset="-122"/>
                <a:cs typeface="Poppins" panose="00000500000000000000" pitchFamily="2" charset="0"/>
              </a:rPr>
              <a:t>✦</a:t>
            </a:r>
            <a:endParaRPr lang="en-US" sz="1400" dirty="0">
              <a:latin typeface="Bebas Neue Bold" panose="020B0604020202020204" charset="0"/>
              <a:cs typeface="Poppins" panose="00000500000000000000" pitchFamily="2" charset="0"/>
            </a:endParaRPr>
          </a:p>
        </p:txBody>
      </p:sp>
      <p:sp>
        <p:nvSpPr>
          <p:cNvPr id="10" name="Text 8"/>
          <p:cNvSpPr/>
          <p:nvPr/>
        </p:nvSpPr>
        <p:spPr>
          <a:xfrm>
            <a:off x="594360" y="649224"/>
            <a:ext cx="3429001" cy="713232"/>
          </a:xfrm>
          <a:prstGeom prst="rect">
            <a:avLst/>
          </a:prstGeom>
          <a:noFill/>
          <a:ln/>
        </p:spPr>
        <p:txBody>
          <a:bodyPr wrap="square" lIns="0" tIns="0" rIns="0" bIns="0" rtlCol="0" anchor="ctr"/>
          <a:lstStyle/>
          <a:p>
            <a:pPr marL="0" indent="0">
              <a:buNone/>
            </a:pPr>
            <a:r>
              <a:rPr lang="en-US" sz="6000" b="1" dirty="0">
                <a:solidFill>
                  <a:srgbClr val="0D2338"/>
                </a:solidFill>
                <a:latin typeface="Bebas Neue Bold" panose="020B0604020202020204" charset="0"/>
                <a:ea typeface="Arial Narrow" pitchFamily="34" charset="-122"/>
                <a:cs typeface="Poppins" panose="00000500000000000000" pitchFamily="2" charset="0"/>
              </a:rPr>
              <a:t>OUTLINE</a:t>
            </a:r>
            <a:endParaRPr lang="en-US" sz="6000" b="1" dirty="0">
              <a:solidFill>
                <a:srgbClr val="0D2338"/>
              </a:solidFill>
              <a:latin typeface="Bebas Neue Bold" panose="020B0604020202020204" charset="0"/>
              <a:cs typeface="Poppins" panose="00000500000000000000" pitchFamily="2" charset="0"/>
            </a:endParaRPr>
          </a:p>
        </p:txBody>
      </p:sp>
      <p:sp>
        <p:nvSpPr>
          <p:cNvPr id="11" name="Shape 9"/>
          <p:cNvSpPr/>
          <p:nvPr/>
        </p:nvSpPr>
        <p:spPr>
          <a:xfrm>
            <a:off x="640080" y="1691640"/>
            <a:ext cx="3429000" cy="2148840"/>
          </a:xfrm>
          <a:prstGeom prst="roundRect">
            <a:avLst>
              <a:gd name="adj" fmla="val 10588"/>
            </a:avLst>
          </a:prstGeom>
          <a:solidFill>
            <a:srgbClr val="061B32">
              <a:alpha val="95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sz="2000">
              <a:latin typeface="Bebas Neue Bold" panose="020B0604020202020204" charset="0"/>
              <a:cs typeface="Poppins" panose="00000500000000000000" pitchFamily="2" charset="0"/>
            </a:endParaRPr>
          </a:p>
        </p:txBody>
      </p:sp>
      <p:sp>
        <p:nvSpPr>
          <p:cNvPr id="12" name="Text 10"/>
          <p:cNvSpPr/>
          <p:nvPr/>
        </p:nvSpPr>
        <p:spPr>
          <a:xfrm>
            <a:off x="896112" y="1947672"/>
            <a:ext cx="1234440" cy="594360"/>
          </a:xfrm>
          <a:prstGeom prst="rect">
            <a:avLst/>
          </a:prstGeom>
          <a:noFill/>
          <a:ln/>
        </p:spPr>
        <p:txBody>
          <a:bodyPr wrap="square" lIns="0" tIns="0" rIns="0" bIns="0" rtlCol="0" anchor="ctr"/>
          <a:lstStyle/>
          <a:p>
            <a:pPr marL="0" indent="0">
              <a:buNone/>
            </a:pPr>
            <a:r>
              <a:rPr lang="en-US" sz="6000" b="1" dirty="0">
                <a:solidFill>
                  <a:srgbClr val="22C7F3"/>
                </a:solidFill>
                <a:latin typeface="Bebas Neue Bold" panose="020B0604020202020204" charset="0"/>
                <a:ea typeface="Arial Narrow" pitchFamily="34" charset="-122"/>
                <a:cs typeface="Poppins" panose="00000500000000000000" pitchFamily="2" charset="0"/>
              </a:rPr>
              <a:t>01.</a:t>
            </a:r>
            <a:endParaRPr lang="en-US" sz="6000" dirty="0">
              <a:latin typeface="Bebas Neue Bold" panose="020B0604020202020204" charset="0"/>
              <a:cs typeface="Poppins" panose="00000500000000000000" pitchFamily="2" charset="0"/>
            </a:endParaRPr>
          </a:p>
        </p:txBody>
      </p:sp>
      <p:sp>
        <p:nvSpPr>
          <p:cNvPr id="13" name="Text 11"/>
          <p:cNvSpPr/>
          <p:nvPr/>
        </p:nvSpPr>
        <p:spPr>
          <a:xfrm>
            <a:off x="896112" y="2679192"/>
            <a:ext cx="2459736" cy="896112"/>
          </a:xfrm>
          <a:prstGeom prst="rect">
            <a:avLst/>
          </a:prstGeom>
          <a:noFill/>
          <a:ln/>
        </p:spPr>
        <p:txBody>
          <a:bodyPr wrap="square" lIns="0" tIns="0" rIns="0" bIns="0" rtlCol="0" anchor="ctr">
            <a:noAutofit/>
          </a:bodyPr>
          <a:lstStyle/>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PREVIOUS</a:t>
            </a:r>
            <a:endParaRPr lang="en-US" sz="2400" dirty="0">
              <a:latin typeface="Bebas Neue Bold" panose="020B0604020202020204" charset="0"/>
              <a:cs typeface="Poppins" panose="00000500000000000000" pitchFamily="2" charset="0"/>
            </a:endParaRPr>
          </a:p>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GROUP WORK</a:t>
            </a:r>
            <a:endParaRPr lang="en-US" sz="2400" dirty="0">
              <a:latin typeface="Bebas Neue Bold" panose="020B0604020202020204" charset="0"/>
              <a:cs typeface="Poppins" panose="00000500000000000000" pitchFamily="2" charset="0"/>
            </a:endParaRPr>
          </a:p>
        </p:txBody>
      </p:sp>
      <p:sp>
        <p:nvSpPr>
          <p:cNvPr id="14" name="Text 12"/>
          <p:cNvSpPr/>
          <p:nvPr/>
        </p:nvSpPr>
        <p:spPr>
          <a:xfrm>
            <a:off x="3355848" y="1947672"/>
            <a:ext cx="438912" cy="384048"/>
          </a:xfrm>
          <a:prstGeom prst="rect">
            <a:avLst/>
          </a:prstGeom>
          <a:noFill/>
          <a:ln/>
        </p:spPr>
        <p:txBody>
          <a:bodyPr wrap="square" lIns="0" tIns="0" rIns="0" bIns="0" rtlCol="0" anchor="ctr"/>
          <a:lstStyle/>
          <a:p>
            <a:pPr marL="0" indent="0" algn="ctr">
              <a:buNone/>
            </a:pPr>
            <a:r>
              <a:rPr lang="en-US" sz="2800" dirty="0">
                <a:solidFill>
                  <a:srgbClr val="F4F7FB"/>
                </a:solidFill>
                <a:latin typeface="Bebas Neue Bold" panose="020B0604020202020204" charset="0"/>
                <a:ea typeface="Aptos" pitchFamily="34" charset="-122"/>
                <a:cs typeface="Poppins" panose="00000500000000000000" pitchFamily="2" charset="0"/>
              </a:rPr>
              <a:t>☷</a:t>
            </a:r>
            <a:endParaRPr lang="en-US" sz="2800" dirty="0">
              <a:latin typeface="Bebas Neue Bold" panose="020B0604020202020204" charset="0"/>
              <a:cs typeface="Poppins" panose="00000500000000000000" pitchFamily="2" charset="0"/>
            </a:endParaRPr>
          </a:p>
        </p:txBody>
      </p:sp>
      <p:sp>
        <p:nvSpPr>
          <p:cNvPr id="15" name="Shape 13"/>
          <p:cNvSpPr/>
          <p:nvPr/>
        </p:nvSpPr>
        <p:spPr>
          <a:xfrm>
            <a:off x="4434840" y="1691640"/>
            <a:ext cx="3429000" cy="2148840"/>
          </a:xfrm>
          <a:prstGeom prst="roundRect">
            <a:avLst>
              <a:gd name="adj" fmla="val 10588"/>
            </a:avLst>
          </a:prstGeom>
          <a:solidFill>
            <a:srgbClr val="061B32">
              <a:alpha val="95000"/>
            </a:srgbClr>
          </a:solidFill>
          <a:ln w="16510">
            <a:solidFill>
              <a:srgbClr val="A6E048"/>
            </a:solidFill>
            <a:prstDash val="solid"/>
          </a:ln>
          <a:effectLst>
            <a:outerShdw blurRad="12700" dist="50800" dir="2700000" algn="bl" rotWithShape="0">
              <a:srgbClr val="000000">
                <a:alpha val="28000"/>
              </a:srgbClr>
            </a:outerShdw>
          </a:effectLst>
        </p:spPr>
        <p:txBody>
          <a:bodyPr/>
          <a:lstStyle/>
          <a:p>
            <a:endParaRPr lang="en-US" sz="2000">
              <a:latin typeface="Bebas Neue Bold" panose="020B0604020202020204" charset="0"/>
              <a:cs typeface="Poppins" panose="00000500000000000000" pitchFamily="2" charset="0"/>
            </a:endParaRPr>
          </a:p>
        </p:txBody>
      </p:sp>
      <p:sp>
        <p:nvSpPr>
          <p:cNvPr id="16" name="Text 14"/>
          <p:cNvSpPr/>
          <p:nvPr/>
        </p:nvSpPr>
        <p:spPr>
          <a:xfrm>
            <a:off x="4690872" y="1947672"/>
            <a:ext cx="1234440" cy="594360"/>
          </a:xfrm>
          <a:prstGeom prst="rect">
            <a:avLst/>
          </a:prstGeom>
          <a:noFill/>
          <a:ln/>
        </p:spPr>
        <p:txBody>
          <a:bodyPr wrap="square" lIns="0" tIns="0" rIns="0" bIns="0" rtlCol="0" anchor="ctr"/>
          <a:lstStyle/>
          <a:p>
            <a:pPr marL="0" indent="0">
              <a:buNone/>
            </a:pPr>
            <a:r>
              <a:rPr lang="en-US" sz="6000" b="1" dirty="0">
                <a:solidFill>
                  <a:srgbClr val="A6E048"/>
                </a:solidFill>
                <a:latin typeface="Bebas Neue Bold" panose="020B0604020202020204" charset="0"/>
                <a:ea typeface="Arial Narrow" pitchFamily="34" charset="-122"/>
                <a:cs typeface="Poppins" panose="00000500000000000000" pitchFamily="2" charset="0"/>
              </a:rPr>
              <a:t>02.</a:t>
            </a:r>
            <a:endParaRPr lang="en-US" sz="6000" dirty="0">
              <a:latin typeface="Bebas Neue Bold" panose="020B0604020202020204" charset="0"/>
              <a:cs typeface="Poppins" panose="00000500000000000000" pitchFamily="2" charset="0"/>
            </a:endParaRPr>
          </a:p>
        </p:txBody>
      </p:sp>
      <p:sp>
        <p:nvSpPr>
          <p:cNvPr id="17" name="Text 15"/>
          <p:cNvSpPr/>
          <p:nvPr/>
        </p:nvSpPr>
        <p:spPr>
          <a:xfrm>
            <a:off x="4690872" y="2679192"/>
            <a:ext cx="2926080" cy="968612"/>
          </a:xfrm>
          <a:prstGeom prst="rect">
            <a:avLst/>
          </a:prstGeom>
          <a:noFill/>
          <a:ln/>
        </p:spPr>
        <p:txBody>
          <a:bodyPr wrap="square" lIns="0" tIns="0" rIns="0" bIns="0" rtlCol="0" anchor="ctr">
            <a:noAutofit/>
          </a:bodyPr>
          <a:lstStyle/>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UPDATED</a:t>
            </a:r>
            <a:endParaRPr lang="en-US" sz="2400" dirty="0">
              <a:latin typeface="Bebas Neue Bold" panose="020B0604020202020204" charset="0"/>
              <a:cs typeface="Poppins" panose="00000500000000000000" pitchFamily="2" charset="0"/>
            </a:endParaRPr>
          </a:p>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OBJECTIVES</a:t>
            </a:r>
            <a:endParaRPr lang="en-US" sz="2400" dirty="0">
              <a:latin typeface="Bebas Neue Bold" panose="020B0604020202020204" charset="0"/>
              <a:cs typeface="Poppins" panose="00000500000000000000" pitchFamily="2" charset="0"/>
            </a:endParaRPr>
          </a:p>
        </p:txBody>
      </p:sp>
      <p:sp>
        <p:nvSpPr>
          <p:cNvPr id="18" name="Text 16"/>
          <p:cNvSpPr/>
          <p:nvPr/>
        </p:nvSpPr>
        <p:spPr>
          <a:xfrm>
            <a:off x="7150608" y="1947672"/>
            <a:ext cx="438912" cy="384048"/>
          </a:xfrm>
          <a:prstGeom prst="rect">
            <a:avLst/>
          </a:prstGeom>
          <a:noFill/>
          <a:ln/>
        </p:spPr>
        <p:txBody>
          <a:bodyPr wrap="square" lIns="0" tIns="0" rIns="0" bIns="0" rtlCol="0" anchor="ctr"/>
          <a:lstStyle/>
          <a:p>
            <a:pPr marL="0" indent="0" algn="ctr">
              <a:buNone/>
            </a:pPr>
            <a:r>
              <a:rPr lang="en-US" sz="2800" dirty="0">
                <a:solidFill>
                  <a:srgbClr val="F4F7FB"/>
                </a:solidFill>
                <a:latin typeface="Bebas Neue Bold" panose="020B0604020202020204" charset="0"/>
                <a:ea typeface="Aptos" pitchFamily="34" charset="-122"/>
                <a:cs typeface="Poppins" panose="00000500000000000000" pitchFamily="2" charset="0"/>
              </a:rPr>
              <a:t>◎</a:t>
            </a:r>
            <a:endParaRPr lang="en-US" sz="2800" dirty="0">
              <a:latin typeface="Bebas Neue Bold" panose="020B0604020202020204" charset="0"/>
              <a:cs typeface="Poppins" panose="00000500000000000000" pitchFamily="2" charset="0"/>
            </a:endParaRPr>
          </a:p>
        </p:txBody>
      </p:sp>
      <p:sp>
        <p:nvSpPr>
          <p:cNvPr id="19" name="Shape 17"/>
          <p:cNvSpPr/>
          <p:nvPr/>
        </p:nvSpPr>
        <p:spPr>
          <a:xfrm>
            <a:off x="8229600" y="1691639"/>
            <a:ext cx="3429000" cy="2148839"/>
          </a:xfrm>
          <a:prstGeom prst="roundRect">
            <a:avLst>
              <a:gd name="adj" fmla="val 10588"/>
            </a:avLst>
          </a:prstGeom>
          <a:solidFill>
            <a:srgbClr val="061B32">
              <a:alpha val="95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sz="2000">
              <a:latin typeface="Bebas Neue Bold" panose="020B0604020202020204" charset="0"/>
              <a:cs typeface="Poppins" panose="00000500000000000000" pitchFamily="2" charset="0"/>
            </a:endParaRPr>
          </a:p>
        </p:txBody>
      </p:sp>
      <p:sp>
        <p:nvSpPr>
          <p:cNvPr id="20" name="Text 18"/>
          <p:cNvSpPr/>
          <p:nvPr/>
        </p:nvSpPr>
        <p:spPr>
          <a:xfrm>
            <a:off x="8485632" y="1947672"/>
            <a:ext cx="1234440" cy="594360"/>
          </a:xfrm>
          <a:prstGeom prst="rect">
            <a:avLst/>
          </a:prstGeom>
          <a:noFill/>
          <a:ln/>
        </p:spPr>
        <p:txBody>
          <a:bodyPr wrap="square" lIns="0" tIns="0" rIns="0" bIns="0" rtlCol="0" anchor="ctr"/>
          <a:lstStyle/>
          <a:p>
            <a:pPr marL="0" indent="0">
              <a:buNone/>
            </a:pPr>
            <a:r>
              <a:rPr lang="en-US" sz="6000" b="1" dirty="0">
                <a:solidFill>
                  <a:srgbClr val="F66DD5"/>
                </a:solidFill>
                <a:latin typeface="Bebas Neue Bold" panose="020B0604020202020204" charset="0"/>
                <a:ea typeface="Arial Narrow" pitchFamily="34" charset="-122"/>
                <a:cs typeface="Poppins" panose="00000500000000000000" pitchFamily="2" charset="0"/>
              </a:rPr>
              <a:t>03.</a:t>
            </a:r>
            <a:endParaRPr lang="en-US" sz="6000" dirty="0">
              <a:latin typeface="Bebas Neue Bold" panose="020B0604020202020204" charset="0"/>
              <a:cs typeface="Poppins" panose="00000500000000000000" pitchFamily="2" charset="0"/>
            </a:endParaRPr>
          </a:p>
        </p:txBody>
      </p:sp>
      <p:sp>
        <p:nvSpPr>
          <p:cNvPr id="21" name="Text 19"/>
          <p:cNvSpPr/>
          <p:nvPr/>
        </p:nvSpPr>
        <p:spPr>
          <a:xfrm>
            <a:off x="8485632" y="2679192"/>
            <a:ext cx="2926080" cy="932688"/>
          </a:xfrm>
          <a:prstGeom prst="rect">
            <a:avLst/>
          </a:prstGeom>
          <a:noFill/>
          <a:ln/>
        </p:spPr>
        <p:txBody>
          <a:bodyPr wrap="square" lIns="0" tIns="0" rIns="0" bIns="0" rtlCol="0" anchor="ctr">
            <a:noAutofit/>
          </a:bodyPr>
          <a:lstStyle/>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TRANSPARENT</a:t>
            </a:r>
            <a:endParaRPr lang="en-US" sz="2400" dirty="0">
              <a:latin typeface="Bebas Neue Bold" panose="020B0604020202020204" charset="0"/>
              <a:cs typeface="Poppins" panose="00000500000000000000" pitchFamily="2" charset="0"/>
            </a:endParaRPr>
          </a:p>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CONTROL</a:t>
            </a:r>
            <a:endParaRPr lang="en-US" sz="2400" dirty="0">
              <a:latin typeface="Bebas Neue Bold" panose="020B0604020202020204" charset="0"/>
              <a:cs typeface="Poppins" panose="00000500000000000000" pitchFamily="2" charset="0"/>
            </a:endParaRPr>
          </a:p>
        </p:txBody>
      </p:sp>
      <p:sp>
        <p:nvSpPr>
          <p:cNvPr id="22" name="Text 20"/>
          <p:cNvSpPr/>
          <p:nvPr/>
        </p:nvSpPr>
        <p:spPr>
          <a:xfrm>
            <a:off x="10945368" y="1947672"/>
            <a:ext cx="438912" cy="384048"/>
          </a:xfrm>
          <a:prstGeom prst="rect">
            <a:avLst/>
          </a:prstGeom>
          <a:noFill/>
          <a:ln/>
        </p:spPr>
        <p:txBody>
          <a:bodyPr wrap="square" lIns="0" tIns="0" rIns="0" bIns="0" rtlCol="0" anchor="ctr"/>
          <a:lstStyle/>
          <a:p>
            <a:pPr marL="0" indent="0" algn="ctr">
              <a:buNone/>
            </a:pPr>
            <a:r>
              <a:rPr lang="en-US" sz="2800" dirty="0">
                <a:solidFill>
                  <a:srgbClr val="F4F7FB"/>
                </a:solidFill>
                <a:latin typeface="Bebas Neue Bold" panose="020B0604020202020204" charset="0"/>
                <a:ea typeface="Aptos" pitchFamily="34" charset="-122"/>
                <a:cs typeface="Poppins" panose="00000500000000000000" pitchFamily="2" charset="0"/>
              </a:rPr>
              <a:t>▣</a:t>
            </a:r>
            <a:endParaRPr lang="en-US" sz="2800" dirty="0">
              <a:latin typeface="Bebas Neue Bold" panose="020B0604020202020204" charset="0"/>
              <a:cs typeface="Poppins" panose="00000500000000000000" pitchFamily="2" charset="0"/>
            </a:endParaRPr>
          </a:p>
        </p:txBody>
      </p:sp>
      <p:sp>
        <p:nvSpPr>
          <p:cNvPr id="23" name="Shape 21"/>
          <p:cNvSpPr/>
          <p:nvPr/>
        </p:nvSpPr>
        <p:spPr>
          <a:xfrm>
            <a:off x="640080" y="3977640"/>
            <a:ext cx="3429000" cy="2148840"/>
          </a:xfrm>
          <a:prstGeom prst="roundRect">
            <a:avLst>
              <a:gd name="adj" fmla="val 10588"/>
            </a:avLst>
          </a:prstGeom>
          <a:solidFill>
            <a:srgbClr val="061B32">
              <a:alpha val="95000"/>
            </a:srgbClr>
          </a:solidFill>
          <a:ln w="16510">
            <a:solidFill>
              <a:srgbClr val="FFC400"/>
            </a:solidFill>
            <a:prstDash val="solid"/>
          </a:ln>
          <a:effectLst>
            <a:outerShdw blurRad="12700" dist="50800" dir="2700000" algn="bl" rotWithShape="0">
              <a:srgbClr val="000000">
                <a:alpha val="28000"/>
              </a:srgbClr>
            </a:outerShdw>
          </a:effectLst>
        </p:spPr>
        <p:txBody>
          <a:bodyPr/>
          <a:lstStyle/>
          <a:p>
            <a:endParaRPr lang="en-US" sz="2000">
              <a:latin typeface="Bebas Neue Bold" panose="020B0604020202020204" charset="0"/>
              <a:cs typeface="Poppins" panose="00000500000000000000" pitchFamily="2" charset="0"/>
            </a:endParaRPr>
          </a:p>
        </p:txBody>
      </p:sp>
      <p:sp>
        <p:nvSpPr>
          <p:cNvPr id="24" name="Text 22"/>
          <p:cNvSpPr/>
          <p:nvPr/>
        </p:nvSpPr>
        <p:spPr>
          <a:xfrm>
            <a:off x="896112" y="4233672"/>
            <a:ext cx="1234440" cy="594360"/>
          </a:xfrm>
          <a:prstGeom prst="rect">
            <a:avLst/>
          </a:prstGeom>
          <a:noFill/>
          <a:ln/>
        </p:spPr>
        <p:txBody>
          <a:bodyPr wrap="square" lIns="0" tIns="0" rIns="0" bIns="0" rtlCol="0" anchor="ctr"/>
          <a:lstStyle/>
          <a:p>
            <a:pPr marL="0" indent="0">
              <a:buNone/>
            </a:pPr>
            <a:r>
              <a:rPr lang="en-US" sz="6000" b="1" dirty="0">
                <a:solidFill>
                  <a:srgbClr val="FFC400"/>
                </a:solidFill>
                <a:latin typeface="Bebas Neue Bold" panose="020B0604020202020204" charset="0"/>
                <a:ea typeface="Arial Narrow" pitchFamily="34" charset="-122"/>
                <a:cs typeface="Poppins" panose="00000500000000000000" pitchFamily="2" charset="0"/>
              </a:rPr>
              <a:t>04.</a:t>
            </a:r>
            <a:endParaRPr lang="en-US" sz="6000" dirty="0">
              <a:latin typeface="Bebas Neue Bold" panose="020B0604020202020204" charset="0"/>
              <a:cs typeface="Poppins" panose="00000500000000000000" pitchFamily="2" charset="0"/>
            </a:endParaRPr>
          </a:p>
        </p:txBody>
      </p:sp>
      <p:sp>
        <p:nvSpPr>
          <p:cNvPr id="25" name="Text 23"/>
          <p:cNvSpPr/>
          <p:nvPr/>
        </p:nvSpPr>
        <p:spPr>
          <a:xfrm>
            <a:off x="896112" y="4965192"/>
            <a:ext cx="2926080" cy="886968"/>
          </a:xfrm>
          <a:prstGeom prst="rect">
            <a:avLst/>
          </a:prstGeom>
          <a:noFill/>
          <a:ln/>
        </p:spPr>
        <p:txBody>
          <a:bodyPr wrap="square" lIns="0" tIns="0" rIns="0" bIns="0" rtlCol="0" anchor="ctr">
            <a:noAutofit/>
          </a:bodyPr>
          <a:lstStyle/>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VISUAL</a:t>
            </a:r>
            <a:endParaRPr lang="en-US" sz="2400" dirty="0">
              <a:latin typeface="Bebas Neue Bold" panose="020B0604020202020204" charset="0"/>
              <a:cs typeface="Poppins" panose="00000500000000000000" pitchFamily="2" charset="0"/>
            </a:endParaRPr>
          </a:p>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FEEDBACK</a:t>
            </a:r>
            <a:endParaRPr lang="en-US" sz="2400" dirty="0">
              <a:latin typeface="Bebas Neue Bold" panose="020B0604020202020204" charset="0"/>
              <a:cs typeface="Poppins" panose="00000500000000000000" pitchFamily="2" charset="0"/>
            </a:endParaRPr>
          </a:p>
        </p:txBody>
      </p:sp>
      <p:sp>
        <p:nvSpPr>
          <p:cNvPr id="26" name="Text 24"/>
          <p:cNvSpPr/>
          <p:nvPr/>
        </p:nvSpPr>
        <p:spPr>
          <a:xfrm>
            <a:off x="3355848" y="4233672"/>
            <a:ext cx="438912" cy="384048"/>
          </a:xfrm>
          <a:prstGeom prst="rect">
            <a:avLst/>
          </a:prstGeom>
          <a:noFill/>
          <a:ln/>
        </p:spPr>
        <p:txBody>
          <a:bodyPr wrap="square" lIns="0" tIns="0" rIns="0" bIns="0" rtlCol="0" anchor="ctr"/>
          <a:lstStyle/>
          <a:p>
            <a:pPr marL="0" indent="0" algn="ctr">
              <a:buNone/>
            </a:pPr>
            <a:r>
              <a:rPr lang="en-US" sz="2800" dirty="0">
                <a:solidFill>
                  <a:srgbClr val="F4F7FB"/>
                </a:solidFill>
                <a:latin typeface="Bebas Neue Bold" panose="020B0604020202020204" charset="0"/>
                <a:ea typeface="Aptos" pitchFamily="34" charset="-122"/>
                <a:cs typeface="Poppins" panose="00000500000000000000" pitchFamily="2" charset="0"/>
              </a:rPr>
              <a:t>◉</a:t>
            </a:r>
            <a:endParaRPr lang="en-US" sz="2800" dirty="0">
              <a:latin typeface="Bebas Neue Bold" panose="020B0604020202020204" charset="0"/>
              <a:cs typeface="Poppins" panose="00000500000000000000" pitchFamily="2" charset="0"/>
            </a:endParaRPr>
          </a:p>
        </p:txBody>
      </p:sp>
      <p:sp>
        <p:nvSpPr>
          <p:cNvPr id="27" name="Shape 25"/>
          <p:cNvSpPr/>
          <p:nvPr/>
        </p:nvSpPr>
        <p:spPr>
          <a:xfrm>
            <a:off x="4434840" y="3969148"/>
            <a:ext cx="3429000" cy="2157331"/>
          </a:xfrm>
          <a:prstGeom prst="roundRect">
            <a:avLst>
              <a:gd name="adj" fmla="val 10588"/>
            </a:avLst>
          </a:prstGeom>
          <a:solidFill>
            <a:srgbClr val="061B32">
              <a:alpha val="95000"/>
            </a:srgbClr>
          </a:solidFill>
          <a:ln w="16510">
            <a:solidFill>
              <a:srgbClr val="5AA7FF"/>
            </a:solidFill>
            <a:prstDash val="solid"/>
          </a:ln>
          <a:effectLst>
            <a:outerShdw blurRad="12700" dist="50800" dir="2700000" algn="bl" rotWithShape="0">
              <a:srgbClr val="000000">
                <a:alpha val="28000"/>
              </a:srgbClr>
            </a:outerShdw>
          </a:effectLst>
        </p:spPr>
        <p:txBody>
          <a:bodyPr/>
          <a:lstStyle/>
          <a:p>
            <a:endParaRPr lang="en-US" sz="2000">
              <a:latin typeface="Bebas Neue Bold" panose="020B0604020202020204" charset="0"/>
              <a:cs typeface="Poppins" panose="00000500000000000000" pitchFamily="2" charset="0"/>
            </a:endParaRPr>
          </a:p>
        </p:txBody>
      </p:sp>
      <p:sp>
        <p:nvSpPr>
          <p:cNvPr id="28" name="Text 26"/>
          <p:cNvSpPr/>
          <p:nvPr/>
        </p:nvSpPr>
        <p:spPr>
          <a:xfrm>
            <a:off x="4690872" y="4233672"/>
            <a:ext cx="1234440" cy="594360"/>
          </a:xfrm>
          <a:prstGeom prst="rect">
            <a:avLst/>
          </a:prstGeom>
          <a:noFill/>
          <a:ln/>
        </p:spPr>
        <p:txBody>
          <a:bodyPr wrap="square" lIns="0" tIns="0" rIns="0" bIns="0" rtlCol="0" anchor="ctr"/>
          <a:lstStyle/>
          <a:p>
            <a:pPr marL="0" indent="0">
              <a:buNone/>
            </a:pPr>
            <a:r>
              <a:rPr lang="en-US" sz="6000" b="1" dirty="0">
                <a:solidFill>
                  <a:srgbClr val="5AA7FF"/>
                </a:solidFill>
                <a:latin typeface="Bebas Neue Bold" panose="020B0604020202020204" charset="0"/>
                <a:ea typeface="Arial Narrow" pitchFamily="34" charset="-122"/>
                <a:cs typeface="Poppins" panose="00000500000000000000" pitchFamily="2" charset="0"/>
              </a:rPr>
              <a:t>05.</a:t>
            </a:r>
            <a:endParaRPr lang="en-US" sz="6000" dirty="0">
              <a:latin typeface="Bebas Neue Bold" panose="020B0604020202020204" charset="0"/>
              <a:cs typeface="Poppins" panose="00000500000000000000" pitchFamily="2" charset="0"/>
            </a:endParaRPr>
          </a:p>
        </p:txBody>
      </p:sp>
      <p:sp>
        <p:nvSpPr>
          <p:cNvPr id="29" name="Text 27"/>
          <p:cNvSpPr/>
          <p:nvPr/>
        </p:nvSpPr>
        <p:spPr>
          <a:xfrm>
            <a:off x="4690872" y="4965192"/>
            <a:ext cx="2926080" cy="960120"/>
          </a:xfrm>
          <a:prstGeom prst="rect">
            <a:avLst/>
          </a:prstGeom>
          <a:noFill/>
          <a:ln/>
        </p:spPr>
        <p:txBody>
          <a:bodyPr wrap="square" lIns="0" tIns="0" rIns="0" bIns="0" rtlCol="0" anchor="ctr">
            <a:noAutofit/>
          </a:bodyPr>
          <a:lstStyle/>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EVALUATION &amp;</a:t>
            </a:r>
            <a:endParaRPr lang="en-US" sz="2400" dirty="0">
              <a:latin typeface="Bebas Neue Bold" panose="020B0604020202020204" charset="0"/>
              <a:cs typeface="Poppins" panose="00000500000000000000" pitchFamily="2" charset="0"/>
            </a:endParaRPr>
          </a:p>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RESIDUAL TORQUE</a:t>
            </a:r>
            <a:endParaRPr lang="en-US" sz="2400" dirty="0">
              <a:latin typeface="Bebas Neue Bold" panose="020B0604020202020204" charset="0"/>
              <a:cs typeface="Poppins" panose="00000500000000000000" pitchFamily="2" charset="0"/>
            </a:endParaRPr>
          </a:p>
        </p:txBody>
      </p:sp>
      <p:sp>
        <p:nvSpPr>
          <p:cNvPr id="30" name="Text 28"/>
          <p:cNvSpPr/>
          <p:nvPr/>
        </p:nvSpPr>
        <p:spPr>
          <a:xfrm>
            <a:off x="7150608" y="4233672"/>
            <a:ext cx="438912" cy="384048"/>
          </a:xfrm>
          <a:prstGeom prst="rect">
            <a:avLst/>
          </a:prstGeom>
          <a:noFill/>
          <a:ln/>
        </p:spPr>
        <p:txBody>
          <a:bodyPr wrap="square" lIns="0" tIns="0" rIns="0" bIns="0" rtlCol="0" anchor="ctr"/>
          <a:lstStyle/>
          <a:p>
            <a:pPr marL="0" indent="0" algn="ctr">
              <a:buNone/>
            </a:pPr>
            <a:r>
              <a:rPr lang="en-US" sz="2800" dirty="0">
                <a:solidFill>
                  <a:srgbClr val="F4F7FB"/>
                </a:solidFill>
                <a:latin typeface="Bebas Neue Bold" panose="020B0604020202020204" charset="0"/>
                <a:ea typeface="Aptos" pitchFamily="34" charset="-122"/>
                <a:cs typeface="Poppins" panose="00000500000000000000" pitchFamily="2" charset="0"/>
              </a:rPr>
              <a:t>⚖</a:t>
            </a:r>
            <a:endParaRPr lang="en-US" sz="2800" dirty="0">
              <a:latin typeface="Bebas Neue Bold" panose="020B0604020202020204" charset="0"/>
              <a:cs typeface="Poppins" panose="00000500000000000000" pitchFamily="2" charset="0"/>
            </a:endParaRPr>
          </a:p>
        </p:txBody>
      </p:sp>
      <p:sp>
        <p:nvSpPr>
          <p:cNvPr id="31" name="Shape 29"/>
          <p:cNvSpPr/>
          <p:nvPr/>
        </p:nvSpPr>
        <p:spPr>
          <a:xfrm>
            <a:off x="8229600" y="3977639"/>
            <a:ext cx="3429000" cy="2157331"/>
          </a:xfrm>
          <a:prstGeom prst="roundRect">
            <a:avLst>
              <a:gd name="adj" fmla="val 10588"/>
            </a:avLst>
          </a:prstGeom>
          <a:solidFill>
            <a:srgbClr val="061B32">
              <a:alpha val="95000"/>
            </a:srgbClr>
          </a:solidFill>
          <a:ln w="16510">
            <a:solidFill>
              <a:srgbClr val="A676FF"/>
            </a:solidFill>
            <a:prstDash val="solid"/>
          </a:ln>
          <a:effectLst>
            <a:outerShdw blurRad="12700" dist="50800" dir="2700000" algn="bl" rotWithShape="0">
              <a:srgbClr val="000000">
                <a:alpha val="28000"/>
              </a:srgbClr>
            </a:outerShdw>
          </a:effectLst>
        </p:spPr>
        <p:txBody>
          <a:bodyPr/>
          <a:lstStyle/>
          <a:p>
            <a:endParaRPr lang="en-US" sz="2000">
              <a:latin typeface="Bebas Neue Bold" panose="020B0604020202020204" charset="0"/>
              <a:cs typeface="Poppins" panose="00000500000000000000" pitchFamily="2" charset="0"/>
            </a:endParaRPr>
          </a:p>
        </p:txBody>
      </p:sp>
      <p:sp>
        <p:nvSpPr>
          <p:cNvPr id="32" name="Text 30"/>
          <p:cNvSpPr/>
          <p:nvPr/>
        </p:nvSpPr>
        <p:spPr>
          <a:xfrm>
            <a:off x="8485632" y="4233672"/>
            <a:ext cx="1234440" cy="594360"/>
          </a:xfrm>
          <a:prstGeom prst="rect">
            <a:avLst/>
          </a:prstGeom>
          <a:noFill/>
          <a:ln/>
        </p:spPr>
        <p:txBody>
          <a:bodyPr wrap="square" lIns="0" tIns="0" rIns="0" bIns="0" rtlCol="0" anchor="ctr"/>
          <a:lstStyle/>
          <a:p>
            <a:pPr marL="0" indent="0">
              <a:buNone/>
            </a:pPr>
            <a:r>
              <a:rPr lang="en-US" sz="6000" b="1" dirty="0">
                <a:solidFill>
                  <a:srgbClr val="A676FF"/>
                </a:solidFill>
                <a:latin typeface="Bebas Neue Bold" panose="020B0604020202020204" charset="0"/>
                <a:ea typeface="Arial Narrow" pitchFamily="34" charset="-122"/>
                <a:cs typeface="Poppins" panose="00000500000000000000" pitchFamily="2" charset="0"/>
              </a:rPr>
              <a:t>06.</a:t>
            </a:r>
            <a:endParaRPr lang="en-US" sz="6000" dirty="0">
              <a:latin typeface="Bebas Neue Bold" panose="020B0604020202020204" charset="0"/>
              <a:cs typeface="Poppins" panose="00000500000000000000" pitchFamily="2" charset="0"/>
            </a:endParaRPr>
          </a:p>
        </p:txBody>
      </p:sp>
      <p:sp>
        <p:nvSpPr>
          <p:cNvPr id="33" name="Text 31"/>
          <p:cNvSpPr/>
          <p:nvPr/>
        </p:nvSpPr>
        <p:spPr>
          <a:xfrm>
            <a:off x="8485632" y="4965192"/>
            <a:ext cx="2926080" cy="932688"/>
          </a:xfrm>
          <a:prstGeom prst="rect">
            <a:avLst/>
          </a:prstGeom>
          <a:noFill/>
          <a:ln/>
        </p:spPr>
        <p:txBody>
          <a:bodyPr wrap="square" lIns="0" tIns="0" rIns="0" bIns="0" rtlCol="0" anchor="ctr">
            <a:noAutofit/>
          </a:bodyPr>
          <a:lstStyle/>
          <a:p>
            <a:pPr marL="0" indent="0">
              <a:buNone/>
            </a:pPr>
            <a:r>
              <a:rPr lang="en-US" sz="2400" b="1" dirty="0">
                <a:solidFill>
                  <a:srgbClr val="F4F7FB"/>
                </a:solidFill>
                <a:latin typeface="Bebas Neue Bold" panose="020B0604020202020204" charset="0"/>
                <a:ea typeface="Arial Narrow" pitchFamily="34" charset="-122"/>
                <a:cs typeface="Poppins" panose="00000500000000000000" pitchFamily="2" charset="0"/>
              </a:rPr>
              <a:t>CONCLUSIONS</a:t>
            </a:r>
            <a:endParaRPr lang="en-US" sz="2400" dirty="0">
              <a:latin typeface="Bebas Neue Bold" panose="020B0604020202020204" charset="0"/>
              <a:cs typeface="Poppins" panose="00000500000000000000" pitchFamily="2" charset="0"/>
            </a:endParaRPr>
          </a:p>
        </p:txBody>
      </p:sp>
      <p:sp>
        <p:nvSpPr>
          <p:cNvPr id="34" name="Text 32"/>
          <p:cNvSpPr/>
          <p:nvPr/>
        </p:nvSpPr>
        <p:spPr>
          <a:xfrm>
            <a:off x="10945368" y="4233672"/>
            <a:ext cx="438912" cy="384048"/>
          </a:xfrm>
          <a:prstGeom prst="rect">
            <a:avLst/>
          </a:prstGeom>
          <a:noFill/>
          <a:ln/>
        </p:spPr>
        <p:txBody>
          <a:bodyPr wrap="square" lIns="0" tIns="0" rIns="0" bIns="0" rtlCol="0" anchor="ctr"/>
          <a:lstStyle/>
          <a:p>
            <a:pPr marL="0" indent="0" algn="ctr">
              <a:buNone/>
            </a:pPr>
            <a:r>
              <a:rPr lang="en-US" sz="2800" dirty="0">
                <a:solidFill>
                  <a:srgbClr val="F4F7FB"/>
                </a:solidFill>
                <a:latin typeface="Bebas Neue Bold" panose="020B0604020202020204" charset="0"/>
                <a:ea typeface="Aptos" pitchFamily="34" charset="-122"/>
                <a:cs typeface="Poppins" panose="00000500000000000000" pitchFamily="2" charset="0"/>
              </a:rPr>
              <a:t>⚑</a:t>
            </a:r>
            <a:endParaRPr lang="en-US" sz="2800" dirty="0">
              <a:latin typeface="Bebas Neue Bold" panose="020B0604020202020204" charset="0"/>
              <a:cs typeface="Poppins" panose="000005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11390DA6-2543-A3FD-4511-67E3BAEBBB74}"/>
              </a:ext>
            </a:extLst>
          </p:cNvPr>
          <p:cNvSpPr txBox="1"/>
          <p:nvPr/>
        </p:nvSpPr>
        <p:spPr>
          <a:xfrm>
            <a:off x="685800" y="13984"/>
            <a:ext cx="5381633" cy="3874522"/>
          </a:xfrm>
          <a:prstGeom prst="rect">
            <a:avLst/>
          </a:prstGeom>
        </p:spPr>
        <p:txBody>
          <a:bodyPr lIns="0" tIns="0" rIns="0" bIns="0" rtlCol="0" anchor="t">
            <a:spAutoFit/>
          </a:bodyPr>
          <a:lstStyle/>
          <a:p>
            <a:pPr>
              <a:lnSpc>
                <a:spcPts val="33120"/>
              </a:lnSpc>
            </a:pPr>
            <a:r>
              <a:rPr lang="en-US" sz="23657" b="1" dirty="0">
                <a:solidFill>
                  <a:srgbClr val="4FD1FF"/>
                </a:solidFill>
                <a:effectLst>
                  <a:outerShdw blurRad="50800" dist="38100" dir="2700000" algn="tl" rotWithShape="0">
                    <a:prstClr val="black">
                      <a:alpha val="40000"/>
                    </a:prstClr>
                  </a:outerShdw>
                </a:effectLst>
                <a:latin typeface="Bebas Neue Bold"/>
                <a:ea typeface="Bebas Neue Bold"/>
                <a:cs typeface="Bebas Neue Bold"/>
                <a:sym typeface="Bebas Neue Bold"/>
              </a:rPr>
              <a:t>01.</a:t>
            </a:r>
          </a:p>
        </p:txBody>
      </p:sp>
      <p:sp>
        <p:nvSpPr>
          <p:cNvPr id="36" name="TextBox 8">
            <a:extLst>
              <a:ext uri="{FF2B5EF4-FFF2-40B4-BE49-F238E27FC236}">
                <a16:creationId xmlns:a16="http://schemas.microsoft.com/office/drawing/2014/main" id="{4CF145EF-C17C-A9DC-A8AB-B5815AA5354B}"/>
              </a:ext>
            </a:extLst>
          </p:cNvPr>
          <p:cNvSpPr txBox="1"/>
          <p:nvPr/>
        </p:nvSpPr>
        <p:spPr>
          <a:xfrm>
            <a:off x="685800" y="3984307"/>
            <a:ext cx="11325578" cy="2462213"/>
          </a:xfrm>
          <a:prstGeom prst="rect">
            <a:avLst/>
          </a:prstGeom>
        </p:spPr>
        <p:txBody>
          <a:bodyPr wrap="square" lIns="0" tIns="0" rIns="0" bIns="0" rtlCol="0" anchor="t">
            <a:spAutoFit/>
          </a:bodyPr>
          <a:lstStyle/>
          <a:p>
            <a:r>
              <a:rPr lang="en-US" sz="8000" b="1" dirty="0">
                <a:solidFill>
                  <a:srgbClr val="002060"/>
                </a:solidFill>
                <a:latin typeface="Poppins" panose="00000500000000000000" pitchFamily="2" charset="0"/>
                <a:ea typeface="Arial Narrow" pitchFamily="34" charset="-122"/>
                <a:cs typeface="Poppins" panose="00000500000000000000" pitchFamily="2" charset="0"/>
              </a:rPr>
              <a:t>PREVIOUS</a:t>
            </a:r>
            <a:endParaRPr lang="en-US" sz="8000" dirty="0">
              <a:solidFill>
                <a:srgbClr val="002060"/>
              </a:solidFill>
              <a:latin typeface="Poppins" panose="00000500000000000000" pitchFamily="2" charset="0"/>
              <a:cs typeface="Poppins" panose="00000500000000000000" pitchFamily="2" charset="0"/>
            </a:endParaRPr>
          </a:p>
          <a:p>
            <a:r>
              <a:rPr lang="en-US" sz="8000" b="1" dirty="0">
                <a:solidFill>
                  <a:srgbClr val="002060"/>
                </a:solidFill>
                <a:latin typeface="Poppins" panose="00000500000000000000" pitchFamily="2" charset="0"/>
                <a:ea typeface="Arial Narrow" pitchFamily="34" charset="-122"/>
                <a:cs typeface="Poppins" panose="00000500000000000000" pitchFamily="2" charset="0"/>
              </a:rPr>
              <a:t>GROUP WORK</a:t>
            </a:r>
            <a:endParaRPr lang="en-US" sz="8000" dirty="0">
              <a:solidFill>
                <a:srgbClr val="002060"/>
              </a:solidFill>
              <a:latin typeface="Poppins" panose="00000500000000000000" pitchFamily="2" charset="0"/>
              <a:cs typeface="Poppins" panose="000005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A41EF34B-C619-7199-A681-7BC73DA5509C}"/>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FDC05732-1F5E-16D8-36D3-284D960A7C01}"/>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46045AD6-DC7F-1B44-830F-6D7D0C310A6E}"/>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6B1D2415-1B8E-D38D-1FB6-97093BEFF7A9}"/>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 name="Text 8">
            <a:extLst>
              <a:ext uri="{FF2B5EF4-FFF2-40B4-BE49-F238E27FC236}">
                <a16:creationId xmlns:a16="http://schemas.microsoft.com/office/drawing/2014/main" id="{425E8D4C-C553-0373-1F9D-27D92C975B65}"/>
              </a:ext>
            </a:extLst>
          </p:cNvPr>
          <p:cNvSpPr/>
          <p:nvPr/>
        </p:nvSpPr>
        <p:spPr>
          <a:xfrm>
            <a:off x="411480" y="320040"/>
            <a:ext cx="1005840" cy="50292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buNone/>
            </a:pPr>
            <a:r>
              <a:rPr lang="en-US" sz="3800" b="1" dirty="0">
                <a:solidFill>
                  <a:srgbClr val="22C7F3"/>
                </a:solidFill>
                <a:latin typeface="Poppins" panose="00000500000000000000" pitchFamily="2" charset="0"/>
                <a:ea typeface="Arial Narrow" pitchFamily="34" charset="-122"/>
                <a:cs typeface="Poppins" panose="00000500000000000000" pitchFamily="2" charset="0"/>
              </a:rPr>
              <a:t>01.</a:t>
            </a:r>
            <a:endParaRPr lang="en-US" sz="3800" dirty="0">
              <a:latin typeface="Poppins" panose="00000500000000000000" pitchFamily="2" charset="0"/>
              <a:cs typeface="Poppins" panose="00000500000000000000" pitchFamily="2" charset="0"/>
            </a:endParaRPr>
          </a:p>
        </p:txBody>
      </p:sp>
      <p:sp>
        <p:nvSpPr>
          <p:cNvPr id="11" name="Text 9">
            <a:extLst>
              <a:ext uri="{FF2B5EF4-FFF2-40B4-BE49-F238E27FC236}">
                <a16:creationId xmlns:a16="http://schemas.microsoft.com/office/drawing/2014/main" id="{6767545D-E573-4976-1F91-5FB810AB8E33}"/>
              </a:ext>
            </a:extLst>
          </p:cNvPr>
          <p:cNvSpPr/>
          <p:nvPr/>
        </p:nvSpPr>
        <p:spPr>
          <a:xfrm>
            <a:off x="1417320" y="310896"/>
            <a:ext cx="9509760" cy="594360"/>
          </a:xfrm>
          <a:prstGeom prst="rect">
            <a:avLst/>
          </a:prstGeom>
          <a:noFill/>
          <a:ln/>
        </p:spPr>
        <p:txBody>
          <a:bodyPr wrap="square" lIns="0" tIns="0" rIns="0" bIns="0" rtlCol="0" anchor="ctr">
            <a:normAutofit/>
          </a:bodyPr>
          <a:lstStyle/>
          <a:p>
            <a:pPr marL="0" indent="0">
              <a:buNone/>
            </a:pPr>
            <a:r>
              <a:rPr lang="en-US" sz="3700" b="1" dirty="0">
                <a:solidFill>
                  <a:srgbClr val="0D2338"/>
                </a:solidFill>
                <a:latin typeface="Poppins" panose="00000500000000000000" pitchFamily="2" charset="0"/>
                <a:ea typeface="Arial Narrow" pitchFamily="34" charset="-122"/>
                <a:cs typeface="Poppins" panose="00000500000000000000" pitchFamily="2" charset="0"/>
              </a:rPr>
              <a:t>PREVIOUS GROUP WORK</a:t>
            </a:r>
            <a:endParaRPr lang="en-US" sz="3700" dirty="0">
              <a:solidFill>
                <a:srgbClr val="0D2338"/>
              </a:solidFill>
              <a:latin typeface="Poppins" panose="00000500000000000000" pitchFamily="2" charset="0"/>
              <a:cs typeface="Poppins" panose="00000500000000000000" pitchFamily="2" charset="0"/>
            </a:endParaRPr>
          </a:p>
        </p:txBody>
      </p:sp>
      <p:sp>
        <p:nvSpPr>
          <p:cNvPr id="12" name="Text 10">
            <a:extLst>
              <a:ext uri="{FF2B5EF4-FFF2-40B4-BE49-F238E27FC236}">
                <a16:creationId xmlns:a16="http://schemas.microsoft.com/office/drawing/2014/main" id="{26D16B47-6F5E-6A5B-BCAB-ACE90064C6DD}"/>
              </a:ext>
            </a:extLst>
          </p:cNvPr>
          <p:cNvSpPr/>
          <p:nvPr/>
        </p:nvSpPr>
        <p:spPr>
          <a:xfrm>
            <a:off x="502920" y="987552"/>
            <a:ext cx="10241280" cy="292608"/>
          </a:xfrm>
          <a:prstGeom prst="rect">
            <a:avLst/>
          </a:prstGeom>
          <a:noFill/>
          <a:ln/>
        </p:spPr>
        <p:txBody>
          <a:bodyPr wrap="square" lIns="0" tIns="0" rIns="0" bIns="0" rtlCol="0" anchor="ctr"/>
          <a:lstStyle/>
          <a:p>
            <a:pPr marL="0" indent="0">
              <a:buNone/>
            </a:pPr>
            <a:r>
              <a:rPr lang="en-US" sz="2100" dirty="0">
                <a:solidFill>
                  <a:srgbClr val="0D2338"/>
                </a:solidFill>
                <a:latin typeface="Poppins" panose="00000500000000000000" pitchFamily="2" charset="0"/>
                <a:ea typeface="Aptos" pitchFamily="34" charset="-122"/>
                <a:cs typeface="Poppins" panose="00000500000000000000" pitchFamily="2" charset="0"/>
              </a:rPr>
              <a:t>Recap of the original rehabilitation game platform</a:t>
            </a:r>
            <a:endParaRPr lang="en-US" sz="2100" dirty="0">
              <a:solidFill>
                <a:srgbClr val="0D2338"/>
              </a:solidFill>
              <a:latin typeface="Poppins" panose="00000500000000000000" pitchFamily="2" charset="0"/>
              <a:cs typeface="Poppins" panose="00000500000000000000" pitchFamily="2" charset="0"/>
            </a:endParaRPr>
          </a:p>
        </p:txBody>
      </p:sp>
      <p:sp>
        <p:nvSpPr>
          <p:cNvPr id="13" name="Shape 11">
            <a:extLst>
              <a:ext uri="{FF2B5EF4-FFF2-40B4-BE49-F238E27FC236}">
                <a16:creationId xmlns:a16="http://schemas.microsoft.com/office/drawing/2014/main" id="{0D364EBC-DE0E-D7F7-6755-61934241ADF2}"/>
              </a:ext>
            </a:extLst>
          </p:cNvPr>
          <p:cNvSpPr/>
          <p:nvPr/>
        </p:nvSpPr>
        <p:spPr>
          <a:xfrm>
            <a:off x="594360" y="1554480"/>
            <a:ext cx="3154680" cy="4389120"/>
          </a:xfrm>
          <a:prstGeom prst="roundRect">
            <a:avLst>
              <a:gd name="adj" fmla="val 5217"/>
            </a:avLst>
          </a:prstGeom>
          <a:solidFill>
            <a:srgbClr val="061B32">
              <a:alpha val="87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4" name="Text 12">
            <a:extLst>
              <a:ext uri="{FF2B5EF4-FFF2-40B4-BE49-F238E27FC236}">
                <a16:creationId xmlns:a16="http://schemas.microsoft.com/office/drawing/2014/main" id="{70CE1D0F-AC89-9E91-829F-57FE06FEAA80}"/>
              </a:ext>
            </a:extLst>
          </p:cNvPr>
          <p:cNvSpPr/>
          <p:nvPr/>
        </p:nvSpPr>
        <p:spPr>
          <a:xfrm>
            <a:off x="899160" y="1965960"/>
            <a:ext cx="2468880" cy="320040"/>
          </a:xfrm>
          <a:prstGeom prst="rect">
            <a:avLst/>
          </a:prstGeom>
          <a:noFill/>
          <a:ln/>
        </p:spPr>
        <p:txBody>
          <a:bodyPr wrap="square" lIns="0" tIns="0" rIns="0" bIns="0" rtlCol="0" anchor="ctr"/>
          <a:lstStyle/>
          <a:p>
            <a:pPr marL="0" indent="0">
              <a:buNone/>
            </a:pPr>
            <a:r>
              <a:rPr lang="en-US" sz="2400" b="1" dirty="0">
                <a:solidFill>
                  <a:srgbClr val="22C7F3"/>
                </a:solidFill>
                <a:latin typeface="Poppins" panose="00000500000000000000" pitchFamily="2" charset="0"/>
                <a:ea typeface="Arial Narrow" pitchFamily="34" charset="-122"/>
                <a:cs typeface="Poppins" panose="00000500000000000000" pitchFamily="2" charset="0"/>
              </a:rPr>
              <a:t>Original goal</a:t>
            </a:r>
            <a:endParaRPr lang="en-US" sz="2400" dirty="0">
              <a:latin typeface="Poppins" panose="00000500000000000000" pitchFamily="2" charset="0"/>
              <a:cs typeface="Poppins" panose="00000500000000000000" pitchFamily="2" charset="0"/>
            </a:endParaRPr>
          </a:p>
        </p:txBody>
      </p:sp>
      <p:sp>
        <p:nvSpPr>
          <p:cNvPr id="15" name="Text 13">
            <a:extLst>
              <a:ext uri="{FF2B5EF4-FFF2-40B4-BE49-F238E27FC236}">
                <a16:creationId xmlns:a16="http://schemas.microsoft.com/office/drawing/2014/main" id="{4F130788-9566-754D-FA13-BD6E0616D6AF}"/>
              </a:ext>
            </a:extLst>
          </p:cNvPr>
          <p:cNvSpPr/>
          <p:nvPr/>
        </p:nvSpPr>
        <p:spPr>
          <a:xfrm>
            <a:off x="891540" y="2368296"/>
            <a:ext cx="2514600" cy="3246120"/>
          </a:xfrm>
          <a:prstGeom prst="rect">
            <a:avLst/>
          </a:prstGeom>
          <a:noFill/>
          <a:ln/>
        </p:spPr>
        <p:txBody>
          <a:bodyPr wrap="square" lIns="508" tIns="508" rIns="508" bIns="508" rtlCol="0" anchor="ctr">
            <a:noAutofit/>
          </a:bodyPr>
          <a:lstStyle/>
          <a:p>
            <a:pPr marL="0" indent="0">
              <a:spcAft>
                <a:spcPts val="1200"/>
              </a:spcAft>
              <a:buNone/>
            </a:pPr>
            <a:r>
              <a:rPr lang="en-US" sz="1600" b="1" dirty="0">
                <a:solidFill>
                  <a:srgbClr val="22C7F3"/>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EduExo Pro controls the game paddle
</a:t>
            </a:r>
            <a:r>
              <a:rPr lang="en-US" sz="1600" b="1" dirty="0">
                <a:solidFill>
                  <a:srgbClr val="22C7F3"/>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Unity predicts ball interception point
</a:t>
            </a:r>
            <a:r>
              <a:rPr lang="en-US" sz="1600" b="1" dirty="0">
                <a:solidFill>
                  <a:srgbClr val="22C7F3"/>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Robot assists only when needed
</a:t>
            </a:r>
            <a:r>
              <a:rPr lang="en-US" sz="1600" b="1" dirty="0">
                <a:solidFill>
                  <a:srgbClr val="22C7F3"/>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User remains the primary motion generator</a:t>
            </a:r>
            <a:endParaRPr lang="en-US" sz="1600" dirty="0">
              <a:latin typeface="Poppins" panose="00000500000000000000" pitchFamily="2" charset="0"/>
              <a:cs typeface="Poppins" panose="00000500000000000000" pitchFamily="2" charset="0"/>
            </a:endParaRPr>
          </a:p>
        </p:txBody>
      </p:sp>
      <p:sp>
        <p:nvSpPr>
          <p:cNvPr id="16" name="Shape 14">
            <a:extLst>
              <a:ext uri="{FF2B5EF4-FFF2-40B4-BE49-F238E27FC236}">
                <a16:creationId xmlns:a16="http://schemas.microsoft.com/office/drawing/2014/main" id="{6408555A-5A38-DCED-AC79-88EECDFCD71F}"/>
              </a:ext>
            </a:extLst>
          </p:cNvPr>
          <p:cNvSpPr/>
          <p:nvPr/>
        </p:nvSpPr>
        <p:spPr>
          <a:xfrm>
            <a:off x="4297680" y="2286000"/>
            <a:ext cx="1143000" cy="1508760"/>
          </a:xfrm>
          <a:prstGeom prst="roundRect">
            <a:avLst>
              <a:gd name="adj" fmla="val 20000"/>
            </a:avLst>
          </a:prstGeom>
          <a:solidFill>
            <a:srgbClr val="061B32">
              <a:alpha val="87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7" name="Text 15">
            <a:extLst>
              <a:ext uri="{FF2B5EF4-FFF2-40B4-BE49-F238E27FC236}">
                <a16:creationId xmlns:a16="http://schemas.microsoft.com/office/drawing/2014/main" id="{D10391B2-2949-7AC8-7CDD-5370C6BBE004}"/>
              </a:ext>
            </a:extLst>
          </p:cNvPr>
          <p:cNvSpPr/>
          <p:nvPr/>
        </p:nvSpPr>
        <p:spPr>
          <a:xfrm>
            <a:off x="4389120" y="2660614"/>
            <a:ext cx="960120" cy="310896"/>
          </a:xfrm>
          <a:prstGeom prst="rect">
            <a:avLst/>
          </a:prstGeom>
          <a:noFill/>
          <a:ln/>
        </p:spPr>
        <p:txBody>
          <a:bodyPr wrap="square" lIns="0" tIns="0" rIns="0" bIns="0" rtlCol="0" anchor="ctr"/>
          <a:lstStyle/>
          <a:p>
            <a:pPr marL="0" indent="0" algn="ctr">
              <a:buNone/>
            </a:pPr>
            <a:r>
              <a:rPr lang="en-US" sz="2800" dirty="0">
                <a:solidFill>
                  <a:srgbClr val="F4F7FB"/>
                </a:solidFill>
                <a:latin typeface="Poppins" panose="00000500000000000000" pitchFamily="2" charset="0"/>
                <a:ea typeface="Aptos" pitchFamily="34" charset="-122"/>
                <a:cs typeface="Poppins" panose="00000500000000000000" pitchFamily="2" charset="0"/>
              </a:rPr>
              <a:t>◎</a:t>
            </a:r>
            <a:endParaRPr lang="en-US" sz="2800" dirty="0">
              <a:latin typeface="Poppins" panose="00000500000000000000" pitchFamily="2" charset="0"/>
              <a:cs typeface="Poppins" panose="00000500000000000000" pitchFamily="2" charset="0"/>
            </a:endParaRPr>
          </a:p>
        </p:txBody>
      </p:sp>
      <p:sp>
        <p:nvSpPr>
          <p:cNvPr id="18" name="Text 16">
            <a:extLst>
              <a:ext uri="{FF2B5EF4-FFF2-40B4-BE49-F238E27FC236}">
                <a16:creationId xmlns:a16="http://schemas.microsoft.com/office/drawing/2014/main" id="{C7329947-6240-0CB8-A126-DEFBBA488E2D}"/>
              </a:ext>
            </a:extLst>
          </p:cNvPr>
          <p:cNvSpPr/>
          <p:nvPr/>
        </p:nvSpPr>
        <p:spPr>
          <a:xfrm>
            <a:off x="4370832" y="3198950"/>
            <a:ext cx="996696" cy="274320"/>
          </a:xfrm>
          <a:prstGeom prst="rect">
            <a:avLst/>
          </a:prstGeom>
          <a:noFill/>
          <a:ln/>
        </p:spPr>
        <p:txBody>
          <a:bodyPr wrap="square" lIns="254" tIns="254" rIns="254" bIns="254" rtlCol="0" anchor="ctr">
            <a:normAutofit/>
          </a:bodyPr>
          <a:lstStyle/>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USER</a:t>
            </a:r>
            <a:endParaRPr lang="en-US" sz="1200" dirty="0">
              <a:latin typeface="Poppins" panose="00000500000000000000" pitchFamily="2" charset="0"/>
              <a:cs typeface="Poppins" panose="00000500000000000000" pitchFamily="2" charset="0"/>
            </a:endParaRPr>
          </a:p>
        </p:txBody>
      </p:sp>
      <p:sp>
        <p:nvSpPr>
          <p:cNvPr id="19" name="Shape 17">
            <a:extLst>
              <a:ext uri="{FF2B5EF4-FFF2-40B4-BE49-F238E27FC236}">
                <a16:creationId xmlns:a16="http://schemas.microsoft.com/office/drawing/2014/main" id="{62587465-B01F-721D-5696-0623CA835306}"/>
              </a:ext>
            </a:extLst>
          </p:cNvPr>
          <p:cNvSpPr/>
          <p:nvPr/>
        </p:nvSpPr>
        <p:spPr>
          <a:xfrm>
            <a:off x="5715000" y="2286000"/>
            <a:ext cx="1143000" cy="1508760"/>
          </a:xfrm>
          <a:prstGeom prst="roundRect">
            <a:avLst>
              <a:gd name="adj" fmla="val 20000"/>
            </a:avLst>
          </a:prstGeom>
          <a:solidFill>
            <a:srgbClr val="061B32">
              <a:alpha val="87000"/>
            </a:srgbClr>
          </a:solidFill>
          <a:ln w="16510">
            <a:solidFill>
              <a:srgbClr val="A6E048"/>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0" name="Text 18">
            <a:extLst>
              <a:ext uri="{FF2B5EF4-FFF2-40B4-BE49-F238E27FC236}">
                <a16:creationId xmlns:a16="http://schemas.microsoft.com/office/drawing/2014/main" id="{647E1C89-34B3-CBA8-3DBD-030B46E4FE6C}"/>
              </a:ext>
            </a:extLst>
          </p:cNvPr>
          <p:cNvSpPr/>
          <p:nvPr/>
        </p:nvSpPr>
        <p:spPr>
          <a:xfrm>
            <a:off x="5806440" y="2660614"/>
            <a:ext cx="960120" cy="310896"/>
          </a:xfrm>
          <a:prstGeom prst="rect">
            <a:avLst/>
          </a:prstGeom>
          <a:noFill/>
          <a:ln/>
        </p:spPr>
        <p:txBody>
          <a:bodyPr wrap="square" lIns="0" tIns="0" rIns="0" bIns="0" rtlCol="0" anchor="ctr"/>
          <a:lstStyle/>
          <a:p>
            <a:pPr marL="0" indent="0" algn="ctr">
              <a:buNone/>
            </a:pPr>
            <a:r>
              <a:rPr lang="en-US" sz="2800" dirty="0">
                <a:solidFill>
                  <a:srgbClr val="F4F7FB"/>
                </a:solidFill>
                <a:latin typeface="Poppins" panose="00000500000000000000" pitchFamily="2" charset="0"/>
                <a:ea typeface="Aptos" pitchFamily="34" charset="-122"/>
                <a:cs typeface="Poppins" panose="00000500000000000000" pitchFamily="2" charset="0"/>
              </a:rPr>
              <a:t>▣</a:t>
            </a:r>
            <a:endParaRPr lang="en-US" sz="2800" dirty="0">
              <a:latin typeface="Poppins" panose="00000500000000000000" pitchFamily="2" charset="0"/>
              <a:cs typeface="Poppins" panose="00000500000000000000" pitchFamily="2" charset="0"/>
            </a:endParaRPr>
          </a:p>
        </p:txBody>
      </p:sp>
      <p:sp>
        <p:nvSpPr>
          <p:cNvPr id="21" name="Text 19">
            <a:extLst>
              <a:ext uri="{FF2B5EF4-FFF2-40B4-BE49-F238E27FC236}">
                <a16:creationId xmlns:a16="http://schemas.microsoft.com/office/drawing/2014/main" id="{27426029-E7B6-0104-E93E-55141CEC9E78}"/>
              </a:ext>
            </a:extLst>
          </p:cNvPr>
          <p:cNvSpPr/>
          <p:nvPr/>
        </p:nvSpPr>
        <p:spPr>
          <a:xfrm>
            <a:off x="5788152" y="3198950"/>
            <a:ext cx="996696" cy="274320"/>
          </a:xfrm>
          <a:prstGeom prst="rect">
            <a:avLst/>
          </a:prstGeom>
          <a:noFill/>
          <a:ln/>
        </p:spPr>
        <p:txBody>
          <a:bodyPr wrap="square" lIns="254" tIns="254" rIns="254" bIns="254" rtlCol="0" anchor="ctr">
            <a:noAutofit/>
          </a:bodyPr>
          <a:lstStyle/>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EDUEXO</a:t>
            </a:r>
            <a:endParaRPr lang="en-US" sz="1200" dirty="0">
              <a:latin typeface="Poppins" panose="00000500000000000000" pitchFamily="2" charset="0"/>
              <a:cs typeface="Poppins" panose="00000500000000000000" pitchFamily="2" charset="0"/>
            </a:endParaRPr>
          </a:p>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PRO</a:t>
            </a:r>
            <a:endParaRPr lang="en-US" sz="1200" dirty="0">
              <a:latin typeface="Poppins" panose="00000500000000000000" pitchFamily="2" charset="0"/>
              <a:cs typeface="Poppins" panose="00000500000000000000" pitchFamily="2" charset="0"/>
            </a:endParaRPr>
          </a:p>
        </p:txBody>
      </p:sp>
      <p:sp>
        <p:nvSpPr>
          <p:cNvPr id="22" name="Shape 20">
            <a:extLst>
              <a:ext uri="{FF2B5EF4-FFF2-40B4-BE49-F238E27FC236}">
                <a16:creationId xmlns:a16="http://schemas.microsoft.com/office/drawing/2014/main" id="{819CF5F2-734F-30FC-C45C-1540CC57FDF2}"/>
              </a:ext>
            </a:extLst>
          </p:cNvPr>
          <p:cNvSpPr/>
          <p:nvPr/>
        </p:nvSpPr>
        <p:spPr>
          <a:xfrm>
            <a:off x="7132320" y="2286000"/>
            <a:ext cx="1143000" cy="1508760"/>
          </a:xfrm>
          <a:prstGeom prst="roundRect">
            <a:avLst>
              <a:gd name="adj" fmla="val 20000"/>
            </a:avLst>
          </a:prstGeom>
          <a:solidFill>
            <a:srgbClr val="061B32">
              <a:alpha val="87000"/>
            </a:srgbClr>
          </a:solidFill>
          <a:ln w="16510">
            <a:solidFill>
              <a:srgbClr val="FFC400"/>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3" name="Text 21">
            <a:extLst>
              <a:ext uri="{FF2B5EF4-FFF2-40B4-BE49-F238E27FC236}">
                <a16:creationId xmlns:a16="http://schemas.microsoft.com/office/drawing/2014/main" id="{1B223755-438D-93F8-A42B-E741940681E3}"/>
              </a:ext>
            </a:extLst>
          </p:cNvPr>
          <p:cNvSpPr/>
          <p:nvPr/>
        </p:nvSpPr>
        <p:spPr>
          <a:xfrm>
            <a:off x="7223760" y="2660614"/>
            <a:ext cx="960120" cy="310896"/>
          </a:xfrm>
          <a:prstGeom prst="rect">
            <a:avLst/>
          </a:prstGeom>
          <a:noFill/>
          <a:ln/>
        </p:spPr>
        <p:txBody>
          <a:bodyPr wrap="square" lIns="0" tIns="0" rIns="0" bIns="0" rtlCol="0" anchor="ctr"/>
          <a:lstStyle/>
          <a:p>
            <a:pPr marL="0" indent="0" algn="ctr">
              <a:buNone/>
            </a:pPr>
            <a:r>
              <a:rPr lang="en-US" sz="2800" dirty="0">
                <a:solidFill>
                  <a:srgbClr val="F4F7FB"/>
                </a:solidFill>
                <a:latin typeface="Poppins" panose="00000500000000000000" pitchFamily="2" charset="0"/>
                <a:ea typeface="Aptos" pitchFamily="34" charset="-122"/>
                <a:cs typeface="Poppins" panose="00000500000000000000" pitchFamily="2" charset="0"/>
              </a:rPr>
              <a:t>▥</a:t>
            </a:r>
            <a:endParaRPr lang="en-US" sz="2800" dirty="0">
              <a:latin typeface="Poppins" panose="00000500000000000000" pitchFamily="2" charset="0"/>
              <a:cs typeface="Poppins" panose="00000500000000000000" pitchFamily="2" charset="0"/>
            </a:endParaRPr>
          </a:p>
        </p:txBody>
      </p:sp>
      <p:sp>
        <p:nvSpPr>
          <p:cNvPr id="24" name="Text 22">
            <a:extLst>
              <a:ext uri="{FF2B5EF4-FFF2-40B4-BE49-F238E27FC236}">
                <a16:creationId xmlns:a16="http://schemas.microsoft.com/office/drawing/2014/main" id="{60574922-993E-3F01-98FA-70F3DC0E9864}"/>
              </a:ext>
            </a:extLst>
          </p:cNvPr>
          <p:cNvSpPr/>
          <p:nvPr/>
        </p:nvSpPr>
        <p:spPr>
          <a:xfrm>
            <a:off x="7205472" y="3198950"/>
            <a:ext cx="996696" cy="274320"/>
          </a:xfrm>
          <a:prstGeom prst="rect">
            <a:avLst/>
          </a:prstGeom>
          <a:noFill/>
          <a:ln/>
        </p:spPr>
        <p:txBody>
          <a:bodyPr wrap="square" lIns="254" tIns="254" rIns="254" bIns="254" rtlCol="0" anchor="ctr">
            <a:normAutofit/>
          </a:bodyPr>
          <a:lstStyle/>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ARDUINO</a:t>
            </a:r>
            <a:endParaRPr lang="en-US" sz="1200" dirty="0">
              <a:latin typeface="Poppins" panose="00000500000000000000" pitchFamily="2" charset="0"/>
              <a:cs typeface="Poppins" panose="00000500000000000000" pitchFamily="2" charset="0"/>
            </a:endParaRPr>
          </a:p>
        </p:txBody>
      </p:sp>
      <p:sp>
        <p:nvSpPr>
          <p:cNvPr id="25" name="Shape 23">
            <a:extLst>
              <a:ext uri="{FF2B5EF4-FFF2-40B4-BE49-F238E27FC236}">
                <a16:creationId xmlns:a16="http://schemas.microsoft.com/office/drawing/2014/main" id="{0FB9E816-86CE-167C-0082-BF08636FD7DD}"/>
              </a:ext>
            </a:extLst>
          </p:cNvPr>
          <p:cNvSpPr/>
          <p:nvPr/>
        </p:nvSpPr>
        <p:spPr>
          <a:xfrm>
            <a:off x="8549640" y="2286000"/>
            <a:ext cx="1600200" cy="1508760"/>
          </a:xfrm>
          <a:prstGeom prst="roundRect">
            <a:avLst>
              <a:gd name="adj" fmla="val 20000"/>
            </a:avLst>
          </a:prstGeom>
          <a:solidFill>
            <a:srgbClr val="061B32">
              <a:alpha val="87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6" name="Text 24">
            <a:extLst>
              <a:ext uri="{FF2B5EF4-FFF2-40B4-BE49-F238E27FC236}">
                <a16:creationId xmlns:a16="http://schemas.microsoft.com/office/drawing/2014/main" id="{D74DBA77-5B7E-1FDB-09D4-8E2805BD6A59}"/>
              </a:ext>
            </a:extLst>
          </p:cNvPr>
          <p:cNvSpPr/>
          <p:nvPr/>
        </p:nvSpPr>
        <p:spPr>
          <a:xfrm>
            <a:off x="8641080" y="2660614"/>
            <a:ext cx="1417320" cy="310896"/>
          </a:xfrm>
          <a:prstGeom prst="rect">
            <a:avLst/>
          </a:prstGeom>
          <a:noFill/>
          <a:ln/>
        </p:spPr>
        <p:txBody>
          <a:bodyPr wrap="square" lIns="0" tIns="0" rIns="0" bIns="0" rtlCol="0" anchor="ctr"/>
          <a:lstStyle/>
          <a:p>
            <a:pPr marL="0" indent="0" algn="ctr">
              <a:buNone/>
            </a:pPr>
            <a:r>
              <a:rPr lang="en-US" sz="2800" dirty="0">
                <a:solidFill>
                  <a:srgbClr val="F4F7FB"/>
                </a:solidFill>
                <a:latin typeface="Poppins" panose="00000500000000000000" pitchFamily="2" charset="0"/>
                <a:ea typeface="Aptos" pitchFamily="34" charset="-122"/>
                <a:cs typeface="Poppins" panose="00000500000000000000" pitchFamily="2" charset="0"/>
              </a:rPr>
              <a:t>▤</a:t>
            </a:r>
            <a:endParaRPr lang="en-US" sz="2800" dirty="0">
              <a:latin typeface="Poppins" panose="00000500000000000000" pitchFamily="2" charset="0"/>
              <a:cs typeface="Poppins" panose="00000500000000000000" pitchFamily="2" charset="0"/>
            </a:endParaRPr>
          </a:p>
        </p:txBody>
      </p:sp>
      <p:sp>
        <p:nvSpPr>
          <p:cNvPr id="27" name="Text 25">
            <a:extLst>
              <a:ext uri="{FF2B5EF4-FFF2-40B4-BE49-F238E27FC236}">
                <a16:creationId xmlns:a16="http://schemas.microsoft.com/office/drawing/2014/main" id="{1956DB86-7A84-16CA-D1BE-00128B67547E}"/>
              </a:ext>
            </a:extLst>
          </p:cNvPr>
          <p:cNvSpPr/>
          <p:nvPr/>
        </p:nvSpPr>
        <p:spPr>
          <a:xfrm>
            <a:off x="8622792" y="3198950"/>
            <a:ext cx="1453896" cy="274320"/>
          </a:xfrm>
          <a:prstGeom prst="rect">
            <a:avLst/>
          </a:prstGeom>
          <a:noFill/>
          <a:ln/>
        </p:spPr>
        <p:txBody>
          <a:bodyPr wrap="square" lIns="254" tIns="254" rIns="254" bIns="254" rtlCol="0" anchor="ctr">
            <a:noAutofit/>
          </a:bodyPr>
          <a:lstStyle/>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UNITY</a:t>
            </a:r>
            <a:endParaRPr lang="en-US" sz="1200" dirty="0">
              <a:latin typeface="Poppins" panose="00000500000000000000" pitchFamily="2" charset="0"/>
              <a:cs typeface="Poppins" panose="00000500000000000000" pitchFamily="2" charset="0"/>
            </a:endParaRPr>
          </a:p>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BRICK BREAKER</a:t>
            </a:r>
            <a:endParaRPr lang="en-US" sz="1200" dirty="0">
              <a:latin typeface="Poppins" panose="00000500000000000000" pitchFamily="2" charset="0"/>
              <a:cs typeface="Poppins" panose="00000500000000000000" pitchFamily="2" charset="0"/>
            </a:endParaRPr>
          </a:p>
        </p:txBody>
      </p:sp>
      <p:sp>
        <p:nvSpPr>
          <p:cNvPr id="28" name="Shape 26">
            <a:extLst>
              <a:ext uri="{FF2B5EF4-FFF2-40B4-BE49-F238E27FC236}">
                <a16:creationId xmlns:a16="http://schemas.microsoft.com/office/drawing/2014/main" id="{D3471E60-B863-E65A-7480-7E7FCBE88CF4}"/>
              </a:ext>
            </a:extLst>
          </p:cNvPr>
          <p:cNvSpPr/>
          <p:nvPr/>
        </p:nvSpPr>
        <p:spPr>
          <a:xfrm>
            <a:off x="5440680" y="3085738"/>
            <a:ext cx="274320" cy="0"/>
          </a:xfrm>
          <a:prstGeom prst="line">
            <a:avLst/>
          </a:prstGeom>
          <a:noFill/>
          <a:ln w="57150">
            <a:solidFill>
              <a:srgbClr val="22C7F3"/>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29" name="Shape 27">
            <a:extLst>
              <a:ext uri="{FF2B5EF4-FFF2-40B4-BE49-F238E27FC236}">
                <a16:creationId xmlns:a16="http://schemas.microsoft.com/office/drawing/2014/main" id="{75950AEC-0A78-4F8B-F31F-DA2E9D389CFC}"/>
              </a:ext>
            </a:extLst>
          </p:cNvPr>
          <p:cNvSpPr/>
          <p:nvPr/>
        </p:nvSpPr>
        <p:spPr>
          <a:xfrm>
            <a:off x="6858000" y="3085738"/>
            <a:ext cx="274320" cy="0"/>
          </a:xfrm>
          <a:prstGeom prst="line">
            <a:avLst/>
          </a:prstGeom>
          <a:noFill/>
          <a:ln w="57150">
            <a:solidFill>
              <a:srgbClr val="A6E048"/>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0" name="Shape 28">
            <a:extLst>
              <a:ext uri="{FF2B5EF4-FFF2-40B4-BE49-F238E27FC236}">
                <a16:creationId xmlns:a16="http://schemas.microsoft.com/office/drawing/2014/main" id="{C211E829-5273-A814-2712-1F4851C748FB}"/>
              </a:ext>
            </a:extLst>
          </p:cNvPr>
          <p:cNvSpPr/>
          <p:nvPr/>
        </p:nvSpPr>
        <p:spPr>
          <a:xfrm>
            <a:off x="8275320" y="3085738"/>
            <a:ext cx="274320" cy="0"/>
          </a:xfrm>
          <a:prstGeom prst="line">
            <a:avLst/>
          </a:prstGeom>
          <a:noFill/>
          <a:ln w="57150">
            <a:solidFill>
              <a:srgbClr val="FFC400"/>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1" name="Shape 29">
            <a:extLst>
              <a:ext uri="{FF2B5EF4-FFF2-40B4-BE49-F238E27FC236}">
                <a16:creationId xmlns:a16="http://schemas.microsoft.com/office/drawing/2014/main" id="{5329DD7F-486C-37F4-8ACB-E94D0948629D}"/>
              </a:ext>
            </a:extLst>
          </p:cNvPr>
          <p:cNvSpPr/>
          <p:nvPr/>
        </p:nvSpPr>
        <p:spPr>
          <a:xfrm flipV="1">
            <a:off x="8172094" y="3429000"/>
            <a:ext cx="0" cy="509595"/>
          </a:xfrm>
          <a:prstGeom prst="line">
            <a:avLst/>
          </a:prstGeom>
          <a:noFill/>
          <a:ln w="19050">
            <a:solidFill>
              <a:srgbClr val="F66DD5"/>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2" name="Text 30">
            <a:extLst>
              <a:ext uri="{FF2B5EF4-FFF2-40B4-BE49-F238E27FC236}">
                <a16:creationId xmlns:a16="http://schemas.microsoft.com/office/drawing/2014/main" id="{ECCBD634-55C9-378C-1E30-6E03CF1394E8}"/>
              </a:ext>
            </a:extLst>
          </p:cNvPr>
          <p:cNvSpPr/>
          <p:nvPr/>
        </p:nvSpPr>
        <p:spPr>
          <a:xfrm>
            <a:off x="7452360" y="4041648"/>
            <a:ext cx="1280160" cy="201168"/>
          </a:xfrm>
          <a:prstGeom prst="rect">
            <a:avLst/>
          </a:prstGeom>
          <a:noFill/>
          <a:ln/>
        </p:spPr>
        <p:txBody>
          <a:bodyPr wrap="square" lIns="0" tIns="0" rIns="0" bIns="0" rtlCol="0" anchor="ctr"/>
          <a:lstStyle/>
          <a:p>
            <a:pPr marL="0" indent="0" algn="ctr">
              <a:buNone/>
            </a:pPr>
            <a:r>
              <a:rPr lang="en-US" sz="1400" b="1" dirty="0">
                <a:solidFill>
                  <a:srgbClr val="F66DD5"/>
                </a:solidFill>
                <a:latin typeface="Poppins" panose="00000500000000000000" pitchFamily="2" charset="0"/>
                <a:ea typeface="Aptos" pitchFamily="34" charset="-122"/>
                <a:cs typeface="Poppins" panose="00000500000000000000" pitchFamily="2" charset="0"/>
              </a:rPr>
              <a:t>target + assist level</a:t>
            </a:r>
            <a:endParaRPr lang="en-US" sz="1400" b="1" dirty="0">
              <a:latin typeface="Poppins" panose="00000500000000000000" pitchFamily="2" charset="0"/>
              <a:cs typeface="Poppins" panose="00000500000000000000" pitchFamily="2" charset="0"/>
            </a:endParaRPr>
          </a:p>
        </p:txBody>
      </p:sp>
      <p:sp>
        <p:nvSpPr>
          <p:cNvPr id="33" name="Shape 31">
            <a:extLst>
              <a:ext uri="{FF2B5EF4-FFF2-40B4-BE49-F238E27FC236}">
                <a16:creationId xmlns:a16="http://schemas.microsoft.com/office/drawing/2014/main" id="{6BBE76CF-B448-2F02-F57C-3D4477558AB9}"/>
              </a:ext>
            </a:extLst>
          </p:cNvPr>
          <p:cNvSpPr/>
          <p:nvPr/>
        </p:nvSpPr>
        <p:spPr>
          <a:xfrm>
            <a:off x="4251960" y="4434840"/>
            <a:ext cx="5989320" cy="1508760"/>
          </a:xfrm>
          <a:prstGeom prst="roundRect">
            <a:avLst>
              <a:gd name="adj" fmla="val 15000"/>
            </a:avLst>
          </a:prstGeom>
          <a:solidFill>
            <a:srgbClr val="061B32">
              <a:alpha val="87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34" name="Text 32">
            <a:extLst>
              <a:ext uri="{FF2B5EF4-FFF2-40B4-BE49-F238E27FC236}">
                <a16:creationId xmlns:a16="http://schemas.microsoft.com/office/drawing/2014/main" id="{E8CDE2BC-C834-283C-20F9-F976E1AFBC56}"/>
              </a:ext>
            </a:extLst>
          </p:cNvPr>
          <p:cNvSpPr/>
          <p:nvPr/>
        </p:nvSpPr>
        <p:spPr>
          <a:xfrm>
            <a:off x="4526280" y="4626864"/>
            <a:ext cx="3394710" cy="448056"/>
          </a:xfrm>
          <a:prstGeom prst="rect">
            <a:avLst/>
          </a:prstGeom>
          <a:noFill/>
          <a:ln/>
        </p:spPr>
        <p:txBody>
          <a:bodyPr wrap="square" lIns="0" tIns="0" rIns="0" bIns="0" rtlCol="0" anchor="ctr"/>
          <a:lstStyle/>
          <a:p>
            <a:pPr marL="0" indent="0">
              <a:buNone/>
            </a:pPr>
            <a:r>
              <a:rPr lang="en-US" sz="2000" b="1" dirty="0">
                <a:solidFill>
                  <a:srgbClr val="22C7F3"/>
                </a:solidFill>
                <a:latin typeface="Poppins" panose="00000500000000000000" pitchFamily="2" charset="0"/>
                <a:ea typeface="Arial Narrow" pitchFamily="34" charset="-122"/>
                <a:cs typeface="Poppins" panose="00000500000000000000" pitchFamily="2" charset="0"/>
              </a:rPr>
              <a:t>Last semester result</a:t>
            </a:r>
            <a:endParaRPr lang="en-US" sz="2000" dirty="0">
              <a:solidFill>
                <a:srgbClr val="22C7F3"/>
              </a:solidFill>
              <a:latin typeface="Poppins" panose="00000500000000000000" pitchFamily="2" charset="0"/>
              <a:cs typeface="Poppins" panose="00000500000000000000" pitchFamily="2" charset="0"/>
            </a:endParaRPr>
          </a:p>
        </p:txBody>
      </p:sp>
      <p:sp>
        <p:nvSpPr>
          <p:cNvPr id="35" name="Text 33">
            <a:extLst>
              <a:ext uri="{FF2B5EF4-FFF2-40B4-BE49-F238E27FC236}">
                <a16:creationId xmlns:a16="http://schemas.microsoft.com/office/drawing/2014/main" id="{2DBBCECF-7E97-D769-86B2-D98F68A9A4FD}"/>
              </a:ext>
            </a:extLst>
          </p:cNvPr>
          <p:cNvSpPr/>
          <p:nvPr/>
        </p:nvSpPr>
        <p:spPr>
          <a:xfrm>
            <a:off x="4526280" y="5029200"/>
            <a:ext cx="5212080" cy="731520"/>
          </a:xfrm>
          <a:prstGeom prst="rect">
            <a:avLst/>
          </a:prstGeom>
          <a:noFill/>
          <a:ln/>
        </p:spPr>
        <p:txBody>
          <a:bodyPr wrap="square" lIns="0" tIns="0" rIns="0" bIns="0" rtlCol="0" anchor="ctr"/>
          <a:lstStyle/>
          <a:p>
            <a:r>
              <a:rPr lang="en-US" sz="1500">
                <a:solidFill>
                  <a:srgbClr val="F4F7FB"/>
                </a:solidFill>
                <a:latin typeface="Poppins" panose="00000500000000000000" pitchFamily="2" charset="0"/>
                <a:ea typeface="Aptos" pitchFamily="34" charset="-122"/>
                <a:cs typeface="Poppins" panose="00000500000000000000" pitchFamily="2" charset="0"/>
              </a:rPr>
              <a:t>A functional game–exo interaction was implemented:</a:t>
            </a:r>
          </a:p>
          <a:p>
            <a:r>
              <a:rPr lang="en-US" sz="1500">
                <a:solidFill>
                  <a:srgbClr val="F4F7FB"/>
                </a:solidFill>
                <a:latin typeface="Poppins" panose="00000500000000000000" pitchFamily="2" charset="0"/>
                <a:ea typeface="Aptos" pitchFamily="34" charset="-122"/>
                <a:cs typeface="Poppins" panose="00000500000000000000" pitchFamily="2" charset="0"/>
              </a:rPr>
              <a:t>the user controlled the paddle with elbow motion and received assistance when far from the target.</a:t>
            </a:r>
            <a:endParaRPr lang="en-US" sz="15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203146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 name="Text 6"/>
          <p:cNvSpPr/>
          <p:nvPr/>
        </p:nvSpPr>
        <p:spPr>
          <a:xfrm>
            <a:off x="10543032" y="329184"/>
            <a:ext cx="292608" cy="228600"/>
          </a:xfrm>
          <a:prstGeom prst="rect">
            <a:avLst/>
          </a:prstGeom>
          <a:noFill/>
          <a:ln/>
        </p:spPr>
        <p:txBody>
          <a:bodyPr wrap="square" lIns="0" tIns="0" rIns="0" bIns="0" rtlCol="0" anchor="ctr"/>
          <a:lstStyle/>
          <a:p>
            <a:pPr marL="0" indent="0" algn="ctr">
              <a:buNone/>
            </a:pPr>
            <a:r>
              <a:rPr lang="en-US" sz="1400" dirty="0">
                <a:solidFill>
                  <a:srgbClr val="F4F7FB"/>
                </a:solidFill>
                <a:latin typeface="Poppins" panose="00000500000000000000" pitchFamily="2" charset="0"/>
                <a:ea typeface="Aptos" pitchFamily="34" charset="-122"/>
                <a:cs typeface="Poppins" panose="00000500000000000000" pitchFamily="2" charset="0"/>
              </a:rPr>
              <a:t>✦</a:t>
            </a:r>
            <a:endParaRPr lang="en-US" sz="1400" dirty="0">
              <a:latin typeface="Poppins" panose="00000500000000000000" pitchFamily="2" charset="0"/>
              <a:cs typeface="Poppins" panose="00000500000000000000" pitchFamily="2" charset="0"/>
            </a:endParaRPr>
          </a:p>
        </p:txBody>
      </p:sp>
      <p:sp>
        <p:nvSpPr>
          <p:cNvPr id="11" name="Text 9"/>
          <p:cNvSpPr/>
          <p:nvPr/>
        </p:nvSpPr>
        <p:spPr>
          <a:xfrm>
            <a:off x="1417320" y="310896"/>
            <a:ext cx="9509760" cy="594360"/>
          </a:xfrm>
          <a:prstGeom prst="rect">
            <a:avLst/>
          </a:prstGeom>
          <a:noFill/>
          <a:ln/>
        </p:spPr>
        <p:txBody>
          <a:bodyPr wrap="square" lIns="0" tIns="0" rIns="0" bIns="0" rtlCol="0" anchor="ctr">
            <a:normAutofit/>
          </a:bodyPr>
          <a:lstStyle/>
          <a:p>
            <a:pPr marL="0" indent="0">
              <a:buNone/>
            </a:pPr>
            <a:r>
              <a:rPr lang="en-US" sz="3700" b="1" dirty="0">
                <a:solidFill>
                  <a:srgbClr val="0D2338"/>
                </a:solidFill>
                <a:latin typeface="Poppins" panose="00000500000000000000" pitchFamily="2" charset="0"/>
                <a:ea typeface="Arial Narrow" pitchFamily="34" charset="-122"/>
                <a:cs typeface="Poppins" panose="00000500000000000000" pitchFamily="2" charset="0"/>
              </a:rPr>
              <a:t>INITIAL SYSTEM ARCHITECTURE</a:t>
            </a:r>
            <a:endParaRPr lang="en-US" sz="3700" dirty="0">
              <a:solidFill>
                <a:srgbClr val="0D2338"/>
              </a:solidFill>
              <a:latin typeface="Poppins" panose="00000500000000000000" pitchFamily="2" charset="0"/>
              <a:cs typeface="Poppins" panose="00000500000000000000" pitchFamily="2" charset="0"/>
            </a:endParaRPr>
          </a:p>
        </p:txBody>
      </p:sp>
      <p:sp>
        <p:nvSpPr>
          <p:cNvPr id="12" name="Text 10"/>
          <p:cNvSpPr/>
          <p:nvPr/>
        </p:nvSpPr>
        <p:spPr>
          <a:xfrm>
            <a:off x="502920" y="987552"/>
            <a:ext cx="10241280" cy="292608"/>
          </a:xfrm>
          <a:prstGeom prst="rect">
            <a:avLst/>
          </a:prstGeom>
          <a:noFill/>
          <a:ln/>
        </p:spPr>
        <p:txBody>
          <a:bodyPr wrap="square" lIns="0" tIns="0" rIns="0" bIns="0" rtlCol="0" anchor="ctr"/>
          <a:lstStyle/>
          <a:p>
            <a:pPr marL="0" indent="0">
              <a:buNone/>
            </a:pPr>
            <a:r>
              <a:rPr lang="en-US" dirty="0">
                <a:solidFill>
                  <a:srgbClr val="0D2338"/>
                </a:solidFill>
                <a:latin typeface="Poppins" panose="00000500000000000000" pitchFamily="2" charset="0"/>
                <a:ea typeface="Aptos" pitchFamily="34" charset="-122"/>
                <a:cs typeface="Poppins" panose="00000500000000000000" pitchFamily="2" charset="0"/>
              </a:rPr>
              <a:t>Sensors, communication and game-control loop from the group implementation.</a:t>
            </a:r>
            <a:endParaRPr lang="en-US" dirty="0">
              <a:solidFill>
                <a:srgbClr val="0D2338"/>
              </a:solidFill>
              <a:latin typeface="Poppins" panose="00000500000000000000" pitchFamily="2" charset="0"/>
              <a:cs typeface="Poppins" panose="00000500000000000000" pitchFamily="2" charset="0"/>
            </a:endParaRPr>
          </a:p>
        </p:txBody>
      </p:sp>
      <p:sp>
        <p:nvSpPr>
          <p:cNvPr id="13" name="Shape 11"/>
          <p:cNvSpPr/>
          <p:nvPr/>
        </p:nvSpPr>
        <p:spPr>
          <a:xfrm>
            <a:off x="777240" y="1737359"/>
            <a:ext cx="1325880" cy="1097275"/>
          </a:xfrm>
          <a:prstGeom prst="roundRect">
            <a:avLst>
              <a:gd name="adj" fmla="val 18000"/>
            </a:avLst>
          </a:prstGeom>
          <a:solidFill>
            <a:srgbClr val="061B32">
              <a:alpha val="88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4" name="Text 12"/>
          <p:cNvSpPr/>
          <p:nvPr/>
        </p:nvSpPr>
        <p:spPr>
          <a:xfrm>
            <a:off x="868680" y="1938528"/>
            <a:ext cx="114300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15" name="Text 13"/>
          <p:cNvSpPr/>
          <p:nvPr/>
        </p:nvSpPr>
        <p:spPr>
          <a:xfrm>
            <a:off x="850392" y="2331720"/>
            <a:ext cx="1179576" cy="365760"/>
          </a:xfrm>
          <a:prstGeom prst="rect">
            <a:avLst/>
          </a:prstGeom>
          <a:noFill/>
          <a:ln/>
        </p:spPr>
        <p:txBody>
          <a:bodyPr wrap="square" lIns="254" tIns="254" rIns="254" bIns="254" rtlCol="0" anchor="ctr">
            <a:normAutofit fontScale="92500" lnSpcReduction="10000"/>
          </a:bodyPr>
          <a:lstStyle/>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FORCE</a:t>
            </a:r>
            <a:endParaRPr lang="en-US" sz="1400" dirty="0">
              <a:latin typeface="Poppins" panose="00000500000000000000" pitchFamily="2" charset="0"/>
              <a:cs typeface="Poppins" panose="00000500000000000000" pitchFamily="2" charset="0"/>
            </a:endParaRPr>
          </a:p>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SENSOR</a:t>
            </a:r>
            <a:endParaRPr lang="en-US" sz="1400" dirty="0">
              <a:latin typeface="Poppins" panose="00000500000000000000" pitchFamily="2" charset="0"/>
              <a:cs typeface="Poppins" panose="00000500000000000000" pitchFamily="2" charset="0"/>
            </a:endParaRPr>
          </a:p>
        </p:txBody>
      </p:sp>
      <p:sp>
        <p:nvSpPr>
          <p:cNvPr id="16" name="Shape 14"/>
          <p:cNvSpPr/>
          <p:nvPr/>
        </p:nvSpPr>
        <p:spPr>
          <a:xfrm>
            <a:off x="777240" y="3246119"/>
            <a:ext cx="1325880" cy="1097271"/>
          </a:xfrm>
          <a:prstGeom prst="roundRect">
            <a:avLst>
              <a:gd name="adj" fmla="val 18000"/>
            </a:avLst>
          </a:prstGeom>
          <a:solidFill>
            <a:srgbClr val="061B32">
              <a:alpha val="88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7" name="Text 15"/>
          <p:cNvSpPr/>
          <p:nvPr/>
        </p:nvSpPr>
        <p:spPr>
          <a:xfrm>
            <a:off x="868680" y="3355848"/>
            <a:ext cx="114300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18" name="Text 16"/>
          <p:cNvSpPr/>
          <p:nvPr/>
        </p:nvSpPr>
        <p:spPr>
          <a:xfrm>
            <a:off x="850392" y="3749040"/>
            <a:ext cx="1179576" cy="365760"/>
          </a:xfrm>
          <a:prstGeom prst="rect">
            <a:avLst/>
          </a:prstGeom>
          <a:noFill/>
          <a:ln/>
        </p:spPr>
        <p:txBody>
          <a:bodyPr wrap="square" lIns="254" tIns="254" rIns="254" bIns="254" rtlCol="0" anchor="ctr">
            <a:normAutofit fontScale="92500" lnSpcReduction="10000"/>
          </a:bodyPr>
          <a:lstStyle/>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ANGLE</a:t>
            </a:r>
            <a:endParaRPr lang="en-US" sz="1400" dirty="0">
              <a:latin typeface="Poppins" panose="00000500000000000000" pitchFamily="2" charset="0"/>
              <a:cs typeface="Poppins" panose="00000500000000000000" pitchFamily="2" charset="0"/>
            </a:endParaRPr>
          </a:p>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SENSOR</a:t>
            </a:r>
            <a:endParaRPr lang="en-US" sz="1400" dirty="0">
              <a:latin typeface="Poppins" panose="00000500000000000000" pitchFamily="2" charset="0"/>
              <a:cs typeface="Poppins" panose="00000500000000000000" pitchFamily="2" charset="0"/>
            </a:endParaRPr>
          </a:p>
        </p:txBody>
      </p:sp>
      <p:sp>
        <p:nvSpPr>
          <p:cNvPr id="19" name="Shape 17"/>
          <p:cNvSpPr/>
          <p:nvPr/>
        </p:nvSpPr>
        <p:spPr>
          <a:xfrm>
            <a:off x="2788920" y="2093976"/>
            <a:ext cx="1600200" cy="1335024"/>
          </a:xfrm>
          <a:prstGeom prst="roundRect">
            <a:avLst>
              <a:gd name="adj" fmla="val 18000"/>
            </a:avLst>
          </a:prstGeom>
          <a:solidFill>
            <a:srgbClr val="061B32">
              <a:alpha val="88000"/>
            </a:srgbClr>
          </a:solidFill>
          <a:ln w="16510">
            <a:solidFill>
              <a:srgbClr val="FFC400"/>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0" name="Text 18"/>
          <p:cNvSpPr/>
          <p:nvPr/>
        </p:nvSpPr>
        <p:spPr>
          <a:xfrm>
            <a:off x="2880360" y="2185416"/>
            <a:ext cx="1417320" cy="566928"/>
          </a:xfrm>
          <a:prstGeom prst="rect">
            <a:avLst/>
          </a:prstGeom>
          <a:noFill/>
          <a:ln/>
        </p:spPr>
        <p:txBody>
          <a:bodyPr wrap="square" lIns="0" tIns="0" rIns="0" bIns="0" rtlCol="0" anchor="ctr"/>
          <a:lstStyle/>
          <a:p>
            <a:pPr marL="0" indent="0" algn="ctr">
              <a:buNone/>
            </a:pPr>
            <a:r>
              <a:rPr lang="en-US" sz="2800" dirty="0">
                <a:solidFill>
                  <a:srgbClr val="F4F7FB"/>
                </a:solidFill>
                <a:latin typeface="Poppins" panose="00000500000000000000" pitchFamily="2" charset="0"/>
                <a:ea typeface="Aptos" pitchFamily="34" charset="-122"/>
                <a:cs typeface="Poppins" panose="00000500000000000000" pitchFamily="2" charset="0"/>
              </a:rPr>
              <a:t>▥</a:t>
            </a:r>
            <a:endParaRPr lang="en-US" sz="2800" dirty="0">
              <a:latin typeface="Poppins" panose="00000500000000000000" pitchFamily="2" charset="0"/>
              <a:cs typeface="Poppins" panose="00000500000000000000" pitchFamily="2" charset="0"/>
            </a:endParaRPr>
          </a:p>
        </p:txBody>
      </p:sp>
      <p:sp>
        <p:nvSpPr>
          <p:cNvPr id="21" name="Text 19"/>
          <p:cNvSpPr/>
          <p:nvPr/>
        </p:nvSpPr>
        <p:spPr>
          <a:xfrm>
            <a:off x="2862072" y="2779776"/>
            <a:ext cx="1453896" cy="603504"/>
          </a:xfrm>
          <a:prstGeom prst="rect">
            <a:avLst/>
          </a:prstGeom>
          <a:noFill/>
          <a:ln/>
        </p:spPr>
        <p:txBody>
          <a:bodyPr wrap="square" lIns="254" tIns="254" rIns="254" bIns="254" rtlCol="0" anchor="ctr">
            <a:normAutofit/>
          </a:bodyPr>
          <a:lstStyle/>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ARDUINO</a:t>
            </a:r>
            <a:endParaRPr lang="en-US" sz="1400" dirty="0">
              <a:latin typeface="Poppins" panose="00000500000000000000" pitchFamily="2" charset="0"/>
              <a:cs typeface="Poppins" panose="00000500000000000000" pitchFamily="2" charset="0"/>
            </a:endParaRPr>
          </a:p>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NANO 33 IoT</a:t>
            </a:r>
            <a:endParaRPr lang="en-US" sz="1400" dirty="0">
              <a:latin typeface="Poppins" panose="00000500000000000000" pitchFamily="2" charset="0"/>
              <a:cs typeface="Poppins" panose="00000500000000000000" pitchFamily="2" charset="0"/>
            </a:endParaRPr>
          </a:p>
        </p:txBody>
      </p:sp>
      <p:sp>
        <p:nvSpPr>
          <p:cNvPr id="22" name="Shape 20"/>
          <p:cNvSpPr/>
          <p:nvPr/>
        </p:nvSpPr>
        <p:spPr>
          <a:xfrm>
            <a:off x="5029200" y="2093976"/>
            <a:ext cx="1325880" cy="1335024"/>
          </a:xfrm>
          <a:prstGeom prst="roundRect">
            <a:avLst>
              <a:gd name="adj" fmla="val 18000"/>
            </a:avLst>
          </a:prstGeom>
          <a:solidFill>
            <a:srgbClr val="061B32">
              <a:alpha val="88000"/>
            </a:srgbClr>
          </a:solidFill>
          <a:ln w="16510">
            <a:solidFill>
              <a:srgbClr val="A6E048"/>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3" name="Text 21"/>
          <p:cNvSpPr/>
          <p:nvPr/>
        </p:nvSpPr>
        <p:spPr>
          <a:xfrm>
            <a:off x="5120640" y="2185416"/>
            <a:ext cx="1143000" cy="566928"/>
          </a:xfrm>
          <a:prstGeom prst="rect">
            <a:avLst/>
          </a:prstGeom>
          <a:noFill/>
          <a:ln/>
        </p:spPr>
        <p:txBody>
          <a:bodyPr wrap="square" lIns="0" tIns="0" rIns="0" bIns="0" rtlCol="0" anchor="ctr"/>
          <a:lstStyle/>
          <a:p>
            <a:pPr marL="0" indent="0" algn="ctr">
              <a:buNone/>
            </a:pPr>
            <a:r>
              <a:rPr lang="en-US" sz="2800" dirty="0">
                <a:solidFill>
                  <a:srgbClr val="F4F7FB"/>
                </a:solidFill>
                <a:latin typeface="Poppins" panose="00000500000000000000" pitchFamily="2" charset="0"/>
                <a:ea typeface="Aptos" pitchFamily="34" charset="-122"/>
                <a:cs typeface="Poppins" panose="00000500000000000000" pitchFamily="2" charset="0"/>
              </a:rPr>
              <a:t>⇄</a:t>
            </a:r>
            <a:endParaRPr lang="en-US" sz="2800" dirty="0">
              <a:latin typeface="Poppins" panose="00000500000000000000" pitchFamily="2" charset="0"/>
              <a:cs typeface="Poppins" panose="00000500000000000000" pitchFamily="2" charset="0"/>
            </a:endParaRPr>
          </a:p>
        </p:txBody>
      </p:sp>
      <p:sp>
        <p:nvSpPr>
          <p:cNvPr id="24" name="Text 22"/>
          <p:cNvSpPr/>
          <p:nvPr/>
        </p:nvSpPr>
        <p:spPr>
          <a:xfrm>
            <a:off x="5102352" y="2779776"/>
            <a:ext cx="1179576" cy="603504"/>
          </a:xfrm>
          <a:prstGeom prst="rect">
            <a:avLst/>
          </a:prstGeom>
          <a:noFill/>
          <a:ln/>
        </p:spPr>
        <p:txBody>
          <a:bodyPr wrap="square" lIns="254" tIns="254" rIns="254" bIns="254" rtlCol="0" anchor="ctr">
            <a:normAutofit/>
          </a:bodyPr>
          <a:lstStyle/>
          <a:p>
            <a:pPr marL="0" indent="0" algn="ctr">
              <a:buNone/>
            </a:pPr>
            <a:r>
              <a:rPr lang="en-US" sz="1400" b="1" dirty="0" err="1">
                <a:solidFill>
                  <a:srgbClr val="F4F7FB"/>
                </a:solidFill>
                <a:latin typeface="Poppins" panose="00000500000000000000" pitchFamily="2" charset="0"/>
                <a:ea typeface="Aptos" pitchFamily="34" charset="-122"/>
                <a:cs typeface="Poppins" panose="00000500000000000000" pitchFamily="2" charset="0"/>
              </a:rPr>
              <a:t>WiFi</a:t>
            </a:r>
            <a:r>
              <a:rPr lang="en-US" sz="1400" b="1" dirty="0">
                <a:solidFill>
                  <a:srgbClr val="F4F7FB"/>
                </a:solidFill>
                <a:latin typeface="Poppins" panose="00000500000000000000" pitchFamily="2" charset="0"/>
                <a:ea typeface="Aptos" pitchFamily="34" charset="-122"/>
                <a:cs typeface="Poppins" panose="00000500000000000000" pitchFamily="2" charset="0"/>
              </a:rPr>
              <a:t> </a:t>
            </a:r>
          </a:p>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UDP</a:t>
            </a:r>
            <a:endParaRPr lang="en-US" sz="1400" dirty="0">
              <a:latin typeface="Poppins" panose="00000500000000000000" pitchFamily="2" charset="0"/>
              <a:cs typeface="Poppins" panose="00000500000000000000" pitchFamily="2" charset="0"/>
            </a:endParaRPr>
          </a:p>
        </p:txBody>
      </p:sp>
      <p:sp>
        <p:nvSpPr>
          <p:cNvPr id="25" name="Shape 23"/>
          <p:cNvSpPr/>
          <p:nvPr/>
        </p:nvSpPr>
        <p:spPr>
          <a:xfrm>
            <a:off x="6995160" y="2093976"/>
            <a:ext cx="1508760" cy="1335024"/>
          </a:xfrm>
          <a:prstGeom prst="roundRect">
            <a:avLst>
              <a:gd name="adj" fmla="val 18000"/>
            </a:avLst>
          </a:prstGeom>
          <a:solidFill>
            <a:srgbClr val="061B32">
              <a:alpha val="88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6" name="Text 24"/>
          <p:cNvSpPr/>
          <p:nvPr/>
        </p:nvSpPr>
        <p:spPr>
          <a:xfrm>
            <a:off x="7086600" y="2185416"/>
            <a:ext cx="1325880" cy="566928"/>
          </a:xfrm>
          <a:prstGeom prst="rect">
            <a:avLst/>
          </a:prstGeom>
          <a:noFill/>
          <a:ln/>
        </p:spPr>
        <p:txBody>
          <a:bodyPr wrap="square" lIns="0" tIns="0" rIns="0" bIns="0" rtlCol="0" anchor="ctr"/>
          <a:lstStyle/>
          <a:p>
            <a:pPr marL="0" indent="0" algn="ctr">
              <a:buNone/>
            </a:pPr>
            <a:r>
              <a:rPr lang="en-US" sz="2800" dirty="0">
                <a:solidFill>
                  <a:srgbClr val="F4F7FB"/>
                </a:solidFill>
                <a:latin typeface="Poppins" panose="00000500000000000000" pitchFamily="2" charset="0"/>
                <a:ea typeface="Aptos" pitchFamily="34" charset="-122"/>
                <a:cs typeface="Poppins" panose="00000500000000000000" pitchFamily="2" charset="0"/>
              </a:rPr>
              <a:t>▤</a:t>
            </a:r>
            <a:endParaRPr lang="en-US" sz="2800" dirty="0">
              <a:latin typeface="Poppins" panose="00000500000000000000" pitchFamily="2" charset="0"/>
              <a:cs typeface="Poppins" panose="00000500000000000000" pitchFamily="2" charset="0"/>
            </a:endParaRPr>
          </a:p>
        </p:txBody>
      </p:sp>
      <p:sp>
        <p:nvSpPr>
          <p:cNvPr id="27" name="Text 25"/>
          <p:cNvSpPr/>
          <p:nvPr/>
        </p:nvSpPr>
        <p:spPr>
          <a:xfrm>
            <a:off x="7068312" y="2779776"/>
            <a:ext cx="1362456" cy="603504"/>
          </a:xfrm>
          <a:prstGeom prst="rect">
            <a:avLst/>
          </a:prstGeom>
          <a:noFill/>
          <a:ln/>
        </p:spPr>
        <p:txBody>
          <a:bodyPr wrap="square" lIns="254" tIns="254" rIns="254" bIns="254" rtlCol="0" anchor="ctr">
            <a:normAutofit/>
          </a:bodyPr>
          <a:lstStyle/>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UNITY</a:t>
            </a:r>
            <a:endParaRPr lang="en-US" sz="1400" dirty="0">
              <a:latin typeface="Poppins" panose="00000500000000000000" pitchFamily="2" charset="0"/>
              <a:cs typeface="Poppins" panose="00000500000000000000" pitchFamily="2" charset="0"/>
            </a:endParaRPr>
          </a:p>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GAME</a:t>
            </a:r>
            <a:endParaRPr lang="en-US" sz="1400" dirty="0">
              <a:latin typeface="Poppins" panose="00000500000000000000" pitchFamily="2" charset="0"/>
              <a:cs typeface="Poppins" panose="00000500000000000000" pitchFamily="2" charset="0"/>
            </a:endParaRPr>
          </a:p>
        </p:txBody>
      </p:sp>
      <p:sp>
        <p:nvSpPr>
          <p:cNvPr id="28" name="Shape 26"/>
          <p:cNvSpPr/>
          <p:nvPr/>
        </p:nvSpPr>
        <p:spPr>
          <a:xfrm>
            <a:off x="9144000" y="2093976"/>
            <a:ext cx="1508760" cy="1335024"/>
          </a:xfrm>
          <a:prstGeom prst="roundRect">
            <a:avLst>
              <a:gd name="adj" fmla="val 18000"/>
            </a:avLst>
          </a:prstGeom>
          <a:solidFill>
            <a:srgbClr val="061B32">
              <a:alpha val="88000"/>
            </a:srgbClr>
          </a:solidFill>
          <a:ln w="16510">
            <a:solidFill>
              <a:srgbClr val="5AA7FF"/>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9" name="Text 27"/>
          <p:cNvSpPr/>
          <p:nvPr/>
        </p:nvSpPr>
        <p:spPr>
          <a:xfrm>
            <a:off x="9235440" y="2185416"/>
            <a:ext cx="1325880" cy="566928"/>
          </a:xfrm>
          <a:prstGeom prst="rect">
            <a:avLst/>
          </a:prstGeom>
          <a:noFill/>
          <a:ln/>
        </p:spPr>
        <p:txBody>
          <a:bodyPr wrap="square" lIns="0" tIns="0" rIns="0" bIns="0" rtlCol="0" anchor="ctr"/>
          <a:lstStyle/>
          <a:p>
            <a:pPr marL="0" indent="0" algn="ctr">
              <a:buNone/>
            </a:pPr>
            <a:r>
              <a:rPr lang="en-US" sz="2800" dirty="0">
                <a:solidFill>
                  <a:srgbClr val="F4F7FB"/>
                </a:solidFill>
                <a:latin typeface="Poppins" panose="00000500000000000000" pitchFamily="2" charset="0"/>
                <a:ea typeface="Aptos" pitchFamily="34" charset="-122"/>
                <a:cs typeface="Poppins" panose="00000500000000000000" pitchFamily="2" charset="0"/>
              </a:rPr>
              <a:t>▔</a:t>
            </a:r>
            <a:endParaRPr lang="en-US" sz="2800" dirty="0">
              <a:latin typeface="Poppins" panose="00000500000000000000" pitchFamily="2" charset="0"/>
              <a:cs typeface="Poppins" panose="00000500000000000000" pitchFamily="2" charset="0"/>
            </a:endParaRPr>
          </a:p>
        </p:txBody>
      </p:sp>
      <p:sp>
        <p:nvSpPr>
          <p:cNvPr id="30" name="Text 28"/>
          <p:cNvSpPr/>
          <p:nvPr/>
        </p:nvSpPr>
        <p:spPr>
          <a:xfrm>
            <a:off x="9217152" y="2779776"/>
            <a:ext cx="1362456" cy="603504"/>
          </a:xfrm>
          <a:prstGeom prst="rect">
            <a:avLst/>
          </a:prstGeom>
          <a:noFill/>
          <a:ln/>
        </p:spPr>
        <p:txBody>
          <a:bodyPr wrap="square" lIns="254" tIns="254" rIns="254" bIns="254" rtlCol="0" anchor="ctr">
            <a:normAutofit/>
          </a:bodyPr>
          <a:lstStyle/>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PADDLE +</a:t>
            </a:r>
            <a:endParaRPr lang="en-US" sz="1400" dirty="0">
              <a:latin typeface="Poppins" panose="00000500000000000000" pitchFamily="2" charset="0"/>
              <a:cs typeface="Poppins" panose="00000500000000000000" pitchFamily="2" charset="0"/>
            </a:endParaRPr>
          </a:p>
          <a:p>
            <a:pPr marL="0" indent="0" algn="ctr">
              <a:buNone/>
            </a:pPr>
            <a:r>
              <a:rPr lang="en-US" sz="1400" b="1" dirty="0">
                <a:solidFill>
                  <a:srgbClr val="F4F7FB"/>
                </a:solidFill>
                <a:latin typeface="Poppins" panose="00000500000000000000" pitchFamily="2" charset="0"/>
                <a:ea typeface="Aptos" pitchFamily="34" charset="-122"/>
                <a:cs typeface="Poppins" panose="00000500000000000000" pitchFamily="2" charset="0"/>
              </a:rPr>
              <a:t>TARGET</a:t>
            </a:r>
            <a:endParaRPr lang="en-US" sz="1400" dirty="0">
              <a:latin typeface="Poppins" panose="00000500000000000000" pitchFamily="2" charset="0"/>
              <a:cs typeface="Poppins" panose="00000500000000000000" pitchFamily="2" charset="0"/>
            </a:endParaRPr>
          </a:p>
        </p:txBody>
      </p:sp>
      <p:sp>
        <p:nvSpPr>
          <p:cNvPr id="31" name="Shape 29"/>
          <p:cNvSpPr/>
          <p:nvPr/>
        </p:nvSpPr>
        <p:spPr>
          <a:xfrm>
            <a:off x="2103120" y="2286000"/>
            <a:ext cx="685800" cy="502920"/>
          </a:xfrm>
          <a:prstGeom prst="line">
            <a:avLst/>
          </a:prstGeom>
          <a:noFill/>
          <a:ln w="25400">
            <a:solidFill>
              <a:srgbClr val="22C7F3"/>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2" name="Shape 30"/>
          <p:cNvSpPr/>
          <p:nvPr/>
        </p:nvSpPr>
        <p:spPr>
          <a:xfrm flipV="1">
            <a:off x="2103120" y="3383280"/>
            <a:ext cx="685800" cy="320040"/>
          </a:xfrm>
          <a:prstGeom prst="line">
            <a:avLst/>
          </a:prstGeom>
          <a:noFill/>
          <a:ln w="25400">
            <a:solidFill>
              <a:srgbClr val="22C7F3"/>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3" name="Shape 31"/>
          <p:cNvSpPr/>
          <p:nvPr/>
        </p:nvSpPr>
        <p:spPr>
          <a:xfrm>
            <a:off x="4389120" y="2971800"/>
            <a:ext cx="640080" cy="0"/>
          </a:xfrm>
          <a:prstGeom prst="line">
            <a:avLst/>
          </a:prstGeom>
          <a:noFill/>
          <a:ln w="25400">
            <a:solidFill>
              <a:srgbClr val="FFC400"/>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4" name="Shape 32"/>
          <p:cNvSpPr/>
          <p:nvPr/>
        </p:nvSpPr>
        <p:spPr>
          <a:xfrm>
            <a:off x="6355080" y="2971800"/>
            <a:ext cx="640080" cy="0"/>
          </a:xfrm>
          <a:prstGeom prst="line">
            <a:avLst/>
          </a:prstGeom>
          <a:noFill/>
          <a:ln w="25400">
            <a:solidFill>
              <a:srgbClr val="A6E048"/>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5" name="Shape 33"/>
          <p:cNvSpPr/>
          <p:nvPr/>
        </p:nvSpPr>
        <p:spPr>
          <a:xfrm>
            <a:off x="8503920" y="2971800"/>
            <a:ext cx="640080" cy="0"/>
          </a:xfrm>
          <a:prstGeom prst="line">
            <a:avLst/>
          </a:prstGeom>
          <a:noFill/>
          <a:ln w="25400">
            <a:solidFill>
              <a:srgbClr val="F66DD5"/>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6" name="Shape 34"/>
          <p:cNvSpPr/>
          <p:nvPr/>
        </p:nvSpPr>
        <p:spPr>
          <a:xfrm flipH="1">
            <a:off x="3382409" y="3902201"/>
            <a:ext cx="4435711" cy="0"/>
          </a:xfrm>
          <a:prstGeom prst="line">
            <a:avLst/>
          </a:prstGeom>
          <a:noFill/>
          <a:ln w="21590">
            <a:solidFill>
              <a:srgbClr val="5AA7FF"/>
            </a:solidFill>
            <a:prstDash val="solid"/>
            <a:headEnd type="none"/>
            <a:tailEnd type="triangle"/>
          </a:ln>
        </p:spPr>
        <p:txBody>
          <a:bodyPr/>
          <a:lstStyle/>
          <a:p>
            <a:endParaRPr lang="en-US" sz="2000">
              <a:latin typeface="Poppins" panose="00000500000000000000" pitchFamily="2" charset="0"/>
              <a:cs typeface="Poppins" panose="00000500000000000000" pitchFamily="2" charset="0"/>
            </a:endParaRPr>
          </a:p>
        </p:txBody>
      </p:sp>
      <p:sp>
        <p:nvSpPr>
          <p:cNvPr id="37" name="Text 35"/>
          <p:cNvSpPr/>
          <p:nvPr/>
        </p:nvSpPr>
        <p:spPr>
          <a:xfrm>
            <a:off x="3857298" y="3893050"/>
            <a:ext cx="3960822" cy="386874"/>
          </a:xfrm>
          <a:prstGeom prst="rect">
            <a:avLst/>
          </a:prstGeom>
          <a:noFill/>
          <a:ln/>
        </p:spPr>
        <p:txBody>
          <a:bodyPr wrap="square" lIns="0" tIns="0" rIns="0" bIns="0" rtlCol="0" anchor="ctr"/>
          <a:lstStyle/>
          <a:p>
            <a:pPr marL="0" indent="0" algn="ctr">
              <a:buNone/>
            </a:pPr>
            <a:r>
              <a:rPr lang="en-US" b="1" dirty="0">
                <a:solidFill>
                  <a:srgbClr val="5AA7FF"/>
                </a:solidFill>
                <a:latin typeface="Poppins" panose="00000500000000000000" pitchFamily="2" charset="0"/>
                <a:ea typeface="Aptos" pitchFamily="34" charset="-122"/>
                <a:cs typeface="Poppins" panose="00000500000000000000" pitchFamily="2" charset="0"/>
              </a:rPr>
              <a:t>target angle + assistance level</a:t>
            </a:r>
            <a:endParaRPr lang="en-US" b="1" dirty="0">
              <a:latin typeface="Poppins" panose="00000500000000000000" pitchFamily="2" charset="0"/>
              <a:cs typeface="Poppins" panose="00000500000000000000" pitchFamily="2" charset="0"/>
            </a:endParaRPr>
          </a:p>
        </p:txBody>
      </p:sp>
      <p:sp>
        <p:nvSpPr>
          <p:cNvPr id="38" name="Shape 36"/>
          <p:cNvSpPr/>
          <p:nvPr/>
        </p:nvSpPr>
        <p:spPr>
          <a:xfrm>
            <a:off x="731520" y="4892039"/>
            <a:ext cx="9921240" cy="914395"/>
          </a:xfrm>
          <a:prstGeom prst="roundRect">
            <a:avLst>
              <a:gd name="adj" fmla="val 22500"/>
            </a:avLst>
          </a:prstGeom>
          <a:solidFill>
            <a:srgbClr val="061B32">
              <a:alpha val="88000"/>
            </a:srgbClr>
          </a:solidFill>
          <a:ln w="16510">
            <a:solidFill>
              <a:srgbClr val="5AA7FF"/>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39" name="Text 37"/>
          <p:cNvSpPr/>
          <p:nvPr/>
        </p:nvSpPr>
        <p:spPr>
          <a:xfrm>
            <a:off x="960120" y="5047488"/>
            <a:ext cx="9464040" cy="758946"/>
          </a:xfrm>
          <a:prstGeom prst="rect">
            <a:avLst/>
          </a:prstGeom>
          <a:noFill/>
          <a:ln/>
        </p:spPr>
        <p:txBody>
          <a:bodyPr wrap="square" lIns="508" tIns="508" rIns="508" bIns="508" rtlCol="0" anchor="ctr">
            <a:normAutofit/>
          </a:bodyPr>
          <a:lstStyle/>
          <a:p>
            <a:pPr marL="0" indent="0">
              <a:buNone/>
            </a:pPr>
            <a:r>
              <a:rPr lang="en-US" sz="1600" b="1" dirty="0">
                <a:solidFill>
                  <a:srgbClr val="5AA7FF"/>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Arduino measured elbow angle + interaction force
</a:t>
            </a:r>
            <a:r>
              <a:rPr lang="en-US" sz="1600" b="1" dirty="0">
                <a:solidFill>
                  <a:srgbClr val="5AA7FF"/>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Unity returned target information and assistance commands</a:t>
            </a:r>
            <a:endParaRPr lang="en-US" sz="1600" dirty="0">
              <a:latin typeface="Poppins" panose="00000500000000000000" pitchFamily="2" charset="0"/>
              <a:cs typeface="Poppins" panose="00000500000000000000" pitchFamily="2" charset="0"/>
            </a:endParaRPr>
          </a:p>
        </p:txBody>
      </p:sp>
      <p:sp>
        <p:nvSpPr>
          <p:cNvPr id="45" name="Text 8">
            <a:extLst>
              <a:ext uri="{FF2B5EF4-FFF2-40B4-BE49-F238E27FC236}">
                <a16:creationId xmlns:a16="http://schemas.microsoft.com/office/drawing/2014/main" id="{FE3E6CA0-8FAA-7545-14DF-E5B6A4D6B8B7}"/>
              </a:ext>
            </a:extLst>
          </p:cNvPr>
          <p:cNvSpPr/>
          <p:nvPr/>
        </p:nvSpPr>
        <p:spPr>
          <a:xfrm>
            <a:off x="411480" y="320040"/>
            <a:ext cx="1005840" cy="50292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buNone/>
            </a:pPr>
            <a:r>
              <a:rPr lang="en-US" sz="3800" b="1" dirty="0">
                <a:solidFill>
                  <a:srgbClr val="22C7F3"/>
                </a:solidFill>
                <a:latin typeface="Poppins" panose="00000500000000000000" pitchFamily="2" charset="0"/>
                <a:ea typeface="Arial Narrow" pitchFamily="34" charset="-122"/>
                <a:cs typeface="Poppins" panose="00000500000000000000" pitchFamily="2" charset="0"/>
              </a:rPr>
              <a:t>01.</a:t>
            </a:r>
            <a:endParaRPr lang="en-US" sz="3800" dirty="0">
              <a:latin typeface="Poppins" panose="00000500000000000000" pitchFamily="2" charset="0"/>
              <a:cs typeface="Poppins" panose="000005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1" name="Text 9"/>
          <p:cNvSpPr/>
          <p:nvPr/>
        </p:nvSpPr>
        <p:spPr>
          <a:xfrm>
            <a:off x="1417320" y="310896"/>
            <a:ext cx="9509760" cy="594360"/>
          </a:xfrm>
          <a:prstGeom prst="rect">
            <a:avLst/>
          </a:prstGeom>
          <a:noFill/>
          <a:ln/>
        </p:spPr>
        <p:txBody>
          <a:bodyPr wrap="square" lIns="0" tIns="0" rIns="0" bIns="0" rtlCol="0" anchor="ctr">
            <a:normAutofit/>
          </a:bodyPr>
          <a:lstStyle/>
          <a:p>
            <a:pPr marL="0" indent="0">
              <a:buNone/>
            </a:pPr>
            <a:r>
              <a:rPr lang="en-US" sz="3700" b="1" dirty="0">
                <a:solidFill>
                  <a:srgbClr val="002060"/>
                </a:solidFill>
                <a:latin typeface="Poppins" panose="00000500000000000000" pitchFamily="2" charset="0"/>
                <a:ea typeface="Arial Narrow" pitchFamily="34" charset="-122"/>
                <a:cs typeface="Poppins" panose="00000500000000000000" pitchFamily="2" charset="0"/>
              </a:rPr>
              <a:t>ORIGINAL ASSIST-AS-NEEDED LOGIC</a:t>
            </a:r>
            <a:endParaRPr lang="en-US" sz="3700" dirty="0">
              <a:solidFill>
                <a:srgbClr val="002060"/>
              </a:solidFill>
              <a:latin typeface="Poppins" panose="00000500000000000000" pitchFamily="2" charset="0"/>
              <a:cs typeface="Poppins" panose="00000500000000000000" pitchFamily="2" charset="0"/>
            </a:endParaRPr>
          </a:p>
        </p:txBody>
      </p:sp>
      <p:sp>
        <p:nvSpPr>
          <p:cNvPr id="12" name="Text 10"/>
          <p:cNvSpPr/>
          <p:nvPr/>
        </p:nvSpPr>
        <p:spPr>
          <a:xfrm>
            <a:off x="502920" y="987552"/>
            <a:ext cx="10241280" cy="292608"/>
          </a:xfrm>
          <a:prstGeom prst="rect">
            <a:avLst/>
          </a:prstGeom>
          <a:noFill/>
          <a:ln/>
        </p:spPr>
        <p:txBody>
          <a:bodyPr wrap="square" lIns="0" tIns="0" rIns="0" bIns="0" rtlCol="0" anchor="ctr"/>
          <a:lstStyle/>
          <a:p>
            <a:pPr marL="0" indent="0">
              <a:buNone/>
            </a:pPr>
            <a:r>
              <a:rPr lang="en-US" sz="2000" dirty="0">
                <a:solidFill>
                  <a:srgbClr val="002060"/>
                </a:solidFill>
                <a:latin typeface="Poppins" panose="00000500000000000000" pitchFamily="2" charset="0"/>
                <a:ea typeface="Aptos" pitchFamily="34" charset="-122"/>
                <a:cs typeface="Poppins" panose="00000500000000000000" pitchFamily="2" charset="0"/>
              </a:rPr>
              <a:t>Distance to target controlled the assistance region and admittance gain.</a:t>
            </a:r>
            <a:endParaRPr lang="en-US" sz="2000" dirty="0">
              <a:solidFill>
                <a:srgbClr val="002060"/>
              </a:solidFill>
              <a:latin typeface="Poppins" panose="00000500000000000000" pitchFamily="2" charset="0"/>
              <a:cs typeface="Poppins" panose="00000500000000000000" pitchFamily="2" charset="0"/>
            </a:endParaRPr>
          </a:p>
        </p:txBody>
      </p:sp>
      <p:sp>
        <p:nvSpPr>
          <p:cNvPr id="13" name="Shape 11"/>
          <p:cNvSpPr/>
          <p:nvPr/>
        </p:nvSpPr>
        <p:spPr>
          <a:xfrm>
            <a:off x="685800" y="1554479"/>
            <a:ext cx="3886200" cy="4626363"/>
          </a:xfrm>
          <a:prstGeom prst="roundRect">
            <a:avLst>
              <a:gd name="adj" fmla="val 4235"/>
            </a:avLst>
          </a:prstGeom>
          <a:solidFill>
            <a:srgbClr val="061B32">
              <a:alpha val="88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4" name="Text 12"/>
          <p:cNvSpPr/>
          <p:nvPr/>
        </p:nvSpPr>
        <p:spPr>
          <a:xfrm>
            <a:off x="1074420" y="1854310"/>
            <a:ext cx="3108960" cy="700830"/>
          </a:xfrm>
          <a:prstGeom prst="rect">
            <a:avLst/>
          </a:prstGeom>
          <a:noFill/>
          <a:ln/>
        </p:spPr>
        <p:txBody>
          <a:bodyPr wrap="square" lIns="0" tIns="0" rIns="0" bIns="0" rtlCol="0" anchor="ctr"/>
          <a:lstStyle/>
          <a:p>
            <a:pPr marL="0" indent="0">
              <a:buNone/>
            </a:pPr>
            <a:r>
              <a:rPr lang="en-US" sz="2800" dirty="0">
                <a:solidFill>
                  <a:srgbClr val="22C7F3"/>
                </a:solidFill>
                <a:latin typeface="Bebas Neue" panose="020B0606020202050201" pitchFamily="34" charset="0"/>
                <a:ea typeface="Arial Narrow" pitchFamily="34" charset="-122"/>
                <a:cs typeface="Poppins" panose="00000500000000000000" pitchFamily="2" charset="0"/>
              </a:rPr>
              <a:t>Three assistance regions</a:t>
            </a:r>
            <a:endParaRPr lang="en-US" sz="2800" dirty="0">
              <a:solidFill>
                <a:srgbClr val="22C7F3"/>
              </a:solidFill>
              <a:latin typeface="Bebas Neue" panose="020B0606020202050201" pitchFamily="34" charset="0"/>
              <a:cs typeface="Poppins" panose="00000500000000000000" pitchFamily="2" charset="0"/>
            </a:endParaRPr>
          </a:p>
        </p:txBody>
      </p:sp>
      <p:sp>
        <p:nvSpPr>
          <p:cNvPr id="15" name="Shape 13"/>
          <p:cNvSpPr/>
          <p:nvPr/>
        </p:nvSpPr>
        <p:spPr>
          <a:xfrm>
            <a:off x="1005840" y="2777369"/>
            <a:ext cx="3108960" cy="683928"/>
          </a:xfrm>
          <a:prstGeom prst="roundRect">
            <a:avLst>
              <a:gd name="adj" fmla="val 31034"/>
            </a:avLst>
          </a:prstGeom>
          <a:solidFill>
            <a:srgbClr val="04182B">
              <a:alpha val="93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sz="2800">
              <a:latin typeface="Poppins" panose="00000500000000000000" pitchFamily="2" charset="0"/>
              <a:cs typeface="Poppins" panose="00000500000000000000" pitchFamily="2" charset="0"/>
            </a:endParaRPr>
          </a:p>
        </p:txBody>
      </p:sp>
      <p:sp>
        <p:nvSpPr>
          <p:cNvPr id="16" name="Text 14"/>
          <p:cNvSpPr/>
          <p:nvPr/>
        </p:nvSpPr>
        <p:spPr>
          <a:xfrm>
            <a:off x="1143000" y="3017061"/>
            <a:ext cx="1508760" cy="164592"/>
          </a:xfrm>
          <a:prstGeom prst="rect">
            <a:avLst/>
          </a:prstGeom>
          <a:noFill/>
          <a:ln/>
        </p:spPr>
        <p:txBody>
          <a:bodyPr wrap="square" lIns="0" tIns="0" rIns="0" bIns="0" rtlCol="0" anchor="ctr"/>
          <a:lstStyle/>
          <a:p>
            <a:pPr marL="0" indent="0">
              <a:buNone/>
            </a:pPr>
            <a:r>
              <a:rPr lang="en-US" sz="1600" b="1" dirty="0">
                <a:solidFill>
                  <a:srgbClr val="F66DD5"/>
                </a:solidFill>
                <a:latin typeface="Poppins" panose="00000500000000000000" pitchFamily="2" charset="0"/>
                <a:ea typeface="Aptos" pitchFamily="34" charset="-122"/>
                <a:cs typeface="Poppins" panose="00000500000000000000" pitchFamily="2" charset="0"/>
              </a:rPr>
              <a:t>FAR FROM TARGET</a:t>
            </a:r>
            <a:endParaRPr lang="en-US" sz="1600" dirty="0">
              <a:latin typeface="Poppins" panose="00000500000000000000" pitchFamily="2" charset="0"/>
              <a:cs typeface="Poppins" panose="00000500000000000000" pitchFamily="2" charset="0"/>
            </a:endParaRPr>
          </a:p>
        </p:txBody>
      </p:sp>
      <p:sp>
        <p:nvSpPr>
          <p:cNvPr id="17" name="Text 15"/>
          <p:cNvSpPr/>
          <p:nvPr/>
        </p:nvSpPr>
        <p:spPr>
          <a:xfrm>
            <a:off x="2606040" y="3055819"/>
            <a:ext cx="1280160" cy="201168"/>
          </a:xfrm>
          <a:prstGeom prst="rect">
            <a:avLst/>
          </a:prstGeom>
          <a:noFill/>
          <a:ln/>
        </p:spPr>
        <p:txBody>
          <a:bodyPr wrap="square" lIns="0" tIns="0" rIns="0" bIns="0" rtlCol="0" anchor="ctr"/>
          <a:lstStyle/>
          <a:p>
            <a:pPr marL="0" indent="0" algn="r">
              <a:buNone/>
            </a:pPr>
            <a:r>
              <a:rPr lang="en-US" sz="1600" dirty="0">
                <a:solidFill>
                  <a:srgbClr val="F4F7FB"/>
                </a:solidFill>
                <a:latin typeface="Poppins" panose="00000500000000000000" pitchFamily="2" charset="0"/>
                <a:ea typeface="Aptos" pitchFamily="34" charset="-122"/>
                <a:cs typeface="Poppins" panose="00000500000000000000" pitchFamily="2" charset="0"/>
              </a:rPr>
              <a:t>High assistance</a:t>
            </a:r>
            <a:endParaRPr lang="en-US" sz="1600" dirty="0">
              <a:latin typeface="Poppins" panose="00000500000000000000" pitchFamily="2" charset="0"/>
              <a:cs typeface="Poppins" panose="00000500000000000000" pitchFamily="2" charset="0"/>
            </a:endParaRPr>
          </a:p>
        </p:txBody>
      </p:sp>
      <p:sp>
        <p:nvSpPr>
          <p:cNvPr id="18" name="Shape 16"/>
          <p:cNvSpPr/>
          <p:nvPr/>
        </p:nvSpPr>
        <p:spPr>
          <a:xfrm>
            <a:off x="1005840" y="3909313"/>
            <a:ext cx="3108960" cy="643339"/>
          </a:xfrm>
          <a:prstGeom prst="roundRect">
            <a:avLst>
              <a:gd name="adj" fmla="val 31034"/>
            </a:avLst>
          </a:prstGeom>
          <a:solidFill>
            <a:srgbClr val="04182B">
              <a:alpha val="93000"/>
            </a:srgbClr>
          </a:solidFill>
          <a:ln w="16510">
            <a:solidFill>
              <a:srgbClr val="FF9914"/>
            </a:solidFill>
            <a:prstDash val="solid"/>
          </a:ln>
          <a:effectLst>
            <a:outerShdw blurRad="12700" dist="50800" dir="2700000" algn="bl" rotWithShape="0">
              <a:srgbClr val="000000">
                <a:alpha val="28000"/>
              </a:srgbClr>
            </a:outerShdw>
          </a:effectLst>
        </p:spPr>
        <p:txBody>
          <a:bodyPr/>
          <a:lstStyle/>
          <a:p>
            <a:endParaRPr lang="en-US" sz="2800">
              <a:latin typeface="Poppins" panose="00000500000000000000" pitchFamily="2" charset="0"/>
              <a:cs typeface="Poppins" panose="00000500000000000000" pitchFamily="2" charset="0"/>
            </a:endParaRPr>
          </a:p>
        </p:txBody>
      </p:sp>
      <p:sp>
        <p:nvSpPr>
          <p:cNvPr id="19" name="Text 17"/>
          <p:cNvSpPr/>
          <p:nvPr/>
        </p:nvSpPr>
        <p:spPr>
          <a:xfrm>
            <a:off x="1143000" y="4127030"/>
            <a:ext cx="1508760" cy="199657"/>
          </a:xfrm>
          <a:prstGeom prst="rect">
            <a:avLst/>
          </a:prstGeom>
          <a:noFill/>
          <a:ln/>
        </p:spPr>
        <p:txBody>
          <a:bodyPr wrap="square" lIns="0" tIns="0" rIns="0" bIns="0" rtlCol="0" anchor="ctr"/>
          <a:lstStyle/>
          <a:p>
            <a:pPr marL="0" indent="0">
              <a:buNone/>
            </a:pPr>
            <a:r>
              <a:rPr lang="en-US" sz="1600" b="1" dirty="0">
                <a:solidFill>
                  <a:srgbClr val="FF9914"/>
                </a:solidFill>
                <a:latin typeface="Poppins" panose="00000500000000000000" pitchFamily="2" charset="0"/>
                <a:ea typeface="Aptos" pitchFamily="34" charset="-122"/>
                <a:cs typeface="Poppins" panose="00000500000000000000" pitchFamily="2" charset="0"/>
              </a:rPr>
              <a:t>MEDIUM DISTANCE</a:t>
            </a:r>
            <a:endParaRPr lang="en-US" sz="1600" dirty="0">
              <a:latin typeface="Poppins" panose="00000500000000000000" pitchFamily="2" charset="0"/>
              <a:cs typeface="Poppins" panose="00000500000000000000" pitchFamily="2" charset="0"/>
            </a:endParaRPr>
          </a:p>
        </p:txBody>
      </p:sp>
      <p:sp>
        <p:nvSpPr>
          <p:cNvPr id="20" name="Text 18"/>
          <p:cNvSpPr/>
          <p:nvPr/>
        </p:nvSpPr>
        <p:spPr>
          <a:xfrm>
            <a:off x="2606040" y="4121177"/>
            <a:ext cx="1280160" cy="244025"/>
          </a:xfrm>
          <a:prstGeom prst="rect">
            <a:avLst/>
          </a:prstGeom>
          <a:noFill/>
          <a:ln/>
        </p:spPr>
        <p:txBody>
          <a:bodyPr wrap="square" lIns="0" tIns="0" rIns="0" bIns="0" rtlCol="0" anchor="ctr"/>
          <a:lstStyle/>
          <a:p>
            <a:pPr marL="0" indent="0" algn="r">
              <a:buNone/>
            </a:pPr>
            <a:r>
              <a:rPr lang="en-US" sz="1600" dirty="0">
                <a:solidFill>
                  <a:srgbClr val="F4F7FB"/>
                </a:solidFill>
                <a:latin typeface="Poppins" panose="00000500000000000000" pitchFamily="2" charset="0"/>
                <a:ea typeface="Aptos" pitchFamily="34" charset="-122"/>
                <a:cs typeface="Poppins" panose="00000500000000000000" pitchFamily="2" charset="0"/>
              </a:rPr>
              <a:t>Low assistance</a:t>
            </a:r>
            <a:endParaRPr lang="en-US" sz="1600" dirty="0">
              <a:latin typeface="Poppins" panose="00000500000000000000" pitchFamily="2" charset="0"/>
              <a:cs typeface="Poppins" panose="00000500000000000000" pitchFamily="2" charset="0"/>
            </a:endParaRPr>
          </a:p>
        </p:txBody>
      </p:sp>
      <p:sp>
        <p:nvSpPr>
          <p:cNvPr id="21" name="Shape 19"/>
          <p:cNvSpPr/>
          <p:nvPr/>
        </p:nvSpPr>
        <p:spPr>
          <a:xfrm>
            <a:off x="1005840" y="4973336"/>
            <a:ext cx="3108960" cy="650848"/>
          </a:xfrm>
          <a:prstGeom prst="roundRect">
            <a:avLst>
              <a:gd name="adj" fmla="val 31034"/>
            </a:avLst>
          </a:prstGeom>
          <a:solidFill>
            <a:srgbClr val="04182B">
              <a:alpha val="93000"/>
            </a:srgbClr>
          </a:solidFill>
          <a:ln w="16510">
            <a:solidFill>
              <a:srgbClr val="A6E048"/>
            </a:solidFill>
            <a:prstDash val="solid"/>
          </a:ln>
          <a:effectLst>
            <a:outerShdw blurRad="12700" dist="50800" dir="2700000" algn="bl" rotWithShape="0">
              <a:srgbClr val="000000">
                <a:alpha val="28000"/>
              </a:srgbClr>
            </a:outerShdw>
          </a:effectLst>
        </p:spPr>
        <p:txBody>
          <a:bodyPr/>
          <a:lstStyle/>
          <a:p>
            <a:endParaRPr lang="en-US" sz="2800">
              <a:latin typeface="Poppins" panose="00000500000000000000" pitchFamily="2" charset="0"/>
              <a:cs typeface="Poppins" panose="00000500000000000000" pitchFamily="2" charset="0"/>
            </a:endParaRPr>
          </a:p>
        </p:txBody>
      </p:sp>
      <p:sp>
        <p:nvSpPr>
          <p:cNvPr id="22" name="Text 20"/>
          <p:cNvSpPr/>
          <p:nvPr/>
        </p:nvSpPr>
        <p:spPr>
          <a:xfrm>
            <a:off x="1143000" y="5209641"/>
            <a:ext cx="1508760" cy="164592"/>
          </a:xfrm>
          <a:prstGeom prst="rect">
            <a:avLst/>
          </a:prstGeom>
          <a:noFill/>
          <a:ln/>
        </p:spPr>
        <p:txBody>
          <a:bodyPr wrap="square" lIns="0" tIns="0" rIns="0" bIns="0" rtlCol="0" anchor="ctr"/>
          <a:lstStyle/>
          <a:p>
            <a:pPr marL="0" indent="0">
              <a:buNone/>
            </a:pPr>
            <a:r>
              <a:rPr lang="en-US" sz="1600" b="1" dirty="0">
                <a:solidFill>
                  <a:srgbClr val="A6E048"/>
                </a:solidFill>
                <a:latin typeface="Poppins" panose="00000500000000000000" pitchFamily="2" charset="0"/>
                <a:ea typeface="Aptos" pitchFamily="34" charset="-122"/>
                <a:cs typeface="Poppins" panose="00000500000000000000" pitchFamily="2" charset="0"/>
              </a:rPr>
              <a:t>CLOSE TO TARGET</a:t>
            </a:r>
            <a:endParaRPr lang="en-US" sz="1600" dirty="0">
              <a:latin typeface="Poppins" panose="00000500000000000000" pitchFamily="2" charset="0"/>
              <a:cs typeface="Poppins" panose="00000500000000000000" pitchFamily="2" charset="0"/>
            </a:endParaRPr>
          </a:p>
        </p:txBody>
      </p:sp>
      <p:sp>
        <p:nvSpPr>
          <p:cNvPr id="23" name="Text 21"/>
          <p:cNvSpPr/>
          <p:nvPr/>
        </p:nvSpPr>
        <p:spPr>
          <a:xfrm>
            <a:off x="2606040" y="5157217"/>
            <a:ext cx="1280160" cy="374904"/>
          </a:xfrm>
          <a:prstGeom prst="rect">
            <a:avLst/>
          </a:prstGeom>
          <a:noFill/>
          <a:ln/>
        </p:spPr>
        <p:txBody>
          <a:bodyPr wrap="square" lIns="0" tIns="0" rIns="0" bIns="0" rtlCol="0" anchor="ctr"/>
          <a:lstStyle/>
          <a:p>
            <a:pPr marL="0" indent="0" algn="r">
              <a:buNone/>
            </a:pPr>
            <a:r>
              <a:rPr lang="en-US" sz="1600" dirty="0">
                <a:solidFill>
                  <a:srgbClr val="F4F7FB"/>
                </a:solidFill>
                <a:latin typeface="Poppins" panose="00000500000000000000" pitchFamily="2" charset="0"/>
                <a:ea typeface="Aptos" pitchFamily="34" charset="-122"/>
                <a:cs typeface="Poppins" panose="00000500000000000000" pitchFamily="2" charset="0"/>
              </a:rPr>
              <a:t>No assistance</a:t>
            </a:r>
            <a:endParaRPr lang="en-US" sz="1600" dirty="0">
              <a:latin typeface="Poppins" panose="00000500000000000000" pitchFamily="2" charset="0"/>
              <a:cs typeface="Poppins" panose="00000500000000000000" pitchFamily="2" charset="0"/>
            </a:endParaRPr>
          </a:p>
        </p:txBody>
      </p:sp>
      <p:sp>
        <p:nvSpPr>
          <p:cNvPr id="24" name="Shape 22"/>
          <p:cNvSpPr/>
          <p:nvPr/>
        </p:nvSpPr>
        <p:spPr>
          <a:xfrm>
            <a:off x="4892040" y="1554480"/>
            <a:ext cx="6995160" cy="3246120"/>
          </a:xfrm>
          <a:prstGeom prst="roundRect">
            <a:avLst>
              <a:gd name="adj" fmla="val 3871"/>
            </a:avLst>
          </a:prstGeom>
          <a:solidFill>
            <a:srgbClr val="061B32">
              <a:alpha val="88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5" name="Text 23"/>
          <p:cNvSpPr/>
          <p:nvPr/>
        </p:nvSpPr>
        <p:spPr>
          <a:xfrm>
            <a:off x="5187138" y="2004078"/>
            <a:ext cx="5261975" cy="415925"/>
          </a:xfrm>
          <a:prstGeom prst="rect">
            <a:avLst/>
          </a:prstGeom>
          <a:noFill/>
          <a:ln/>
        </p:spPr>
        <p:txBody>
          <a:bodyPr wrap="square" lIns="0" tIns="0" rIns="0" bIns="0" rtlCol="0" anchor="ctr"/>
          <a:lstStyle/>
          <a:p>
            <a:pPr marL="0" indent="0">
              <a:buNone/>
            </a:pPr>
            <a:r>
              <a:rPr lang="en-US" sz="2800" dirty="0">
                <a:solidFill>
                  <a:srgbClr val="22C7F3"/>
                </a:solidFill>
                <a:latin typeface="Bebas Neue" panose="020B0606020202050201" pitchFamily="34" charset="0"/>
                <a:ea typeface="Arial Narrow" pitchFamily="34" charset="-122"/>
                <a:cs typeface="Poppins" panose="00000500000000000000" pitchFamily="2" charset="0"/>
              </a:rPr>
              <a:t>Original admittance controller</a:t>
            </a:r>
            <a:endParaRPr lang="en-US" sz="2800" dirty="0">
              <a:solidFill>
                <a:srgbClr val="22C7F3"/>
              </a:solidFill>
              <a:latin typeface="Bebas Neue" panose="020B0606020202050201" pitchFamily="34" charset="0"/>
              <a:cs typeface="Poppins" panose="00000500000000000000" pitchFamily="2" charset="0"/>
            </a:endParaRPr>
          </a:p>
        </p:txBody>
      </p:sp>
      <p:sp>
        <p:nvSpPr>
          <p:cNvPr id="26" name="Shape 24"/>
          <p:cNvSpPr/>
          <p:nvPr/>
        </p:nvSpPr>
        <p:spPr>
          <a:xfrm>
            <a:off x="5187138" y="2743199"/>
            <a:ext cx="1188720" cy="959907"/>
          </a:xfrm>
          <a:prstGeom prst="roundRect">
            <a:avLst>
              <a:gd name="adj" fmla="val 21176"/>
            </a:avLst>
          </a:prstGeom>
          <a:solidFill>
            <a:srgbClr val="061B32">
              <a:alpha val="93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7" name="Text 25"/>
          <p:cNvSpPr/>
          <p:nvPr/>
        </p:nvSpPr>
        <p:spPr>
          <a:xfrm>
            <a:off x="5278578" y="2852928"/>
            <a:ext cx="100584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28" name="Text 26"/>
          <p:cNvSpPr/>
          <p:nvPr/>
        </p:nvSpPr>
        <p:spPr>
          <a:xfrm>
            <a:off x="5260290" y="3216339"/>
            <a:ext cx="1042416" cy="466958"/>
          </a:xfrm>
          <a:prstGeom prst="rect">
            <a:avLst/>
          </a:prstGeom>
          <a:noFill/>
          <a:ln/>
        </p:spPr>
        <p:txBody>
          <a:bodyPr wrap="square" lIns="254" tIns="254" rIns="254" bIns="254" rtlCol="0" anchor="ctr">
            <a:normAutofit/>
          </a:bodyPr>
          <a:lstStyle/>
          <a:p>
            <a:pPr marL="0" indent="0" algn="ctr">
              <a:buNone/>
            </a:pPr>
            <a:r>
              <a:rPr lang="en-US" sz="1000" b="1" dirty="0">
                <a:solidFill>
                  <a:srgbClr val="F4F7FB"/>
                </a:solidFill>
                <a:latin typeface="Poppins" panose="00000500000000000000" pitchFamily="2" charset="0"/>
                <a:ea typeface="Aptos" pitchFamily="34" charset="-122"/>
                <a:cs typeface="Poppins" panose="00000500000000000000" pitchFamily="2" charset="0"/>
              </a:rPr>
              <a:t>FORCE</a:t>
            </a:r>
            <a:endParaRPr lang="en-US" sz="1000" dirty="0">
              <a:latin typeface="Poppins" panose="00000500000000000000" pitchFamily="2" charset="0"/>
              <a:cs typeface="Poppins" panose="00000500000000000000" pitchFamily="2" charset="0"/>
            </a:endParaRPr>
          </a:p>
          <a:p>
            <a:pPr marL="0" indent="0" algn="ctr">
              <a:buNone/>
            </a:pPr>
            <a:r>
              <a:rPr lang="en-US" sz="1000" b="1" dirty="0">
                <a:solidFill>
                  <a:srgbClr val="F4F7FB"/>
                </a:solidFill>
                <a:latin typeface="Poppins" panose="00000500000000000000" pitchFamily="2" charset="0"/>
                <a:ea typeface="Aptos" pitchFamily="34" charset="-122"/>
                <a:cs typeface="Poppins" panose="00000500000000000000" pitchFamily="2" charset="0"/>
              </a:rPr>
              <a:t>SENSOR</a:t>
            </a:r>
            <a:endParaRPr lang="en-US" sz="1000" dirty="0">
              <a:latin typeface="Poppins" panose="00000500000000000000" pitchFamily="2" charset="0"/>
              <a:cs typeface="Poppins" panose="00000500000000000000" pitchFamily="2" charset="0"/>
            </a:endParaRPr>
          </a:p>
        </p:txBody>
      </p:sp>
      <p:sp>
        <p:nvSpPr>
          <p:cNvPr id="29" name="Shape 27"/>
          <p:cNvSpPr/>
          <p:nvPr/>
        </p:nvSpPr>
        <p:spPr>
          <a:xfrm>
            <a:off x="6833058" y="2743199"/>
            <a:ext cx="1280160" cy="959907"/>
          </a:xfrm>
          <a:prstGeom prst="roundRect">
            <a:avLst>
              <a:gd name="adj" fmla="val 21176"/>
            </a:avLst>
          </a:prstGeom>
          <a:solidFill>
            <a:srgbClr val="061B32">
              <a:alpha val="93000"/>
            </a:srgbClr>
          </a:solidFill>
          <a:ln w="16510">
            <a:solidFill>
              <a:srgbClr val="A6E048"/>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30" name="Text 28"/>
          <p:cNvSpPr/>
          <p:nvPr/>
        </p:nvSpPr>
        <p:spPr>
          <a:xfrm>
            <a:off x="6924498" y="2852928"/>
            <a:ext cx="109728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31" name="Text 29"/>
          <p:cNvSpPr/>
          <p:nvPr/>
        </p:nvSpPr>
        <p:spPr>
          <a:xfrm>
            <a:off x="6906210" y="3246120"/>
            <a:ext cx="1133856" cy="413136"/>
          </a:xfrm>
          <a:prstGeom prst="rect">
            <a:avLst/>
          </a:prstGeom>
          <a:noFill/>
          <a:ln/>
        </p:spPr>
        <p:txBody>
          <a:bodyPr wrap="square" lIns="254" tIns="254" rIns="254" bIns="254" rtlCol="0" anchor="ctr">
            <a:normAutofit/>
          </a:bodyPr>
          <a:lstStyle/>
          <a:p>
            <a:pPr marL="0" indent="0" algn="ctr">
              <a:buNone/>
            </a:pPr>
            <a:r>
              <a:rPr lang="en-US" sz="1000" b="1" dirty="0">
                <a:solidFill>
                  <a:srgbClr val="F4F7FB"/>
                </a:solidFill>
                <a:latin typeface="Poppins" panose="00000500000000000000" pitchFamily="2" charset="0"/>
                <a:ea typeface="Aptos" pitchFamily="34" charset="-122"/>
                <a:cs typeface="Poppins" panose="00000500000000000000" pitchFamily="2" charset="0"/>
              </a:rPr>
              <a:t>ADMITTANCE</a:t>
            </a:r>
            <a:endParaRPr lang="en-US" sz="1000" dirty="0">
              <a:latin typeface="Poppins" panose="00000500000000000000" pitchFamily="2" charset="0"/>
              <a:cs typeface="Poppins" panose="00000500000000000000" pitchFamily="2" charset="0"/>
            </a:endParaRPr>
          </a:p>
          <a:p>
            <a:pPr marL="0" indent="0" algn="ctr">
              <a:buNone/>
            </a:pPr>
            <a:r>
              <a:rPr lang="en-US" sz="1000" b="1" dirty="0">
                <a:solidFill>
                  <a:srgbClr val="F4F7FB"/>
                </a:solidFill>
                <a:latin typeface="Poppins" panose="00000500000000000000" pitchFamily="2" charset="0"/>
                <a:ea typeface="Aptos" pitchFamily="34" charset="-122"/>
                <a:cs typeface="Poppins" panose="00000500000000000000" pitchFamily="2" charset="0"/>
              </a:rPr>
              <a:t>GAIN</a:t>
            </a:r>
            <a:endParaRPr lang="en-US" sz="1000" dirty="0">
              <a:latin typeface="Poppins" panose="00000500000000000000" pitchFamily="2" charset="0"/>
              <a:cs typeface="Poppins" panose="00000500000000000000" pitchFamily="2" charset="0"/>
            </a:endParaRPr>
          </a:p>
        </p:txBody>
      </p:sp>
      <p:sp>
        <p:nvSpPr>
          <p:cNvPr id="32" name="Shape 30"/>
          <p:cNvSpPr/>
          <p:nvPr/>
        </p:nvSpPr>
        <p:spPr>
          <a:xfrm>
            <a:off x="8570418" y="2743199"/>
            <a:ext cx="1371600" cy="959907"/>
          </a:xfrm>
          <a:prstGeom prst="roundRect">
            <a:avLst>
              <a:gd name="adj" fmla="val 21176"/>
            </a:avLst>
          </a:prstGeom>
          <a:solidFill>
            <a:srgbClr val="061B32">
              <a:alpha val="93000"/>
            </a:srgbClr>
          </a:solidFill>
          <a:ln w="16510">
            <a:solidFill>
              <a:srgbClr val="FFC400"/>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33" name="Text 31"/>
          <p:cNvSpPr/>
          <p:nvPr/>
        </p:nvSpPr>
        <p:spPr>
          <a:xfrm>
            <a:off x="8661858" y="2852928"/>
            <a:ext cx="118872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Δθ</a:t>
            </a:r>
            <a:endParaRPr lang="en-US" sz="2100" dirty="0">
              <a:latin typeface="Poppins" panose="00000500000000000000" pitchFamily="2" charset="0"/>
              <a:cs typeface="Poppins" panose="00000500000000000000" pitchFamily="2" charset="0"/>
            </a:endParaRPr>
          </a:p>
        </p:txBody>
      </p:sp>
      <p:sp>
        <p:nvSpPr>
          <p:cNvPr id="34" name="Text 32"/>
          <p:cNvSpPr/>
          <p:nvPr/>
        </p:nvSpPr>
        <p:spPr>
          <a:xfrm>
            <a:off x="8643570" y="3246120"/>
            <a:ext cx="1225296" cy="413136"/>
          </a:xfrm>
          <a:prstGeom prst="rect">
            <a:avLst/>
          </a:prstGeom>
          <a:noFill/>
          <a:ln/>
        </p:spPr>
        <p:txBody>
          <a:bodyPr wrap="square" lIns="254" tIns="254" rIns="254" bIns="254" rtlCol="0" anchor="ctr">
            <a:normAutofit/>
          </a:bodyPr>
          <a:lstStyle/>
          <a:p>
            <a:pPr marL="0" indent="0" algn="ctr">
              <a:buNone/>
            </a:pPr>
            <a:r>
              <a:rPr lang="en-US" sz="1000" b="1" dirty="0">
                <a:solidFill>
                  <a:srgbClr val="F4F7FB"/>
                </a:solidFill>
                <a:latin typeface="Poppins" panose="00000500000000000000" pitchFamily="2" charset="0"/>
                <a:ea typeface="Aptos" pitchFamily="34" charset="-122"/>
                <a:cs typeface="Poppins" panose="00000500000000000000" pitchFamily="2" charset="0"/>
              </a:rPr>
              <a:t>POSITION</a:t>
            </a:r>
            <a:endParaRPr lang="en-US" sz="1000" dirty="0">
              <a:latin typeface="Poppins" panose="00000500000000000000" pitchFamily="2" charset="0"/>
              <a:cs typeface="Poppins" panose="00000500000000000000" pitchFamily="2" charset="0"/>
            </a:endParaRPr>
          </a:p>
          <a:p>
            <a:pPr marL="0" indent="0" algn="ctr">
              <a:buNone/>
            </a:pPr>
            <a:r>
              <a:rPr lang="en-US" sz="1000" b="1" dirty="0">
                <a:solidFill>
                  <a:srgbClr val="F4F7FB"/>
                </a:solidFill>
                <a:latin typeface="Poppins" panose="00000500000000000000" pitchFamily="2" charset="0"/>
                <a:ea typeface="Aptos" pitchFamily="34" charset="-122"/>
                <a:cs typeface="Poppins" panose="00000500000000000000" pitchFamily="2" charset="0"/>
              </a:rPr>
              <a:t>INCREMENT</a:t>
            </a:r>
            <a:endParaRPr lang="en-US" sz="1000" dirty="0">
              <a:latin typeface="Poppins" panose="00000500000000000000" pitchFamily="2" charset="0"/>
              <a:cs typeface="Poppins" panose="00000500000000000000" pitchFamily="2" charset="0"/>
            </a:endParaRPr>
          </a:p>
        </p:txBody>
      </p:sp>
      <p:sp>
        <p:nvSpPr>
          <p:cNvPr id="35" name="Shape 33"/>
          <p:cNvSpPr/>
          <p:nvPr/>
        </p:nvSpPr>
        <p:spPr>
          <a:xfrm>
            <a:off x="10188906" y="2739850"/>
            <a:ext cx="1234440" cy="964043"/>
          </a:xfrm>
          <a:prstGeom prst="roundRect">
            <a:avLst>
              <a:gd name="adj" fmla="val 21176"/>
            </a:avLst>
          </a:prstGeom>
          <a:solidFill>
            <a:srgbClr val="061B32">
              <a:alpha val="93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36" name="Text 34"/>
          <p:cNvSpPr/>
          <p:nvPr/>
        </p:nvSpPr>
        <p:spPr>
          <a:xfrm>
            <a:off x="10280346" y="2826121"/>
            <a:ext cx="105156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37" name="Text 35"/>
          <p:cNvSpPr/>
          <p:nvPr/>
        </p:nvSpPr>
        <p:spPr>
          <a:xfrm>
            <a:off x="10220910" y="3216339"/>
            <a:ext cx="1088136" cy="413136"/>
          </a:xfrm>
          <a:prstGeom prst="rect">
            <a:avLst/>
          </a:prstGeom>
          <a:noFill/>
          <a:ln/>
        </p:spPr>
        <p:txBody>
          <a:bodyPr wrap="square" lIns="254" tIns="254" rIns="254" bIns="254" rtlCol="0" anchor="ctr">
            <a:normAutofit/>
          </a:bodyPr>
          <a:lstStyle/>
          <a:p>
            <a:pPr marL="0" indent="0" algn="ctr">
              <a:buNone/>
            </a:pPr>
            <a:r>
              <a:rPr lang="en-US" sz="1000" b="1" dirty="0">
                <a:solidFill>
                  <a:srgbClr val="F4F7FB"/>
                </a:solidFill>
                <a:latin typeface="Poppins" panose="00000500000000000000" pitchFamily="2" charset="0"/>
                <a:ea typeface="Aptos" pitchFamily="34" charset="-122"/>
                <a:cs typeface="Poppins" panose="00000500000000000000" pitchFamily="2" charset="0"/>
              </a:rPr>
              <a:t>SERVO</a:t>
            </a:r>
            <a:endParaRPr lang="en-US" sz="1000" dirty="0">
              <a:latin typeface="Poppins" panose="00000500000000000000" pitchFamily="2" charset="0"/>
              <a:cs typeface="Poppins" panose="00000500000000000000" pitchFamily="2" charset="0"/>
            </a:endParaRPr>
          </a:p>
          <a:p>
            <a:pPr marL="0" indent="0" algn="ctr">
              <a:buNone/>
            </a:pPr>
            <a:r>
              <a:rPr lang="en-US" sz="1000" b="1" dirty="0">
                <a:solidFill>
                  <a:srgbClr val="F4F7FB"/>
                </a:solidFill>
                <a:latin typeface="Poppins" panose="00000500000000000000" pitchFamily="2" charset="0"/>
                <a:ea typeface="Aptos" pitchFamily="34" charset="-122"/>
                <a:cs typeface="Poppins" panose="00000500000000000000" pitchFamily="2" charset="0"/>
              </a:rPr>
              <a:t>COMMAND</a:t>
            </a:r>
            <a:endParaRPr lang="en-US" sz="1000" dirty="0">
              <a:latin typeface="Poppins" panose="00000500000000000000" pitchFamily="2" charset="0"/>
              <a:cs typeface="Poppins" panose="00000500000000000000" pitchFamily="2" charset="0"/>
            </a:endParaRPr>
          </a:p>
        </p:txBody>
      </p:sp>
      <p:sp>
        <p:nvSpPr>
          <p:cNvPr id="38" name="Shape 36"/>
          <p:cNvSpPr/>
          <p:nvPr/>
        </p:nvSpPr>
        <p:spPr>
          <a:xfrm>
            <a:off x="6375858" y="3136392"/>
            <a:ext cx="457200" cy="0"/>
          </a:xfrm>
          <a:prstGeom prst="line">
            <a:avLst/>
          </a:prstGeom>
          <a:noFill/>
          <a:ln w="25400">
            <a:solidFill>
              <a:srgbClr val="22C7F3"/>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9" name="Shape 37"/>
          <p:cNvSpPr/>
          <p:nvPr/>
        </p:nvSpPr>
        <p:spPr>
          <a:xfrm>
            <a:off x="8113218" y="3136392"/>
            <a:ext cx="457200" cy="0"/>
          </a:xfrm>
          <a:prstGeom prst="line">
            <a:avLst/>
          </a:prstGeom>
          <a:noFill/>
          <a:ln w="25400">
            <a:solidFill>
              <a:srgbClr val="A6E048"/>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40" name="Shape 38"/>
          <p:cNvSpPr/>
          <p:nvPr/>
        </p:nvSpPr>
        <p:spPr>
          <a:xfrm flipV="1">
            <a:off x="9942018" y="3154680"/>
            <a:ext cx="246888" cy="9144"/>
          </a:xfrm>
          <a:prstGeom prst="line">
            <a:avLst/>
          </a:prstGeom>
          <a:noFill/>
          <a:ln w="25400">
            <a:solidFill>
              <a:srgbClr val="FFC400"/>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41" name="Text 39"/>
          <p:cNvSpPr/>
          <p:nvPr/>
        </p:nvSpPr>
        <p:spPr>
          <a:xfrm>
            <a:off x="6132743" y="4210245"/>
            <a:ext cx="4663440" cy="301752"/>
          </a:xfrm>
          <a:prstGeom prst="rect">
            <a:avLst/>
          </a:prstGeom>
          <a:noFill/>
          <a:ln/>
        </p:spPr>
        <p:txBody>
          <a:bodyPr wrap="square" lIns="0" tIns="0" rIns="0" bIns="0" rtlCol="0" anchor="ctr"/>
          <a:lstStyle/>
          <a:p>
            <a:pPr marL="0" indent="0" algn="ctr">
              <a:buNone/>
            </a:pPr>
            <a:r>
              <a:rPr lang="en-US" sz="1600" dirty="0">
                <a:solidFill>
                  <a:srgbClr val="F4F7FB"/>
                </a:solidFill>
                <a:latin typeface="Poppins" panose="00000500000000000000" pitchFamily="2" charset="0"/>
                <a:ea typeface="Aptos" pitchFamily="34" charset="-122"/>
                <a:cs typeface="Poppins" panose="00000500000000000000" pitchFamily="2" charset="0"/>
              </a:rPr>
              <a:t>θ_des(i+1) = θ_des(i) + G_adm · F_user</a:t>
            </a:r>
            <a:endParaRPr lang="en-US" sz="1600" dirty="0">
              <a:latin typeface="Poppins" panose="00000500000000000000" pitchFamily="2" charset="0"/>
              <a:cs typeface="Poppins" panose="00000500000000000000" pitchFamily="2" charset="0"/>
            </a:endParaRPr>
          </a:p>
        </p:txBody>
      </p:sp>
      <p:sp>
        <p:nvSpPr>
          <p:cNvPr id="43" name="Shape 36">
            <a:extLst>
              <a:ext uri="{FF2B5EF4-FFF2-40B4-BE49-F238E27FC236}">
                <a16:creationId xmlns:a16="http://schemas.microsoft.com/office/drawing/2014/main" id="{A3BF9076-9C48-F1B0-BF30-2EF366C981F0}"/>
              </a:ext>
            </a:extLst>
          </p:cNvPr>
          <p:cNvSpPr/>
          <p:nvPr/>
        </p:nvSpPr>
        <p:spPr>
          <a:xfrm>
            <a:off x="4846320" y="4973336"/>
            <a:ext cx="6995160" cy="1267543"/>
          </a:xfrm>
          <a:prstGeom prst="roundRect">
            <a:avLst>
              <a:gd name="adj" fmla="val 22500"/>
            </a:avLst>
          </a:prstGeom>
          <a:solidFill>
            <a:schemeClr val="accent6">
              <a:lumMod val="75000"/>
              <a:alpha val="70000"/>
            </a:scheme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45" name="Text 37">
            <a:extLst>
              <a:ext uri="{FF2B5EF4-FFF2-40B4-BE49-F238E27FC236}">
                <a16:creationId xmlns:a16="http://schemas.microsoft.com/office/drawing/2014/main" id="{434E9CEA-6A03-E5D9-D2F9-0D1E07A5D5EE}"/>
              </a:ext>
            </a:extLst>
          </p:cNvPr>
          <p:cNvSpPr/>
          <p:nvPr/>
        </p:nvSpPr>
        <p:spPr>
          <a:xfrm>
            <a:off x="5074920" y="5128785"/>
            <a:ext cx="6672802" cy="1052058"/>
          </a:xfrm>
          <a:prstGeom prst="rect">
            <a:avLst/>
          </a:prstGeom>
          <a:noFill/>
          <a:ln/>
        </p:spPr>
        <p:txBody>
          <a:bodyPr wrap="square" lIns="508" tIns="508" rIns="508" bIns="508" rtlCol="0" anchor="ctr">
            <a:normAutofit/>
          </a:bodyPr>
          <a:lstStyle/>
          <a:p>
            <a:r>
              <a:rPr lang="en-US" sz="1600" b="1" dirty="0">
                <a:solidFill>
                  <a:schemeClr val="bg1"/>
                </a:solidFill>
                <a:latin typeface="Poppins" panose="00000500000000000000" pitchFamily="2" charset="0"/>
                <a:ea typeface="Aptos" pitchFamily="34" charset="-122"/>
                <a:cs typeface="Poppins" panose="00000500000000000000" pitchFamily="2" charset="0"/>
              </a:rPr>
              <a:t>Identified limitation:</a:t>
            </a:r>
          </a:p>
          <a:p>
            <a:r>
              <a:rPr lang="en-US" sz="1500" dirty="0">
                <a:solidFill>
                  <a:schemeClr val="bg1"/>
                </a:solidFill>
                <a:latin typeface="Poppins" panose="00000500000000000000" pitchFamily="2" charset="0"/>
                <a:ea typeface="Aptos" pitchFamily="34" charset="-122"/>
                <a:cs typeface="Poppins" panose="00000500000000000000" pitchFamily="2" charset="0"/>
              </a:rPr>
              <a:t>“Close to target / no assistance” was treated like motor off or detach.</a:t>
            </a:r>
          </a:p>
          <a:p>
            <a:r>
              <a:rPr lang="en-US" sz="1500" dirty="0">
                <a:solidFill>
                  <a:schemeClr val="bg1"/>
                </a:solidFill>
                <a:latin typeface="Poppins" panose="00000500000000000000" pitchFamily="2" charset="0"/>
                <a:ea typeface="Aptos" pitchFamily="34" charset="-122"/>
                <a:cs typeface="Poppins" panose="00000500000000000000" pitchFamily="2" charset="0"/>
              </a:rPr>
              <a:t>This is not true transparent control.</a:t>
            </a:r>
            <a:endParaRPr lang="en-US" sz="1500" dirty="0">
              <a:solidFill>
                <a:schemeClr val="bg1"/>
              </a:solidFill>
              <a:latin typeface="Poppins" panose="00000500000000000000" pitchFamily="2" charset="0"/>
              <a:cs typeface="Poppins" panose="00000500000000000000" pitchFamily="2" charset="0"/>
            </a:endParaRPr>
          </a:p>
        </p:txBody>
      </p:sp>
      <p:sp>
        <p:nvSpPr>
          <p:cNvPr id="47" name="Text 8">
            <a:extLst>
              <a:ext uri="{FF2B5EF4-FFF2-40B4-BE49-F238E27FC236}">
                <a16:creationId xmlns:a16="http://schemas.microsoft.com/office/drawing/2014/main" id="{09A97FD5-9635-A591-18D5-C449C3094C2A}"/>
              </a:ext>
            </a:extLst>
          </p:cNvPr>
          <p:cNvSpPr/>
          <p:nvPr/>
        </p:nvSpPr>
        <p:spPr>
          <a:xfrm>
            <a:off x="411480" y="320040"/>
            <a:ext cx="1005840" cy="50292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buNone/>
            </a:pPr>
            <a:r>
              <a:rPr lang="en-US" sz="3800" b="1" dirty="0">
                <a:solidFill>
                  <a:srgbClr val="22C7F3"/>
                </a:solidFill>
                <a:latin typeface="Poppins" panose="00000500000000000000" pitchFamily="2" charset="0"/>
                <a:ea typeface="Arial Narrow" pitchFamily="34" charset="-122"/>
                <a:cs typeface="Poppins" panose="00000500000000000000" pitchFamily="2" charset="0"/>
              </a:rPr>
              <a:t>01.</a:t>
            </a:r>
            <a:endParaRPr lang="en-US" sz="3800" dirty="0">
              <a:latin typeface="Poppins" panose="00000500000000000000" pitchFamily="2" charset="0"/>
              <a:cs typeface="Poppins" panose="00000500000000000000" pitchFamily="2" charset="0"/>
            </a:endParaRPr>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AFA58AD1-A1A6-5EE2-AFEB-E847BE36737E}"/>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652DD06A-78A2-42ED-40DB-2940711E8778}"/>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B5E8B8B5-8EA4-8384-D156-AAFF905FD605}"/>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1ADE8721-C6BF-7187-CDBC-F08DFD219E3B}"/>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B48AFA50-E4C8-B2FA-BEF8-639A28907E6D}"/>
              </a:ext>
            </a:extLst>
          </p:cNvPr>
          <p:cNvSpPr txBox="1"/>
          <p:nvPr/>
        </p:nvSpPr>
        <p:spPr>
          <a:xfrm>
            <a:off x="685800" y="13984"/>
            <a:ext cx="5381633" cy="3874522"/>
          </a:xfrm>
          <a:prstGeom prst="rect">
            <a:avLst/>
          </a:prstGeom>
        </p:spPr>
        <p:txBody>
          <a:bodyPr lIns="0" tIns="0" rIns="0" bIns="0" rtlCol="0" anchor="t">
            <a:spAutoFit/>
          </a:bodyPr>
          <a:lstStyle/>
          <a:p>
            <a:pPr>
              <a:lnSpc>
                <a:spcPts val="33120"/>
              </a:lnSpc>
            </a:pPr>
            <a:r>
              <a:rPr lang="en-US" sz="23657" b="1" dirty="0">
                <a:solidFill>
                  <a:srgbClr val="A6E048"/>
                </a:solidFill>
                <a:effectLst>
                  <a:outerShdw blurRad="50800" dist="38100" dir="2700000" algn="tl" rotWithShape="0">
                    <a:prstClr val="black">
                      <a:alpha val="40000"/>
                    </a:prstClr>
                  </a:outerShdw>
                </a:effectLst>
                <a:latin typeface="Bebas Neue Bold"/>
                <a:ea typeface="Bebas Neue Bold"/>
                <a:cs typeface="Bebas Neue Bold"/>
                <a:sym typeface="Bebas Neue Bold"/>
              </a:rPr>
              <a:t>02.</a:t>
            </a:r>
          </a:p>
        </p:txBody>
      </p:sp>
      <p:sp>
        <p:nvSpPr>
          <p:cNvPr id="36" name="TextBox 8">
            <a:extLst>
              <a:ext uri="{FF2B5EF4-FFF2-40B4-BE49-F238E27FC236}">
                <a16:creationId xmlns:a16="http://schemas.microsoft.com/office/drawing/2014/main" id="{F0A4B724-392C-4431-3B06-D7E258FE2ED5}"/>
              </a:ext>
            </a:extLst>
          </p:cNvPr>
          <p:cNvSpPr txBox="1"/>
          <p:nvPr/>
        </p:nvSpPr>
        <p:spPr>
          <a:xfrm>
            <a:off x="685800" y="3984307"/>
            <a:ext cx="11325578" cy="2462213"/>
          </a:xfrm>
          <a:prstGeom prst="rect">
            <a:avLst/>
          </a:prstGeom>
        </p:spPr>
        <p:txBody>
          <a:bodyPr wrap="square" lIns="0" tIns="0" rIns="0" bIns="0" rtlCol="0" anchor="t">
            <a:spAutoFit/>
          </a:bodyPr>
          <a:lstStyle/>
          <a:p>
            <a:r>
              <a:rPr lang="en-US" sz="8000" b="1" dirty="0">
                <a:solidFill>
                  <a:srgbClr val="002060"/>
                </a:solidFill>
                <a:latin typeface="Poppins" panose="00000500000000000000" pitchFamily="2" charset="0"/>
                <a:ea typeface="Arial Narrow" pitchFamily="34" charset="-122"/>
                <a:cs typeface="Poppins" panose="00000500000000000000" pitchFamily="2" charset="0"/>
              </a:rPr>
              <a:t>UPDATED</a:t>
            </a:r>
            <a:endParaRPr lang="en-US" sz="8000" dirty="0">
              <a:solidFill>
                <a:srgbClr val="002060"/>
              </a:solidFill>
              <a:latin typeface="Poppins" panose="00000500000000000000" pitchFamily="2" charset="0"/>
              <a:cs typeface="Poppins" panose="00000500000000000000" pitchFamily="2" charset="0"/>
            </a:endParaRPr>
          </a:p>
          <a:p>
            <a:r>
              <a:rPr lang="en-US" sz="8000" b="1" dirty="0">
                <a:solidFill>
                  <a:srgbClr val="002060"/>
                </a:solidFill>
                <a:latin typeface="Poppins" panose="00000500000000000000" pitchFamily="2" charset="0"/>
                <a:ea typeface="Arial Narrow" pitchFamily="34" charset="-122"/>
                <a:cs typeface="Poppins" panose="00000500000000000000" pitchFamily="2" charset="0"/>
              </a:rPr>
              <a:t>OBJECTIVES</a:t>
            </a:r>
            <a:endParaRPr lang="en-US" sz="8000" dirty="0">
              <a:solidFill>
                <a:srgbClr val="002060"/>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033057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p>
        </p:txBody>
      </p:sp>
      <p:sp>
        <p:nvSpPr>
          <p:cNvPr id="10" name="Text 8"/>
          <p:cNvSpPr/>
          <p:nvPr/>
        </p:nvSpPr>
        <p:spPr>
          <a:xfrm>
            <a:off x="411480" y="320040"/>
            <a:ext cx="1005840" cy="50292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buNone/>
            </a:pPr>
            <a:r>
              <a:rPr lang="en-US" sz="3800" b="1" dirty="0">
                <a:solidFill>
                  <a:srgbClr val="A6E048"/>
                </a:solidFill>
                <a:latin typeface="Poppins" panose="00000500000000000000" pitchFamily="2" charset="0"/>
                <a:ea typeface="Arial Narrow" pitchFamily="34" charset="-122"/>
                <a:cs typeface="Poppins" panose="00000500000000000000" pitchFamily="2" charset="0"/>
              </a:rPr>
              <a:t>02.</a:t>
            </a:r>
            <a:endParaRPr lang="en-US" sz="3800" dirty="0">
              <a:latin typeface="Poppins" panose="00000500000000000000" pitchFamily="2" charset="0"/>
              <a:cs typeface="Poppins" panose="00000500000000000000" pitchFamily="2" charset="0"/>
            </a:endParaRPr>
          </a:p>
        </p:txBody>
      </p:sp>
      <p:sp>
        <p:nvSpPr>
          <p:cNvPr id="11" name="Text 9"/>
          <p:cNvSpPr/>
          <p:nvPr/>
        </p:nvSpPr>
        <p:spPr>
          <a:xfrm>
            <a:off x="1417320" y="310896"/>
            <a:ext cx="7315200" cy="594360"/>
          </a:xfrm>
          <a:prstGeom prst="rect">
            <a:avLst/>
          </a:prstGeom>
          <a:noFill/>
          <a:ln/>
        </p:spPr>
        <p:txBody>
          <a:bodyPr wrap="square" lIns="0" tIns="0" rIns="0" bIns="0" rtlCol="0" anchor="ctr">
            <a:normAutofit fontScale="92500"/>
          </a:bodyPr>
          <a:lstStyle/>
          <a:p>
            <a:pPr marL="0" indent="0">
              <a:buNone/>
            </a:pPr>
            <a:r>
              <a:rPr lang="en-US" sz="3700" b="1" dirty="0">
                <a:solidFill>
                  <a:srgbClr val="002060"/>
                </a:solidFill>
                <a:latin typeface="Poppins" panose="00000500000000000000" pitchFamily="2" charset="0"/>
                <a:ea typeface="Arial Narrow" pitchFamily="34" charset="-122"/>
                <a:cs typeface="Poppins" panose="00000500000000000000" pitchFamily="2" charset="0"/>
              </a:rPr>
              <a:t>UPDATED PROJECT OBJECTIVES</a:t>
            </a:r>
            <a:endParaRPr lang="en-US" sz="3700" dirty="0">
              <a:solidFill>
                <a:srgbClr val="002060"/>
              </a:solidFill>
              <a:latin typeface="Poppins" panose="00000500000000000000" pitchFamily="2" charset="0"/>
              <a:cs typeface="Poppins" panose="00000500000000000000" pitchFamily="2" charset="0"/>
            </a:endParaRPr>
          </a:p>
        </p:txBody>
      </p:sp>
      <p:sp>
        <p:nvSpPr>
          <p:cNvPr id="12" name="Text 10"/>
          <p:cNvSpPr/>
          <p:nvPr/>
        </p:nvSpPr>
        <p:spPr>
          <a:xfrm>
            <a:off x="502920" y="987552"/>
            <a:ext cx="10241280" cy="292608"/>
          </a:xfrm>
          <a:prstGeom prst="rect">
            <a:avLst/>
          </a:prstGeom>
          <a:noFill/>
          <a:ln/>
        </p:spPr>
        <p:txBody>
          <a:bodyPr wrap="square" lIns="0" tIns="0" rIns="0" bIns="0" rtlCol="0" anchor="ctr"/>
          <a:lstStyle/>
          <a:p>
            <a:pPr marL="0" indent="0">
              <a:buNone/>
            </a:pPr>
            <a:r>
              <a:rPr lang="en-US" sz="2000" dirty="0">
                <a:solidFill>
                  <a:srgbClr val="002060"/>
                </a:solidFill>
                <a:latin typeface="Poppins" panose="00000500000000000000" pitchFamily="2" charset="0"/>
                <a:ea typeface="Aptos" pitchFamily="34" charset="-122"/>
                <a:cs typeface="Poppins" panose="00000500000000000000" pitchFamily="2" charset="0"/>
              </a:rPr>
              <a:t>New focus: transparency, compliance, feedback and quantitative evaluation.</a:t>
            </a:r>
            <a:endParaRPr lang="en-US" sz="2000" dirty="0">
              <a:solidFill>
                <a:srgbClr val="002060"/>
              </a:solidFill>
              <a:latin typeface="Poppins" panose="00000500000000000000" pitchFamily="2" charset="0"/>
              <a:cs typeface="Poppins" panose="00000500000000000000" pitchFamily="2" charset="0"/>
            </a:endParaRPr>
          </a:p>
        </p:txBody>
      </p:sp>
      <p:sp>
        <p:nvSpPr>
          <p:cNvPr id="13" name="Shape 11"/>
          <p:cNvSpPr/>
          <p:nvPr/>
        </p:nvSpPr>
        <p:spPr>
          <a:xfrm>
            <a:off x="731520" y="1428072"/>
            <a:ext cx="5166360" cy="1542723"/>
          </a:xfrm>
          <a:prstGeom prst="roundRect">
            <a:avLst>
              <a:gd name="adj" fmla="val 17143"/>
            </a:avLst>
          </a:prstGeom>
          <a:solidFill>
            <a:srgbClr val="061B32">
              <a:alpha val="88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sz="2800">
              <a:latin typeface="Poppins" panose="00000500000000000000" pitchFamily="2" charset="0"/>
              <a:cs typeface="Poppins" panose="00000500000000000000" pitchFamily="2" charset="0"/>
            </a:endParaRPr>
          </a:p>
        </p:txBody>
      </p:sp>
      <p:sp>
        <p:nvSpPr>
          <p:cNvPr id="14" name="Text 12"/>
          <p:cNvSpPr/>
          <p:nvPr/>
        </p:nvSpPr>
        <p:spPr>
          <a:xfrm>
            <a:off x="960120" y="1886518"/>
            <a:ext cx="438912" cy="705245"/>
          </a:xfrm>
          <a:prstGeom prst="rect">
            <a:avLst/>
          </a:prstGeom>
          <a:noFill/>
          <a:ln/>
        </p:spPr>
        <p:txBody>
          <a:bodyPr wrap="square" lIns="0" tIns="0" rIns="0" bIns="0" rtlCol="0" anchor="ctr"/>
          <a:lstStyle/>
          <a:p>
            <a:pPr marL="0" indent="0" algn="ctr">
              <a:buNone/>
            </a:pPr>
            <a:r>
              <a:rPr lang="en-US" sz="5400" b="1" dirty="0">
                <a:solidFill>
                  <a:srgbClr val="22C7F3"/>
                </a:solidFill>
                <a:latin typeface="Poppins" panose="00000500000000000000" pitchFamily="2" charset="0"/>
                <a:ea typeface="Arial Narrow" pitchFamily="34" charset="-122"/>
                <a:cs typeface="Poppins" panose="00000500000000000000" pitchFamily="2" charset="0"/>
              </a:rPr>
              <a:t>1</a:t>
            </a:r>
            <a:endParaRPr lang="en-US" sz="5400" dirty="0">
              <a:latin typeface="Poppins" panose="00000500000000000000" pitchFamily="2" charset="0"/>
              <a:cs typeface="Poppins" panose="00000500000000000000" pitchFamily="2" charset="0"/>
            </a:endParaRPr>
          </a:p>
        </p:txBody>
      </p:sp>
      <p:sp>
        <p:nvSpPr>
          <p:cNvPr id="15" name="Text 13"/>
          <p:cNvSpPr/>
          <p:nvPr/>
        </p:nvSpPr>
        <p:spPr>
          <a:xfrm>
            <a:off x="1554480" y="1603422"/>
            <a:ext cx="4023360" cy="367315"/>
          </a:xfrm>
          <a:prstGeom prst="rect">
            <a:avLst/>
          </a:prstGeom>
          <a:noFill/>
          <a:ln/>
        </p:spPr>
        <p:txBody>
          <a:bodyPr wrap="square" lIns="0" tIns="0" rIns="0" bIns="0" rtlCol="0" anchor="ctr"/>
          <a:lstStyle/>
          <a:p>
            <a:pPr marL="0" indent="0">
              <a:buNone/>
            </a:pPr>
            <a:r>
              <a:rPr lang="en-US" sz="2000" b="1" dirty="0">
                <a:solidFill>
                  <a:srgbClr val="F4F7FB"/>
                </a:solidFill>
                <a:latin typeface="Poppins" panose="00000500000000000000" pitchFamily="2" charset="0"/>
                <a:ea typeface="Aptos" pitchFamily="34" charset="-122"/>
                <a:cs typeface="Poppins" panose="00000500000000000000" pitchFamily="2" charset="0"/>
              </a:rPr>
              <a:t>Transparent mode by control</a:t>
            </a:r>
            <a:endParaRPr lang="en-US" sz="2000" dirty="0">
              <a:latin typeface="Poppins" panose="00000500000000000000" pitchFamily="2" charset="0"/>
              <a:cs typeface="Poppins" panose="00000500000000000000" pitchFamily="2" charset="0"/>
            </a:endParaRPr>
          </a:p>
        </p:txBody>
      </p:sp>
      <p:sp>
        <p:nvSpPr>
          <p:cNvPr id="16" name="Text 14"/>
          <p:cNvSpPr/>
          <p:nvPr/>
        </p:nvSpPr>
        <p:spPr>
          <a:xfrm>
            <a:off x="1554480" y="2301556"/>
            <a:ext cx="4023360" cy="367315"/>
          </a:xfrm>
          <a:prstGeom prst="rect">
            <a:avLst/>
          </a:prstGeom>
          <a:noFill/>
          <a:ln/>
        </p:spPr>
        <p:txBody>
          <a:bodyPr wrap="square" lIns="0" tIns="0" rIns="0" bIns="0" rtlCol="0" anchor="ctr"/>
          <a:lstStyle/>
          <a:p>
            <a:pPr marL="0" indent="0">
              <a:buNone/>
            </a:pPr>
            <a:r>
              <a:rPr lang="en-US" dirty="0">
                <a:solidFill>
                  <a:srgbClr val="BED2E9"/>
                </a:solidFill>
                <a:latin typeface="Poppins" panose="00000500000000000000" pitchFamily="2" charset="0"/>
                <a:ea typeface="Aptos" pitchFamily="34" charset="-122"/>
                <a:cs typeface="Poppins" panose="00000500000000000000" pitchFamily="2" charset="0"/>
              </a:rPr>
              <a:t>Motor remains active; controller sends neutral/high-compliance behavior.</a:t>
            </a:r>
            <a:endParaRPr lang="en-US" dirty="0">
              <a:latin typeface="Poppins" panose="00000500000000000000" pitchFamily="2" charset="0"/>
              <a:cs typeface="Poppins" panose="00000500000000000000" pitchFamily="2" charset="0"/>
            </a:endParaRPr>
          </a:p>
        </p:txBody>
      </p:sp>
      <p:sp>
        <p:nvSpPr>
          <p:cNvPr id="17" name="Shape 15"/>
          <p:cNvSpPr/>
          <p:nvPr/>
        </p:nvSpPr>
        <p:spPr>
          <a:xfrm>
            <a:off x="6309360" y="1428072"/>
            <a:ext cx="5166360" cy="1542723"/>
          </a:xfrm>
          <a:prstGeom prst="roundRect">
            <a:avLst>
              <a:gd name="adj" fmla="val 17143"/>
            </a:avLst>
          </a:prstGeom>
          <a:solidFill>
            <a:srgbClr val="061B32">
              <a:alpha val="88000"/>
            </a:srgbClr>
          </a:solidFill>
          <a:ln w="16510">
            <a:solidFill>
              <a:srgbClr val="FFC400"/>
            </a:solidFill>
            <a:prstDash val="solid"/>
          </a:ln>
          <a:effectLst>
            <a:outerShdw blurRad="12700" dist="50800" dir="2700000" algn="bl" rotWithShape="0">
              <a:srgbClr val="000000">
                <a:alpha val="28000"/>
              </a:srgbClr>
            </a:outerShdw>
          </a:effectLst>
        </p:spPr>
        <p:txBody>
          <a:bodyPr/>
          <a:lstStyle/>
          <a:p>
            <a:endParaRPr lang="en-US" sz="2800">
              <a:latin typeface="Poppins" panose="00000500000000000000" pitchFamily="2" charset="0"/>
              <a:cs typeface="Poppins" panose="00000500000000000000" pitchFamily="2" charset="0"/>
            </a:endParaRPr>
          </a:p>
        </p:txBody>
      </p:sp>
      <p:sp>
        <p:nvSpPr>
          <p:cNvPr id="18" name="Text 16"/>
          <p:cNvSpPr/>
          <p:nvPr/>
        </p:nvSpPr>
        <p:spPr>
          <a:xfrm>
            <a:off x="6501384" y="1849190"/>
            <a:ext cx="438912" cy="705245"/>
          </a:xfrm>
          <a:prstGeom prst="rect">
            <a:avLst/>
          </a:prstGeom>
          <a:noFill/>
          <a:ln/>
        </p:spPr>
        <p:txBody>
          <a:bodyPr wrap="square" lIns="0" tIns="0" rIns="0" bIns="0" rtlCol="0" anchor="ctr"/>
          <a:lstStyle/>
          <a:p>
            <a:pPr marL="0" indent="0" algn="ctr">
              <a:buNone/>
            </a:pPr>
            <a:r>
              <a:rPr lang="en-US" sz="5400" b="1" dirty="0">
                <a:solidFill>
                  <a:srgbClr val="FFC400"/>
                </a:solidFill>
                <a:latin typeface="Poppins" panose="00000500000000000000" pitchFamily="2" charset="0"/>
                <a:ea typeface="Arial Narrow" pitchFamily="34" charset="-122"/>
                <a:cs typeface="Poppins" panose="00000500000000000000" pitchFamily="2" charset="0"/>
              </a:rPr>
              <a:t>2</a:t>
            </a:r>
            <a:endParaRPr lang="en-US" sz="5400" dirty="0">
              <a:latin typeface="Poppins" panose="00000500000000000000" pitchFamily="2" charset="0"/>
              <a:cs typeface="Poppins" panose="00000500000000000000" pitchFamily="2" charset="0"/>
            </a:endParaRPr>
          </a:p>
        </p:txBody>
      </p:sp>
      <p:sp>
        <p:nvSpPr>
          <p:cNvPr id="19" name="Text 17"/>
          <p:cNvSpPr/>
          <p:nvPr/>
        </p:nvSpPr>
        <p:spPr>
          <a:xfrm>
            <a:off x="7132320" y="1624938"/>
            <a:ext cx="4023360" cy="367315"/>
          </a:xfrm>
          <a:prstGeom prst="rect">
            <a:avLst/>
          </a:prstGeom>
          <a:noFill/>
          <a:ln/>
        </p:spPr>
        <p:txBody>
          <a:bodyPr wrap="square" lIns="0" tIns="0" rIns="0" bIns="0" rtlCol="0" anchor="ctr"/>
          <a:lstStyle/>
          <a:p>
            <a:pPr marL="0" indent="0">
              <a:buNone/>
            </a:pPr>
            <a:r>
              <a:rPr lang="en-US" sz="2000" b="1" dirty="0">
                <a:solidFill>
                  <a:srgbClr val="F4F7FB"/>
                </a:solidFill>
                <a:latin typeface="Poppins" panose="00000500000000000000" pitchFamily="2" charset="0"/>
                <a:ea typeface="Aptos" pitchFamily="34" charset="-122"/>
                <a:cs typeface="Poppins" panose="00000500000000000000" pitchFamily="2" charset="0"/>
              </a:rPr>
              <a:t>Visual feedback</a:t>
            </a:r>
            <a:endParaRPr lang="en-US" sz="2000" dirty="0">
              <a:latin typeface="Poppins" panose="00000500000000000000" pitchFamily="2" charset="0"/>
              <a:cs typeface="Poppins" panose="00000500000000000000" pitchFamily="2" charset="0"/>
            </a:endParaRPr>
          </a:p>
        </p:txBody>
      </p:sp>
      <p:sp>
        <p:nvSpPr>
          <p:cNvPr id="20" name="Text 18"/>
          <p:cNvSpPr/>
          <p:nvPr/>
        </p:nvSpPr>
        <p:spPr>
          <a:xfrm>
            <a:off x="7086600" y="2160359"/>
            <a:ext cx="4023360" cy="367315"/>
          </a:xfrm>
          <a:prstGeom prst="rect">
            <a:avLst/>
          </a:prstGeom>
          <a:noFill/>
          <a:ln/>
        </p:spPr>
        <p:txBody>
          <a:bodyPr wrap="square" lIns="0" tIns="0" rIns="0" bIns="0" rtlCol="0" anchor="ctr"/>
          <a:lstStyle/>
          <a:p>
            <a:pPr marL="0" indent="0">
              <a:buNone/>
            </a:pPr>
            <a:r>
              <a:rPr lang="en-US" dirty="0">
                <a:solidFill>
                  <a:srgbClr val="BED2E9"/>
                </a:solidFill>
                <a:latin typeface="Poppins" panose="00000500000000000000" pitchFamily="2" charset="0"/>
                <a:ea typeface="Aptos" pitchFamily="34" charset="-122"/>
                <a:cs typeface="Poppins" panose="00000500000000000000" pitchFamily="2" charset="0"/>
              </a:rPr>
              <a:t>Ball Color feedback based on tracking error.</a:t>
            </a:r>
            <a:endParaRPr lang="en-US" dirty="0">
              <a:latin typeface="Poppins" panose="00000500000000000000" pitchFamily="2" charset="0"/>
              <a:cs typeface="Poppins" panose="00000500000000000000" pitchFamily="2" charset="0"/>
            </a:endParaRPr>
          </a:p>
        </p:txBody>
      </p:sp>
      <p:sp>
        <p:nvSpPr>
          <p:cNvPr id="21" name="Shape 19"/>
          <p:cNvSpPr/>
          <p:nvPr/>
        </p:nvSpPr>
        <p:spPr>
          <a:xfrm>
            <a:off x="731520" y="3100888"/>
            <a:ext cx="5166360" cy="1542723"/>
          </a:xfrm>
          <a:prstGeom prst="roundRect">
            <a:avLst>
              <a:gd name="adj" fmla="val 17143"/>
            </a:avLst>
          </a:prstGeom>
          <a:solidFill>
            <a:srgbClr val="061B32">
              <a:alpha val="88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sz="2800">
              <a:latin typeface="Poppins" panose="00000500000000000000" pitchFamily="2" charset="0"/>
              <a:cs typeface="Poppins" panose="00000500000000000000" pitchFamily="2" charset="0"/>
            </a:endParaRPr>
          </a:p>
        </p:txBody>
      </p:sp>
      <p:sp>
        <p:nvSpPr>
          <p:cNvPr id="22" name="Text 20"/>
          <p:cNvSpPr/>
          <p:nvPr/>
        </p:nvSpPr>
        <p:spPr>
          <a:xfrm>
            <a:off x="960120" y="3492248"/>
            <a:ext cx="438912" cy="705245"/>
          </a:xfrm>
          <a:prstGeom prst="rect">
            <a:avLst/>
          </a:prstGeom>
          <a:noFill/>
          <a:ln/>
        </p:spPr>
        <p:txBody>
          <a:bodyPr wrap="square" lIns="0" tIns="0" rIns="0" bIns="0" rtlCol="0" anchor="ctr"/>
          <a:lstStyle/>
          <a:p>
            <a:pPr marL="0" indent="0" algn="ctr">
              <a:buNone/>
            </a:pPr>
            <a:r>
              <a:rPr lang="en-US" sz="5400" b="1" dirty="0">
                <a:solidFill>
                  <a:srgbClr val="F66DD5"/>
                </a:solidFill>
                <a:latin typeface="Poppins" panose="00000500000000000000" pitchFamily="2" charset="0"/>
                <a:ea typeface="Arial Narrow" pitchFamily="34" charset="-122"/>
                <a:cs typeface="Poppins" panose="00000500000000000000" pitchFamily="2" charset="0"/>
              </a:rPr>
              <a:t>3</a:t>
            </a:r>
            <a:endParaRPr lang="en-US" sz="5400" dirty="0">
              <a:latin typeface="Poppins" panose="00000500000000000000" pitchFamily="2" charset="0"/>
              <a:cs typeface="Poppins" panose="00000500000000000000" pitchFamily="2" charset="0"/>
            </a:endParaRPr>
          </a:p>
        </p:txBody>
      </p:sp>
      <p:sp>
        <p:nvSpPr>
          <p:cNvPr id="23" name="Text 21"/>
          <p:cNvSpPr/>
          <p:nvPr/>
        </p:nvSpPr>
        <p:spPr>
          <a:xfrm>
            <a:off x="1554480" y="3368831"/>
            <a:ext cx="4023360" cy="367315"/>
          </a:xfrm>
          <a:prstGeom prst="rect">
            <a:avLst/>
          </a:prstGeom>
          <a:noFill/>
          <a:ln/>
        </p:spPr>
        <p:txBody>
          <a:bodyPr wrap="square" lIns="0" tIns="0" rIns="0" bIns="0" rtlCol="0" anchor="ctr"/>
          <a:lstStyle/>
          <a:p>
            <a:pPr marL="0" indent="0">
              <a:buNone/>
            </a:pPr>
            <a:r>
              <a:rPr lang="en-US" sz="2000" b="1" dirty="0">
                <a:solidFill>
                  <a:srgbClr val="F4F7FB"/>
                </a:solidFill>
                <a:latin typeface="Poppins" panose="00000500000000000000" pitchFamily="2" charset="0"/>
                <a:ea typeface="Aptos" pitchFamily="34" charset="-122"/>
                <a:cs typeface="Poppins" panose="00000500000000000000" pitchFamily="2" charset="0"/>
              </a:rPr>
              <a:t>Residual torque evaluation</a:t>
            </a:r>
            <a:endParaRPr lang="en-US" sz="2000" dirty="0">
              <a:latin typeface="Poppins" panose="00000500000000000000" pitchFamily="2" charset="0"/>
              <a:cs typeface="Poppins" panose="00000500000000000000" pitchFamily="2" charset="0"/>
            </a:endParaRPr>
          </a:p>
        </p:txBody>
      </p:sp>
      <p:sp>
        <p:nvSpPr>
          <p:cNvPr id="24" name="Text 22"/>
          <p:cNvSpPr/>
          <p:nvPr/>
        </p:nvSpPr>
        <p:spPr>
          <a:xfrm>
            <a:off x="1554480" y="3923115"/>
            <a:ext cx="4023360" cy="367315"/>
          </a:xfrm>
          <a:prstGeom prst="rect">
            <a:avLst/>
          </a:prstGeom>
          <a:noFill/>
          <a:ln/>
        </p:spPr>
        <p:txBody>
          <a:bodyPr wrap="square" lIns="0" tIns="0" rIns="0" bIns="0" rtlCol="0" anchor="ctr"/>
          <a:lstStyle/>
          <a:p>
            <a:pPr marL="0" indent="0">
              <a:buNone/>
            </a:pPr>
            <a:r>
              <a:rPr lang="en-US" dirty="0">
                <a:solidFill>
                  <a:srgbClr val="BED2E9"/>
                </a:solidFill>
                <a:latin typeface="Poppins" panose="00000500000000000000" pitchFamily="2" charset="0"/>
                <a:ea typeface="Aptos" pitchFamily="34" charset="-122"/>
                <a:cs typeface="Poppins" panose="00000500000000000000" pitchFamily="2" charset="0"/>
              </a:rPr>
              <a:t>Estimate remaining interaction force from the force sensor.</a:t>
            </a:r>
            <a:endParaRPr lang="en-US" dirty="0">
              <a:latin typeface="Poppins" panose="00000500000000000000" pitchFamily="2" charset="0"/>
              <a:cs typeface="Poppins" panose="00000500000000000000" pitchFamily="2" charset="0"/>
            </a:endParaRPr>
          </a:p>
        </p:txBody>
      </p:sp>
      <p:sp>
        <p:nvSpPr>
          <p:cNvPr id="25" name="Shape 23"/>
          <p:cNvSpPr/>
          <p:nvPr/>
        </p:nvSpPr>
        <p:spPr>
          <a:xfrm>
            <a:off x="6309360" y="3068614"/>
            <a:ext cx="5166360" cy="1542723"/>
          </a:xfrm>
          <a:prstGeom prst="roundRect">
            <a:avLst>
              <a:gd name="adj" fmla="val 17143"/>
            </a:avLst>
          </a:prstGeom>
          <a:solidFill>
            <a:srgbClr val="061B32">
              <a:alpha val="88000"/>
            </a:srgbClr>
          </a:solidFill>
          <a:ln w="16510">
            <a:solidFill>
              <a:srgbClr val="5AA7FF"/>
            </a:solidFill>
            <a:prstDash val="solid"/>
          </a:ln>
          <a:effectLst>
            <a:outerShdw blurRad="12700" dist="50800" dir="2700000" algn="bl" rotWithShape="0">
              <a:srgbClr val="000000">
                <a:alpha val="28000"/>
              </a:srgbClr>
            </a:outerShdw>
          </a:effectLst>
        </p:spPr>
        <p:txBody>
          <a:bodyPr/>
          <a:lstStyle/>
          <a:p>
            <a:endParaRPr lang="en-US" sz="2800">
              <a:latin typeface="Poppins" panose="00000500000000000000" pitchFamily="2" charset="0"/>
              <a:cs typeface="Poppins" panose="00000500000000000000" pitchFamily="2" charset="0"/>
            </a:endParaRPr>
          </a:p>
        </p:txBody>
      </p:sp>
      <p:sp>
        <p:nvSpPr>
          <p:cNvPr id="26" name="Text 24"/>
          <p:cNvSpPr/>
          <p:nvPr/>
        </p:nvSpPr>
        <p:spPr>
          <a:xfrm>
            <a:off x="6537960" y="3429000"/>
            <a:ext cx="438912" cy="705245"/>
          </a:xfrm>
          <a:prstGeom prst="rect">
            <a:avLst/>
          </a:prstGeom>
          <a:noFill/>
          <a:ln/>
        </p:spPr>
        <p:txBody>
          <a:bodyPr wrap="square" lIns="0" tIns="0" rIns="0" bIns="0" rtlCol="0" anchor="ctr"/>
          <a:lstStyle/>
          <a:p>
            <a:pPr marL="0" indent="0" algn="ctr">
              <a:buNone/>
            </a:pPr>
            <a:r>
              <a:rPr lang="en-US" sz="5400" b="1" dirty="0">
                <a:solidFill>
                  <a:srgbClr val="5AA7FF"/>
                </a:solidFill>
                <a:latin typeface="Poppins" panose="00000500000000000000" pitchFamily="2" charset="0"/>
                <a:ea typeface="Arial Narrow" pitchFamily="34" charset="-122"/>
                <a:cs typeface="Poppins" panose="00000500000000000000" pitchFamily="2" charset="0"/>
              </a:rPr>
              <a:t>4</a:t>
            </a:r>
            <a:endParaRPr lang="en-US" sz="5400" dirty="0">
              <a:latin typeface="Poppins" panose="00000500000000000000" pitchFamily="2" charset="0"/>
              <a:cs typeface="Poppins" panose="00000500000000000000" pitchFamily="2" charset="0"/>
            </a:endParaRPr>
          </a:p>
        </p:txBody>
      </p:sp>
      <p:sp>
        <p:nvSpPr>
          <p:cNvPr id="27" name="Text 25"/>
          <p:cNvSpPr/>
          <p:nvPr/>
        </p:nvSpPr>
        <p:spPr>
          <a:xfrm>
            <a:off x="7132320" y="3310280"/>
            <a:ext cx="4023360" cy="367315"/>
          </a:xfrm>
          <a:prstGeom prst="rect">
            <a:avLst/>
          </a:prstGeom>
          <a:noFill/>
          <a:ln/>
        </p:spPr>
        <p:txBody>
          <a:bodyPr wrap="square" lIns="0" tIns="0" rIns="0" bIns="0" rtlCol="0" anchor="ctr"/>
          <a:lstStyle/>
          <a:p>
            <a:pPr marL="0" indent="0">
              <a:buNone/>
            </a:pPr>
            <a:r>
              <a:rPr lang="en-US" sz="2000" b="1" dirty="0">
                <a:solidFill>
                  <a:srgbClr val="F4F7FB"/>
                </a:solidFill>
                <a:latin typeface="Poppins" panose="00000500000000000000" pitchFamily="2" charset="0"/>
                <a:ea typeface="Aptos" pitchFamily="34" charset="-122"/>
                <a:cs typeface="Poppins" panose="00000500000000000000" pitchFamily="2" charset="0"/>
              </a:rPr>
              <a:t>Comparison plots over 3 games</a:t>
            </a:r>
            <a:endParaRPr lang="en-US" sz="2000" dirty="0">
              <a:latin typeface="Poppins" panose="00000500000000000000" pitchFamily="2" charset="0"/>
              <a:cs typeface="Poppins" panose="00000500000000000000" pitchFamily="2" charset="0"/>
            </a:endParaRPr>
          </a:p>
        </p:txBody>
      </p:sp>
      <p:sp>
        <p:nvSpPr>
          <p:cNvPr id="28" name="Text 26"/>
          <p:cNvSpPr/>
          <p:nvPr/>
        </p:nvSpPr>
        <p:spPr>
          <a:xfrm>
            <a:off x="7132320" y="3976905"/>
            <a:ext cx="4023360" cy="367315"/>
          </a:xfrm>
          <a:prstGeom prst="rect">
            <a:avLst/>
          </a:prstGeom>
          <a:noFill/>
          <a:ln/>
        </p:spPr>
        <p:txBody>
          <a:bodyPr wrap="square" lIns="0" tIns="0" rIns="0" bIns="0" rtlCol="0" anchor="ctr"/>
          <a:lstStyle/>
          <a:p>
            <a:pPr marL="0" indent="0">
              <a:buNone/>
            </a:pPr>
            <a:r>
              <a:rPr lang="en-US" dirty="0">
                <a:solidFill>
                  <a:srgbClr val="BED2E9"/>
                </a:solidFill>
                <a:latin typeface="Poppins" panose="00000500000000000000" pitchFamily="2" charset="0"/>
                <a:ea typeface="Aptos" pitchFamily="34" charset="-122"/>
                <a:cs typeface="Poppins" panose="00000500000000000000" pitchFamily="2" charset="0"/>
              </a:rPr>
              <a:t>Slider trajectory, target/ball position, feedback state, torque.</a:t>
            </a:r>
            <a:endParaRPr lang="en-US" dirty="0">
              <a:latin typeface="Poppins" panose="00000500000000000000" pitchFamily="2" charset="0"/>
              <a:cs typeface="Poppins" panose="00000500000000000000" pitchFamily="2" charset="0"/>
            </a:endParaRPr>
          </a:p>
        </p:txBody>
      </p:sp>
      <p:sp>
        <p:nvSpPr>
          <p:cNvPr id="29" name="Shape 27"/>
          <p:cNvSpPr/>
          <p:nvPr/>
        </p:nvSpPr>
        <p:spPr>
          <a:xfrm>
            <a:off x="3543300" y="4735183"/>
            <a:ext cx="5166360" cy="1542723"/>
          </a:xfrm>
          <a:prstGeom prst="roundRect">
            <a:avLst>
              <a:gd name="adj" fmla="val 17143"/>
            </a:avLst>
          </a:prstGeom>
          <a:solidFill>
            <a:srgbClr val="061B32">
              <a:alpha val="88000"/>
            </a:srgbClr>
          </a:solidFill>
          <a:ln w="16510">
            <a:solidFill>
              <a:srgbClr val="A676FF"/>
            </a:solidFill>
            <a:prstDash val="solid"/>
          </a:ln>
          <a:effectLst>
            <a:outerShdw blurRad="12700" dist="50800" dir="2700000" algn="bl" rotWithShape="0">
              <a:srgbClr val="000000">
                <a:alpha val="28000"/>
              </a:srgbClr>
            </a:outerShdw>
          </a:effectLst>
        </p:spPr>
        <p:txBody>
          <a:bodyPr/>
          <a:lstStyle/>
          <a:p>
            <a:endParaRPr lang="en-US" sz="2800">
              <a:latin typeface="Poppins" panose="00000500000000000000" pitchFamily="2" charset="0"/>
              <a:cs typeface="Poppins" panose="00000500000000000000" pitchFamily="2" charset="0"/>
            </a:endParaRPr>
          </a:p>
        </p:txBody>
      </p:sp>
      <p:sp>
        <p:nvSpPr>
          <p:cNvPr id="30" name="Text 28"/>
          <p:cNvSpPr/>
          <p:nvPr/>
        </p:nvSpPr>
        <p:spPr>
          <a:xfrm>
            <a:off x="3771900" y="5164977"/>
            <a:ext cx="438912" cy="705245"/>
          </a:xfrm>
          <a:prstGeom prst="rect">
            <a:avLst/>
          </a:prstGeom>
          <a:noFill/>
          <a:ln/>
        </p:spPr>
        <p:txBody>
          <a:bodyPr wrap="square" lIns="0" tIns="0" rIns="0" bIns="0" rtlCol="0" anchor="ctr"/>
          <a:lstStyle/>
          <a:p>
            <a:pPr marL="0" indent="0" algn="ctr">
              <a:buNone/>
            </a:pPr>
            <a:r>
              <a:rPr lang="en-US" sz="5400" b="1" dirty="0">
                <a:solidFill>
                  <a:srgbClr val="A676FF"/>
                </a:solidFill>
                <a:latin typeface="Poppins" panose="00000500000000000000" pitchFamily="2" charset="0"/>
                <a:ea typeface="Arial Narrow" pitchFamily="34" charset="-122"/>
                <a:cs typeface="Poppins" panose="00000500000000000000" pitchFamily="2" charset="0"/>
              </a:rPr>
              <a:t>5</a:t>
            </a:r>
            <a:endParaRPr lang="en-US" sz="5400" dirty="0">
              <a:latin typeface="Poppins" panose="00000500000000000000" pitchFamily="2" charset="0"/>
              <a:cs typeface="Poppins" panose="00000500000000000000" pitchFamily="2" charset="0"/>
            </a:endParaRPr>
          </a:p>
        </p:txBody>
      </p:sp>
      <p:sp>
        <p:nvSpPr>
          <p:cNvPr id="31" name="Text 29"/>
          <p:cNvSpPr/>
          <p:nvPr/>
        </p:nvSpPr>
        <p:spPr>
          <a:xfrm>
            <a:off x="4366260" y="5044333"/>
            <a:ext cx="4023360" cy="367315"/>
          </a:xfrm>
          <a:prstGeom prst="rect">
            <a:avLst/>
          </a:prstGeom>
          <a:noFill/>
          <a:ln/>
        </p:spPr>
        <p:txBody>
          <a:bodyPr wrap="square" lIns="0" tIns="0" rIns="0" bIns="0" rtlCol="0" anchor="ctr"/>
          <a:lstStyle/>
          <a:p>
            <a:pPr marL="0" indent="0">
              <a:buNone/>
            </a:pPr>
            <a:r>
              <a:rPr lang="en-US" sz="2000" b="1" dirty="0">
                <a:solidFill>
                  <a:srgbClr val="F4F7FB"/>
                </a:solidFill>
                <a:latin typeface="Poppins" panose="00000500000000000000" pitchFamily="2" charset="0"/>
                <a:ea typeface="Aptos" pitchFamily="34" charset="-122"/>
                <a:cs typeface="Poppins" panose="00000500000000000000" pitchFamily="2" charset="0"/>
              </a:rPr>
              <a:t>User performance evaluation</a:t>
            </a:r>
            <a:endParaRPr lang="en-US" sz="2000" dirty="0">
              <a:latin typeface="Poppins" panose="00000500000000000000" pitchFamily="2" charset="0"/>
              <a:cs typeface="Poppins" panose="00000500000000000000" pitchFamily="2" charset="0"/>
            </a:endParaRPr>
          </a:p>
        </p:txBody>
      </p:sp>
      <p:sp>
        <p:nvSpPr>
          <p:cNvPr id="32" name="Text 30"/>
          <p:cNvSpPr/>
          <p:nvPr/>
        </p:nvSpPr>
        <p:spPr>
          <a:xfrm>
            <a:off x="4366260" y="5601176"/>
            <a:ext cx="4023360" cy="367315"/>
          </a:xfrm>
          <a:prstGeom prst="rect">
            <a:avLst/>
          </a:prstGeom>
          <a:noFill/>
          <a:ln/>
        </p:spPr>
        <p:txBody>
          <a:bodyPr wrap="square" lIns="0" tIns="0" rIns="0" bIns="0" rtlCol="0" anchor="ctr"/>
          <a:lstStyle/>
          <a:p>
            <a:pPr marL="0" indent="0">
              <a:buNone/>
            </a:pPr>
            <a:r>
              <a:rPr lang="en-US" dirty="0">
                <a:solidFill>
                  <a:srgbClr val="BED2E9"/>
                </a:solidFill>
                <a:latin typeface="Poppins" panose="00000500000000000000" pitchFamily="2" charset="0"/>
                <a:ea typeface="Aptos" pitchFamily="34" charset="-122"/>
                <a:cs typeface="Poppins" panose="00000500000000000000" pitchFamily="2" charset="0"/>
              </a:rPr>
              <a:t>Mean error, score, and time inside transparent region.</a:t>
            </a:r>
            <a:endParaRPr lang="en-US" dirty="0">
              <a:latin typeface="Poppins" panose="00000500000000000000" pitchFamily="2" charset="0"/>
              <a:cs typeface="Poppins" panose="00000500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A77CE242-53CD-72BA-EBD8-BC3EC23F77A3}"/>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BBC96EF7-4E7D-D229-E4DA-C871F26D8330}"/>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F0819A52-629C-E8D9-F4C0-917888F6652F}"/>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CA14846E-72BF-4251-C513-C0960C3CC01B}"/>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605E02C2-1D26-12B1-90BD-36C683EEEF35}"/>
              </a:ext>
            </a:extLst>
          </p:cNvPr>
          <p:cNvSpPr txBox="1"/>
          <p:nvPr/>
        </p:nvSpPr>
        <p:spPr>
          <a:xfrm>
            <a:off x="685800" y="13984"/>
            <a:ext cx="5381633" cy="3874522"/>
          </a:xfrm>
          <a:prstGeom prst="rect">
            <a:avLst/>
          </a:prstGeom>
          <a:effectLst>
            <a:outerShdw blurRad="50800" dist="38100" dir="2700000" algn="tl" rotWithShape="0">
              <a:prstClr val="black">
                <a:alpha val="40000"/>
              </a:prstClr>
            </a:outerShdw>
          </a:effectLst>
        </p:spPr>
        <p:txBody>
          <a:bodyPr lIns="0" tIns="0" rIns="0" bIns="0" rtlCol="0" anchor="t">
            <a:spAutoFit/>
          </a:bodyPr>
          <a:lstStyle/>
          <a:p>
            <a:pPr>
              <a:lnSpc>
                <a:spcPts val="33120"/>
              </a:lnSpc>
            </a:pPr>
            <a:r>
              <a:rPr lang="en-US" sz="23657" b="1" dirty="0">
                <a:solidFill>
                  <a:srgbClr val="F66DD5"/>
                </a:solidFill>
                <a:latin typeface="Bebas Neue Bold"/>
                <a:ea typeface="Bebas Neue Bold"/>
                <a:cs typeface="Bebas Neue Bold"/>
                <a:sym typeface="Bebas Neue Bold"/>
              </a:rPr>
              <a:t>03.</a:t>
            </a:r>
          </a:p>
        </p:txBody>
      </p:sp>
      <p:sp>
        <p:nvSpPr>
          <p:cNvPr id="36" name="TextBox 8">
            <a:extLst>
              <a:ext uri="{FF2B5EF4-FFF2-40B4-BE49-F238E27FC236}">
                <a16:creationId xmlns:a16="http://schemas.microsoft.com/office/drawing/2014/main" id="{CEBE2412-2127-B4F5-E5BA-AD7B8E4B7C37}"/>
              </a:ext>
            </a:extLst>
          </p:cNvPr>
          <p:cNvSpPr txBox="1"/>
          <p:nvPr/>
        </p:nvSpPr>
        <p:spPr>
          <a:xfrm>
            <a:off x="685800" y="3984307"/>
            <a:ext cx="11325578" cy="2462213"/>
          </a:xfrm>
          <a:prstGeom prst="rect">
            <a:avLst/>
          </a:prstGeom>
        </p:spPr>
        <p:txBody>
          <a:bodyPr wrap="square" lIns="0" tIns="0" rIns="0" bIns="0" rtlCol="0" anchor="t">
            <a:spAutoFit/>
          </a:bodyPr>
          <a:lstStyle/>
          <a:p>
            <a:r>
              <a:rPr lang="en-US" sz="8000" b="1" dirty="0">
                <a:solidFill>
                  <a:srgbClr val="002060"/>
                </a:solidFill>
                <a:latin typeface="Bebas Neue Bold" panose="020B0604020202020204" charset="0"/>
                <a:ea typeface="Arial Narrow" pitchFamily="34" charset="-122"/>
                <a:cs typeface="Poppins" panose="00000500000000000000" pitchFamily="2" charset="0"/>
              </a:rPr>
              <a:t>TRANSPARENT</a:t>
            </a:r>
          </a:p>
          <a:p>
            <a:r>
              <a:rPr lang="en-US" sz="8000" b="1" dirty="0">
                <a:solidFill>
                  <a:srgbClr val="002060"/>
                </a:solidFill>
                <a:latin typeface="Bebas Neue Bold" panose="020B0604020202020204" charset="0"/>
                <a:ea typeface="Arial Narrow" pitchFamily="34" charset="-122"/>
                <a:cs typeface="Poppins" panose="00000500000000000000" pitchFamily="2" charset="0"/>
              </a:rPr>
              <a:t>CONTROL</a:t>
            </a:r>
          </a:p>
        </p:txBody>
      </p:sp>
    </p:spTree>
    <p:extLst>
      <p:ext uri="{BB962C8B-B14F-4D97-AF65-F5344CB8AC3E}">
        <p14:creationId xmlns:p14="http://schemas.microsoft.com/office/powerpoint/2010/main" val="2114348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p:cNvSpPr/>
          <p:nvPr/>
        </p:nvSpPr>
        <p:spPr>
          <a:xfrm>
            <a:off x="610773" y="4809744"/>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 name="Text 8"/>
          <p:cNvSpPr/>
          <p:nvPr/>
        </p:nvSpPr>
        <p:spPr>
          <a:xfrm>
            <a:off x="411480" y="320040"/>
            <a:ext cx="1005840" cy="502920"/>
          </a:xfrm>
          <a:prstGeom prst="rect">
            <a:avLst/>
          </a:prstGeom>
          <a:noFill/>
          <a:ln/>
        </p:spPr>
        <p:txBody>
          <a:bodyPr wrap="square" lIns="0" tIns="0" rIns="0" bIns="0" rtlCol="0" anchor="ctr"/>
          <a:lstStyle/>
          <a:p>
            <a:pPr marL="0" indent="0">
              <a:buNone/>
            </a:pPr>
            <a:r>
              <a:rPr lang="en-US" sz="3800" b="1" dirty="0">
                <a:solidFill>
                  <a:srgbClr val="F66DD5"/>
                </a:solidFill>
                <a:latin typeface="Poppins" panose="00000500000000000000" pitchFamily="2" charset="0"/>
                <a:ea typeface="Arial Narrow" pitchFamily="34" charset="-122"/>
                <a:cs typeface="Poppins" panose="00000500000000000000" pitchFamily="2" charset="0"/>
              </a:rPr>
              <a:t>03.</a:t>
            </a:r>
            <a:endParaRPr lang="en-US" sz="3800" dirty="0">
              <a:latin typeface="Poppins" panose="00000500000000000000" pitchFamily="2" charset="0"/>
              <a:cs typeface="Poppins" panose="00000500000000000000" pitchFamily="2" charset="0"/>
            </a:endParaRPr>
          </a:p>
        </p:txBody>
      </p:sp>
      <p:sp>
        <p:nvSpPr>
          <p:cNvPr id="11" name="Text 9"/>
          <p:cNvSpPr/>
          <p:nvPr/>
        </p:nvSpPr>
        <p:spPr>
          <a:xfrm>
            <a:off x="1417320" y="310896"/>
            <a:ext cx="9509760" cy="594360"/>
          </a:xfrm>
          <a:prstGeom prst="rect">
            <a:avLst/>
          </a:prstGeom>
          <a:noFill/>
          <a:ln/>
        </p:spPr>
        <p:txBody>
          <a:bodyPr wrap="square" lIns="0" tIns="0" rIns="0" bIns="0" rtlCol="0" anchor="ctr">
            <a:normAutofit fontScale="92500"/>
          </a:bodyPr>
          <a:lstStyle/>
          <a:p>
            <a:pPr marL="0" indent="0">
              <a:buNone/>
            </a:pPr>
            <a:r>
              <a:rPr lang="en-US" sz="3700" b="1" dirty="0">
                <a:solidFill>
                  <a:srgbClr val="002060"/>
                </a:solidFill>
                <a:latin typeface="Poppins" panose="00000500000000000000" pitchFamily="2" charset="0"/>
                <a:ea typeface="Arial Narrow" pitchFamily="34" charset="-122"/>
                <a:cs typeface="Poppins" panose="00000500000000000000" pitchFamily="2" charset="0"/>
              </a:rPr>
              <a:t>WHY DETACHING THE MOTOR WAS WRONG</a:t>
            </a:r>
            <a:endParaRPr lang="en-US" sz="3700" dirty="0">
              <a:solidFill>
                <a:srgbClr val="002060"/>
              </a:solidFill>
              <a:latin typeface="Poppins" panose="00000500000000000000" pitchFamily="2" charset="0"/>
              <a:cs typeface="Poppins" panose="00000500000000000000" pitchFamily="2" charset="0"/>
            </a:endParaRPr>
          </a:p>
        </p:txBody>
      </p:sp>
      <p:sp>
        <p:nvSpPr>
          <p:cNvPr id="12" name="Text 10"/>
          <p:cNvSpPr/>
          <p:nvPr/>
        </p:nvSpPr>
        <p:spPr>
          <a:xfrm>
            <a:off x="502920" y="987552"/>
            <a:ext cx="10241280" cy="292608"/>
          </a:xfrm>
          <a:prstGeom prst="rect">
            <a:avLst/>
          </a:prstGeom>
          <a:noFill/>
          <a:ln/>
        </p:spPr>
        <p:txBody>
          <a:bodyPr wrap="square" lIns="0" tIns="0" rIns="0" bIns="0" rtlCol="0" anchor="ctr"/>
          <a:lstStyle/>
          <a:p>
            <a:pPr marL="0" indent="0">
              <a:buNone/>
            </a:pPr>
            <a:r>
              <a:rPr lang="en-US" sz="2000" dirty="0">
                <a:solidFill>
                  <a:srgbClr val="002060"/>
                </a:solidFill>
                <a:latin typeface="Poppins" panose="00000500000000000000" pitchFamily="2" charset="0"/>
                <a:ea typeface="Aptos" pitchFamily="34" charset="-122"/>
                <a:cs typeface="Poppins" panose="00000500000000000000" pitchFamily="2" charset="0"/>
              </a:rPr>
              <a:t>Transparent control is not the same as switching the actuator off.</a:t>
            </a:r>
            <a:endParaRPr lang="en-US" sz="2000" dirty="0">
              <a:solidFill>
                <a:srgbClr val="002060"/>
              </a:solidFill>
              <a:latin typeface="Poppins" panose="00000500000000000000" pitchFamily="2" charset="0"/>
              <a:cs typeface="Poppins" panose="00000500000000000000" pitchFamily="2" charset="0"/>
            </a:endParaRPr>
          </a:p>
        </p:txBody>
      </p:sp>
      <p:sp>
        <p:nvSpPr>
          <p:cNvPr id="13" name="Shape 11"/>
          <p:cNvSpPr/>
          <p:nvPr/>
        </p:nvSpPr>
        <p:spPr>
          <a:xfrm>
            <a:off x="731520" y="1691639"/>
            <a:ext cx="4754880" cy="3958883"/>
          </a:xfrm>
          <a:prstGeom prst="roundRect">
            <a:avLst>
              <a:gd name="adj" fmla="val 4865"/>
            </a:avLst>
          </a:prstGeom>
          <a:solidFill>
            <a:srgbClr val="061B32">
              <a:alpha val="87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4" name="Text 12"/>
          <p:cNvSpPr/>
          <p:nvPr/>
        </p:nvSpPr>
        <p:spPr>
          <a:xfrm>
            <a:off x="1097280" y="2011680"/>
            <a:ext cx="3383280" cy="365760"/>
          </a:xfrm>
          <a:prstGeom prst="rect">
            <a:avLst/>
          </a:prstGeom>
          <a:noFill/>
          <a:ln/>
        </p:spPr>
        <p:txBody>
          <a:bodyPr wrap="square" lIns="0" tIns="0" rIns="0" bIns="0" rtlCol="0" anchor="ctr"/>
          <a:lstStyle/>
          <a:p>
            <a:pPr marL="0" indent="0">
              <a:buNone/>
            </a:pPr>
            <a:r>
              <a:rPr lang="en-US" sz="2600" b="1" dirty="0">
                <a:solidFill>
                  <a:srgbClr val="F66DD5"/>
                </a:solidFill>
                <a:latin typeface="Poppins" panose="00000500000000000000" pitchFamily="2" charset="0"/>
                <a:ea typeface="Arial Narrow" pitchFamily="34" charset="-122"/>
                <a:cs typeface="Poppins" panose="00000500000000000000" pitchFamily="2" charset="0"/>
              </a:rPr>
              <a:t>Previous approach</a:t>
            </a:r>
            <a:endParaRPr lang="en-US" sz="2600" dirty="0">
              <a:latin typeface="Poppins" panose="00000500000000000000" pitchFamily="2" charset="0"/>
              <a:cs typeface="Poppins" panose="00000500000000000000" pitchFamily="2" charset="0"/>
            </a:endParaRPr>
          </a:p>
        </p:txBody>
      </p:sp>
      <p:sp>
        <p:nvSpPr>
          <p:cNvPr id="15" name="Text 13"/>
          <p:cNvSpPr/>
          <p:nvPr/>
        </p:nvSpPr>
        <p:spPr>
          <a:xfrm>
            <a:off x="1051560" y="2743200"/>
            <a:ext cx="594360" cy="594360"/>
          </a:xfrm>
          <a:prstGeom prst="rect">
            <a:avLst/>
          </a:prstGeom>
          <a:noFill/>
          <a:ln/>
        </p:spPr>
        <p:txBody>
          <a:bodyPr wrap="square" lIns="0" tIns="0" rIns="0" bIns="0" rtlCol="0" anchor="ctr"/>
          <a:lstStyle/>
          <a:p>
            <a:pPr marL="0" indent="0" algn="ctr">
              <a:buNone/>
            </a:pPr>
            <a:r>
              <a:rPr lang="en-US" sz="3800" dirty="0">
                <a:solidFill>
                  <a:srgbClr val="F66DD5"/>
                </a:solidFill>
                <a:latin typeface="Poppins" panose="00000500000000000000" pitchFamily="2" charset="0"/>
                <a:ea typeface="Aptos" pitchFamily="34" charset="-122"/>
                <a:cs typeface="Poppins" panose="00000500000000000000" pitchFamily="2" charset="0"/>
              </a:rPr>
              <a:t>✕</a:t>
            </a:r>
            <a:endParaRPr lang="en-US" sz="3800" dirty="0">
              <a:latin typeface="Poppins" panose="00000500000000000000" pitchFamily="2" charset="0"/>
              <a:cs typeface="Poppins" panose="00000500000000000000" pitchFamily="2" charset="0"/>
            </a:endParaRPr>
          </a:p>
        </p:txBody>
      </p:sp>
      <p:sp>
        <p:nvSpPr>
          <p:cNvPr id="16" name="Text 14"/>
          <p:cNvSpPr/>
          <p:nvPr/>
        </p:nvSpPr>
        <p:spPr>
          <a:xfrm>
            <a:off x="1874520" y="2697480"/>
            <a:ext cx="3108960" cy="2011680"/>
          </a:xfrm>
          <a:prstGeom prst="rect">
            <a:avLst/>
          </a:prstGeom>
          <a:noFill/>
          <a:ln/>
        </p:spPr>
        <p:txBody>
          <a:bodyPr wrap="square" lIns="254" tIns="254" rIns="254" bIns="254" rtlCol="0" anchor="ctr">
            <a:normAutofit/>
          </a:bodyPr>
          <a:lstStyle/>
          <a:p>
            <a:pPr marL="0" indent="0">
              <a:buNone/>
            </a:pPr>
            <a:r>
              <a:rPr lang="en-US" sz="1700" b="1" dirty="0">
                <a:solidFill>
                  <a:srgbClr val="F4F7FB"/>
                </a:solidFill>
                <a:latin typeface="Poppins" panose="00000500000000000000" pitchFamily="2" charset="0"/>
                <a:ea typeface="Aptos" pitchFamily="34" charset="-122"/>
                <a:cs typeface="Poppins" panose="00000500000000000000" pitchFamily="2" charset="0"/>
              </a:rPr>
              <a:t>Motor detached</a:t>
            </a:r>
            <a:endParaRPr lang="en-US" sz="1700" b="1" dirty="0">
              <a:latin typeface="Poppins" panose="00000500000000000000" pitchFamily="2" charset="0"/>
              <a:cs typeface="Poppins" panose="00000500000000000000" pitchFamily="2" charset="0"/>
            </a:endParaRPr>
          </a:p>
          <a:p>
            <a:pPr marL="0" indent="0">
              <a:buNone/>
            </a:pPr>
            <a:endParaRPr lang="en-US" sz="1700" dirty="0">
              <a:latin typeface="Poppins" panose="00000500000000000000" pitchFamily="2" charset="0"/>
              <a:cs typeface="Poppins" panose="00000500000000000000" pitchFamily="2" charset="0"/>
            </a:endParaRPr>
          </a:p>
          <a:p>
            <a:pPr>
              <a:spcAft>
                <a:spcPts val="1200"/>
              </a:spcAft>
            </a:pPr>
            <a:r>
              <a:rPr lang="en-US" sz="1700" dirty="0">
                <a:solidFill>
                  <a:srgbClr val="F4F7FB"/>
                </a:solidFill>
                <a:latin typeface="Poppins" panose="00000500000000000000" pitchFamily="2" charset="0"/>
                <a:ea typeface="Aptos" pitchFamily="34" charset="-122"/>
                <a:cs typeface="Poppins" panose="00000500000000000000" pitchFamily="2" charset="0"/>
              </a:rPr>
              <a:t>No active motor command, but also no controllability</a:t>
            </a:r>
          </a:p>
          <a:p>
            <a:pPr>
              <a:spcAft>
                <a:spcPts val="1200"/>
              </a:spcAft>
            </a:pPr>
            <a:r>
              <a:rPr lang="en-US" sz="1700" dirty="0">
                <a:solidFill>
                  <a:srgbClr val="F4F7FB"/>
                </a:solidFill>
                <a:latin typeface="Poppins" panose="00000500000000000000" pitchFamily="2" charset="0"/>
                <a:ea typeface="Aptos" pitchFamily="34" charset="-122"/>
                <a:cs typeface="Poppins" panose="00000500000000000000" pitchFamily="2" charset="0"/>
              </a:rPr>
              <a:t>No smooth transition back to assistance</a:t>
            </a:r>
            <a:endParaRPr lang="en-US" sz="1700" dirty="0">
              <a:latin typeface="Poppins" panose="00000500000000000000" pitchFamily="2" charset="0"/>
              <a:cs typeface="Poppins" panose="00000500000000000000" pitchFamily="2" charset="0"/>
            </a:endParaRPr>
          </a:p>
        </p:txBody>
      </p:sp>
      <p:sp>
        <p:nvSpPr>
          <p:cNvPr id="17" name="Shape 15"/>
          <p:cNvSpPr/>
          <p:nvPr/>
        </p:nvSpPr>
        <p:spPr>
          <a:xfrm>
            <a:off x="6400800" y="1691640"/>
            <a:ext cx="4754880" cy="3931920"/>
          </a:xfrm>
          <a:prstGeom prst="roundRect">
            <a:avLst>
              <a:gd name="adj" fmla="val 4865"/>
            </a:avLst>
          </a:prstGeom>
          <a:solidFill>
            <a:srgbClr val="061B32">
              <a:alpha val="87000"/>
            </a:srgbClr>
          </a:solidFill>
          <a:ln w="16510">
            <a:solidFill>
              <a:srgbClr val="A6E048"/>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8" name="Text 16"/>
          <p:cNvSpPr/>
          <p:nvPr/>
        </p:nvSpPr>
        <p:spPr>
          <a:xfrm>
            <a:off x="6766560" y="2011680"/>
            <a:ext cx="3383280" cy="365760"/>
          </a:xfrm>
          <a:prstGeom prst="rect">
            <a:avLst/>
          </a:prstGeom>
          <a:noFill/>
          <a:ln/>
        </p:spPr>
        <p:txBody>
          <a:bodyPr wrap="square" lIns="0" tIns="0" rIns="0" bIns="0" rtlCol="0" anchor="ctr"/>
          <a:lstStyle/>
          <a:p>
            <a:pPr marL="0" indent="0">
              <a:buNone/>
            </a:pPr>
            <a:r>
              <a:rPr lang="en-US" sz="2600" b="1" dirty="0">
                <a:solidFill>
                  <a:srgbClr val="A6E048"/>
                </a:solidFill>
                <a:latin typeface="Poppins" panose="00000500000000000000" pitchFamily="2" charset="0"/>
                <a:ea typeface="Arial Narrow" pitchFamily="34" charset="-122"/>
                <a:cs typeface="Poppins" panose="00000500000000000000" pitchFamily="2" charset="0"/>
              </a:rPr>
              <a:t>New approach</a:t>
            </a:r>
            <a:endParaRPr lang="en-US" sz="2600" dirty="0">
              <a:latin typeface="Poppins" panose="00000500000000000000" pitchFamily="2" charset="0"/>
              <a:cs typeface="Poppins" panose="00000500000000000000" pitchFamily="2" charset="0"/>
            </a:endParaRPr>
          </a:p>
        </p:txBody>
      </p:sp>
      <p:sp>
        <p:nvSpPr>
          <p:cNvPr id="19" name="Text 17"/>
          <p:cNvSpPr/>
          <p:nvPr/>
        </p:nvSpPr>
        <p:spPr>
          <a:xfrm>
            <a:off x="6720840" y="2743200"/>
            <a:ext cx="594360" cy="594360"/>
          </a:xfrm>
          <a:prstGeom prst="rect">
            <a:avLst/>
          </a:prstGeom>
          <a:noFill/>
          <a:ln/>
        </p:spPr>
        <p:txBody>
          <a:bodyPr wrap="square" lIns="0" tIns="0" rIns="0" bIns="0" rtlCol="0" anchor="ctr"/>
          <a:lstStyle/>
          <a:p>
            <a:pPr marL="0" indent="0" algn="ctr">
              <a:buNone/>
            </a:pPr>
            <a:r>
              <a:rPr lang="en-US" sz="4800" dirty="0">
                <a:solidFill>
                  <a:srgbClr val="A6E048"/>
                </a:solidFill>
                <a:latin typeface="Poppins" panose="00000500000000000000" pitchFamily="2" charset="0"/>
                <a:ea typeface="Aptos" pitchFamily="34" charset="-122"/>
                <a:cs typeface="Poppins" panose="00000500000000000000" pitchFamily="2" charset="0"/>
              </a:rPr>
              <a:t>✓</a:t>
            </a:r>
            <a:endParaRPr lang="en-US" sz="4800" dirty="0">
              <a:latin typeface="Poppins" panose="00000500000000000000" pitchFamily="2" charset="0"/>
              <a:cs typeface="Poppins" panose="00000500000000000000" pitchFamily="2" charset="0"/>
            </a:endParaRPr>
          </a:p>
        </p:txBody>
      </p:sp>
      <p:sp>
        <p:nvSpPr>
          <p:cNvPr id="20" name="Text 18"/>
          <p:cNvSpPr/>
          <p:nvPr/>
        </p:nvSpPr>
        <p:spPr>
          <a:xfrm>
            <a:off x="7543800" y="2697480"/>
            <a:ext cx="3108960" cy="2659966"/>
          </a:xfrm>
          <a:prstGeom prst="rect">
            <a:avLst/>
          </a:prstGeom>
          <a:noFill/>
          <a:ln/>
        </p:spPr>
        <p:txBody>
          <a:bodyPr wrap="square" lIns="254" tIns="254" rIns="254" bIns="254" rtlCol="0" anchor="ctr">
            <a:normAutofit lnSpcReduction="10000"/>
          </a:bodyPr>
          <a:lstStyle/>
          <a:p>
            <a:pPr marL="0" indent="0">
              <a:buNone/>
            </a:pPr>
            <a:r>
              <a:rPr lang="en-US" sz="1700" b="1" dirty="0">
                <a:solidFill>
                  <a:srgbClr val="F4F7FB"/>
                </a:solidFill>
                <a:latin typeface="Poppins" panose="00000500000000000000" pitchFamily="2" charset="0"/>
                <a:ea typeface="Aptos" pitchFamily="34" charset="-122"/>
                <a:cs typeface="Poppins" panose="00000500000000000000" pitchFamily="2" charset="0"/>
              </a:rPr>
              <a:t>Motor active</a:t>
            </a:r>
            <a:endParaRPr lang="en-US" sz="1700" b="1" dirty="0">
              <a:latin typeface="Poppins" panose="00000500000000000000" pitchFamily="2" charset="0"/>
              <a:cs typeface="Poppins" panose="00000500000000000000" pitchFamily="2" charset="0"/>
            </a:endParaRPr>
          </a:p>
          <a:p>
            <a:pPr marL="0" indent="0">
              <a:buNone/>
            </a:pPr>
            <a:endParaRPr lang="en-US" sz="1700" dirty="0">
              <a:latin typeface="Poppins" panose="00000500000000000000" pitchFamily="2" charset="0"/>
              <a:cs typeface="Poppins" panose="00000500000000000000" pitchFamily="2" charset="0"/>
            </a:endParaRPr>
          </a:p>
          <a:p>
            <a:pPr marL="0" indent="0">
              <a:spcAft>
                <a:spcPts val="1200"/>
              </a:spcAft>
              <a:buNone/>
            </a:pPr>
            <a:r>
              <a:rPr lang="en-US" sz="1700" dirty="0">
                <a:solidFill>
                  <a:srgbClr val="F4F7FB"/>
                </a:solidFill>
                <a:latin typeface="Poppins" panose="00000500000000000000" pitchFamily="2" charset="0"/>
                <a:ea typeface="Aptos" pitchFamily="34" charset="-122"/>
                <a:cs typeface="Poppins" panose="00000500000000000000" pitchFamily="2" charset="0"/>
              </a:rPr>
              <a:t>High-compliance transparent control</a:t>
            </a:r>
            <a:endParaRPr lang="en-US" sz="1700" dirty="0">
              <a:latin typeface="Poppins" panose="00000500000000000000" pitchFamily="2" charset="0"/>
              <a:cs typeface="Poppins" panose="00000500000000000000" pitchFamily="2" charset="0"/>
            </a:endParaRPr>
          </a:p>
          <a:p>
            <a:pPr marL="0" indent="0">
              <a:spcAft>
                <a:spcPts val="1200"/>
              </a:spcAft>
              <a:buNone/>
            </a:pPr>
            <a:r>
              <a:rPr lang="en-US" sz="1700" dirty="0">
                <a:solidFill>
                  <a:srgbClr val="F4F7FB"/>
                </a:solidFill>
                <a:latin typeface="Poppins" panose="00000500000000000000" pitchFamily="2" charset="0"/>
                <a:ea typeface="Aptos" pitchFamily="34" charset="-122"/>
                <a:cs typeface="Poppins" panose="00000500000000000000" pitchFamily="2" charset="0"/>
              </a:rPr>
              <a:t>Low residual interaction force</a:t>
            </a:r>
          </a:p>
          <a:p>
            <a:pPr marL="0" indent="0">
              <a:spcAft>
                <a:spcPts val="1200"/>
              </a:spcAft>
              <a:buNone/>
            </a:pPr>
            <a:r>
              <a:rPr lang="en-US" sz="1700" dirty="0">
                <a:solidFill>
                  <a:srgbClr val="F4F7FB"/>
                </a:solidFill>
                <a:latin typeface="Poppins" panose="00000500000000000000" pitchFamily="2" charset="0"/>
                <a:ea typeface="Aptos" pitchFamily="34" charset="-122"/>
                <a:cs typeface="Poppins" panose="00000500000000000000" pitchFamily="2" charset="0"/>
              </a:rPr>
              <a:t>Controllability preserved</a:t>
            </a:r>
          </a:p>
          <a:p>
            <a:pPr marL="0" indent="0">
              <a:spcAft>
                <a:spcPts val="1200"/>
              </a:spcAft>
              <a:buNone/>
            </a:pPr>
            <a:r>
              <a:rPr lang="en-US" sz="1700" dirty="0">
                <a:solidFill>
                  <a:srgbClr val="F4F7FB"/>
                </a:solidFill>
                <a:latin typeface="Poppins" panose="00000500000000000000" pitchFamily="2" charset="0"/>
                <a:ea typeface="Aptos" pitchFamily="34" charset="-122"/>
                <a:cs typeface="Poppins" panose="00000500000000000000" pitchFamily="2" charset="0"/>
              </a:rPr>
              <a:t>Smooth transition back to assistance</a:t>
            </a:r>
            <a:endParaRPr lang="en-US" sz="1700" dirty="0">
              <a:latin typeface="Poppins" panose="00000500000000000000" pitchFamily="2" charset="0"/>
              <a:cs typeface="Poppins" panose="00000500000000000000"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 name="Text 8"/>
          <p:cNvSpPr/>
          <p:nvPr/>
        </p:nvSpPr>
        <p:spPr>
          <a:xfrm>
            <a:off x="411480" y="320040"/>
            <a:ext cx="1005840" cy="502920"/>
          </a:xfrm>
          <a:prstGeom prst="rect">
            <a:avLst/>
          </a:prstGeom>
          <a:noFill/>
          <a:ln/>
        </p:spPr>
        <p:txBody>
          <a:bodyPr wrap="square" lIns="0" tIns="0" rIns="0" bIns="0" rtlCol="0" anchor="ctr"/>
          <a:lstStyle/>
          <a:p>
            <a:pPr marL="0" indent="0">
              <a:buNone/>
            </a:pPr>
            <a:r>
              <a:rPr lang="en-US" sz="3800" b="1" dirty="0">
                <a:solidFill>
                  <a:srgbClr val="F66DD5"/>
                </a:solidFill>
                <a:latin typeface="Poppins" panose="00000500000000000000" pitchFamily="2" charset="0"/>
                <a:ea typeface="Arial Narrow" pitchFamily="34" charset="-122"/>
                <a:cs typeface="Poppins" panose="00000500000000000000" pitchFamily="2" charset="0"/>
              </a:rPr>
              <a:t>03.</a:t>
            </a:r>
            <a:endParaRPr lang="en-US" sz="3800" dirty="0">
              <a:solidFill>
                <a:srgbClr val="F66DD5"/>
              </a:solidFill>
              <a:latin typeface="Poppins" panose="00000500000000000000" pitchFamily="2" charset="0"/>
              <a:cs typeface="Poppins" panose="00000500000000000000" pitchFamily="2" charset="0"/>
            </a:endParaRPr>
          </a:p>
        </p:txBody>
      </p:sp>
      <p:sp>
        <p:nvSpPr>
          <p:cNvPr id="11" name="Text 9"/>
          <p:cNvSpPr/>
          <p:nvPr/>
        </p:nvSpPr>
        <p:spPr>
          <a:xfrm>
            <a:off x="1417320" y="310896"/>
            <a:ext cx="9509760" cy="594360"/>
          </a:xfrm>
          <a:prstGeom prst="rect">
            <a:avLst/>
          </a:prstGeom>
          <a:noFill/>
          <a:ln/>
        </p:spPr>
        <p:txBody>
          <a:bodyPr wrap="square" lIns="0" tIns="0" rIns="0" bIns="0" rtlCol="0" anchor="ctr">
            <a:normAutofit/>
          </a:bodyPr>
          <a:lstStyle/>
          <a:p>
            <a:pPr marL="0" indent="0">
              <a:buNone/>
            </a:pPr>
            <a:r>
              <a:rPr lang="en-US" sz="3700" b="1" dirty="0">
                <a:solidFill>
                  <a:srgbClr val="002060"/>
                </a:solidFill>
                <a:latin typeface="Poppins" panose="00000500000000000000" pitchFamily="2" charset="0"/>
                <a:ea typeface="Arial Narrow" pitchFamily="34" charset="-122"/>
                <a:cs typeface="Poppins" panose="00000500000000000000" pitchFamily="2" charset="0"/>
              </a:rPr>
              <a:t>FINAL CONTROL ARCHITECTURE</a:t>
            </a:r>
            <a:endParaRPr lang="en-US" sz="3700" dirty="0">
              <a:solidFill>
                <a:srgbClr val="002060"/>
              </a:solidFill>
              <a:latin typeface="Poppins" panose="00000500000000000000" pitchFamily="2" charset="0"/>
              <a:cs typeface="Poppins" panose="00000500000000000000" pitchFamily="2" charset="0"/>
            </a:endParaRPr>
          </a:p>
        </p:txBody>
      </p:sp>
      <p:sp>
        <p:nvSpPr>
          <p:cNvPr id="12" name="Text 10"/>
          <p:cNvSpPr/>
          <p:nvPr/>
        </p:nvSpPr>
        <p:spPr>
          <a:xfrm>
            <a:off x="502920" y="987552"/>
            <a:ext cx="10241280" cy="292608"/>
          </a:xfrm>
          <a:prstGeom prst="rect">
            <a:avLst/>
          </a:prstGeom>
          <a:noFill/>
          <a:ln/>
        </p:spPr>
        <p:txBody>
          <a:bodyPr wrap="square" lIns="0" tIns="0" rIns="0" bIns="0" rtlCol="0" anchor="ctr"/>
          <a:lstStyle/>
          <a:p>
            <a:pPr marL="0" indent="0">
              <a:buNone/>
            </a:pPr>
            <a:r>
              <a:rPr lang="en-US" sz="2000" dirty="0">
                <a:solidFill>
                  <a:srgbClr val="002060"/>
                </a:solidFill>
                <a:latin typeface="Poppins" panose="00000500000000000000" pitchFamily="2" charset="0"/>
                <a:ea typeface="Aptos" pitchFamily="34" charset="-122"/>
                <a:cs typeface="Poppins" panose="00000500000000000000" pitchFamily="2" charset="0"/>
              </a:rPr>
              <a:t>Core mode: transparent interaction; optional branch: low/high assistance.</a:t>
            </a:r>
            <a:endParaRPr lang="en-US" sz="2000" dirty="0">
              <a:solidFill>
                <a:srgbClr val="002060"/>
              </a:solidFill>
              <a:latin typeface="Poppins" panose="00000500000000000000" pitchFamily="2" charset="0"/>
              <a:cs typeface="Poppins" panose="00000500000000000000" pitchFamily="2" charset="0"/>
            </a:endParaRPr>
          </a:p>
        </p:txBody>
      </p:sp>
      <p:sp>
        <p:nvSpPr>
          <p:cNvPr id="13" name="Shape 11"/>
          <p:cNvSpPr/>
          <p:nvPr/>
        </p:nvSpPr>
        <p:spPr>
          <a:xfrm>
            <a:off x="731520" y="1828800"/>
            <a:ext cx="1417320" cy="914400"/>
          </a:xfrm>
          <a:prstGeom prst="roundRect">
            <a:avLst>
              <a:gd name="adj" fmla="val 18000"/>
            </a:avLst>
          </a:prstGeom>
          <a:solidFill>
            <a:srgbClr val="061B32">
              <a:alpha val="93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4" name="Text 12"/>
          <p:cNvSpPr/>
          <p:nvPr/>
        </p:nvSpPr>
        <p:spPr>
          <a:xfrm>
            <a:off x="822960" y="1938528"/>
            <a:ext cx="123444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15" name="Text 13"/>
          <p:cNvSpPr/>
          <p:nvPr/>
        </p:nvSpPr>
        <p:spPr>
          <a:xfrm>
            <a:off x="804672" y="2331720"/>
            <a:ext cx="1271016" cy="365760"/>
          </a:xfrm>
          <a:prstGeom prst="rect">
            <a:avLst/>
          </a:prstGeom>
          <a:noFill/>
          <a:ln/>
        </p:spPr>
        <p:txBody>
          <a:bodyPr wrap="square" lIns="254" tIns="254" rIns="254" bIns="254" rtlCol="0" anchor="ctr">
            <a:normAutofit lnSpcReduction="10000"/>
          </a:bodyPr>
          <a:lstStyle/>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FORCE</a:t>
            </a:r>
            <a:endParaRPr lang="en-US" sz="1200" dirty="0">
              <a:latin typeface="Poppins" panose="00000500000000000000" pitchFamily="2" charset="0"/>
              <a:cs typeface="Poppins" panose="00000500000000000000" pitchFamily="2" charset="0"/>
            </a:endParaRPr>
          </a:p>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SENSOR</a:t>
            </a:r>
            <a:endParaRPr lang="en-US" sz="1200" dirty="0">
              <a:latin typeface="Poppins" panose="00000500000000000000" pitchFamily="2" charset="0"/>
              <a:cs typeface="Poppins" panose="00000500000000000000" pitchFamily="2" charset="0"/>
            </a:endParaRPr>
          </a:p>
        </p:txBody>
      </p:sp>
      <p:sp>
        <p:nvSpPr>
          <p:cNvPr id="16" name="Shape 14"/>
          <p:cNvSpPr/>
          <p:nvPr/>
        </p:nvSpPr>
        <p:spPr>
          <a:xfrm>
            <a:off x="731520" y="3154680"/>
            <a:ext cx="1417320" cy="914400"/>
          </a:xfrm>
          <a:prstGeom prst="roundRect">
            <a:avLst>
              <a:gd name="adj" fmla="val 18000"/>
            </a:avLst>
          </a:prstGeom>
          <a:solidFill>
            <a:srgbClr val="061B32">
              <a:alpha val="93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7" name="Text 15"/>
          <p:cNvSpPr/>
          <p:nvPr/>
        </p:nvSpPr>
        <p:spPr>
          <a:xfrm>
            <a:off x="822960" y="3264408"/>
            <a:ext cx="123444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18" name="Text 16"/>
          <p:cNvSpPr/>
          <p:nvPr/>
        </p:nvSpPr>
        <p:spPr>
          <a:xfrm>
            <a:off x="804672" y="3657600"/>
            <a:ext cx="1271016" cy="365760"/>
          </a:xfrm>
          <a:prstGeom prst="rect">
            <a:avLst/>
          </a:prstGeom>
          <a:noFill/>
          <a:ln/>
        </p:spPr>
        <p:txBody>
          <a:bodyPr wrap="square" lIns="254" tIns="254" rIns="254" bIns="254" rtlCol="0" anchor="ctr">
            <a:normAutofit lnSpcReduction="10000"/>
          </a:bodyPr>
          <a:lstStyle/>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ANGLE</a:t>
            </a:r>
            <a:endParaRPr lang="en-US" sz="1200" dirty="0">
              <a:latin typeface="Poppins" panose="00000500000000000000" pitchFamily="2" charset="0"/>
              <a:cs typeface="Poppins" panose="00000500000000000000" pitchFamily="2" charset="0"/>
            </a:endParaRPr>
          </a:p>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SENSOR</a:t>
            </a:r>
            <a:endParaRPr lang="en-US" sz="1200" dirty="0">
              <a:latin typeface="Poppins" panose="00000500000000000000" pitchFamily="2" charset="0"/>
              <a:cs typeface="Poppins" panose="00000500000000000000" pitchFamily="2" charset="0"/>
            </a:endParaRPr>
          </a:p>
        </p:txBody>
      </p:sp>
      <p:sp>
        <p:nvSpPr>
          <p:cNvPr id="19" name="Shape 17"/>
          <p:cNvSpPr/>
          <p:nvPr/>
        </p:nvSpPr>
        <p:spPr>
          <a:xfrm>
            <a:off x="3063240" y="2514600"/>
            <a:ext cx="1645920" cy="914400"/>
          </a:xfrm>
          <a:prstGeom prst="roundRect">
            <a:avLst>
              <a:gd name="adj" fmla="val 18000"/>
            </a:avLst>
          </a:prstGeom>
          <a:solidFill>
            <a:srgbClr val="061B32">
              <a:alpha val="93000"/>
            </a:srgbClr>
          </a:solidFill>
          <a:ln w="16510">
            <a:solidFill>
              <a:srgbClr val="A6E048"/>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0" name="Text 18"/>
          <p:cNvSpPr/>
          <p:nvPr/>
        </p:nvSpPr>
        <p:spPr>
          <a:xfrm>
            <a:off x="3154680" y="2624328"/>
            <a:ext cx="146304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21" name="Text 19"/>
          <p:cNvSpPr/>
          <p:nvPr/>
        </p:nvSpPr>
        <p:spPr>
          <a:xfrm>
            <a:off x="3136392" y="3017520"/>
            <a:ext cx="1499616" cy="365760"/>
          </a:xfrm>
          <a:prstGeom prst="rect">
            <a:avLst/>
          </a:prstGeom>
          <a:noFill/>
          <a:ln/>
        </p:spPr>
        <p:txBody>
          <a:bodyPr wrap="square" lIns="254" tIns="254" rIns="254" bIns="254" rtlCol="0" anchor="ctr">
            <a:normAutofit lnSpcReduction="10000"/>
          </a:bodyPr>
          <a:lstStyle/>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TRANSPARENT</a:t>
            </a:r>
            <a:endParaRPr lang="en-US" sz="1200" dirty="0">
              <a:latin typeface="Poppins" panose="00000500000000000000" pitchFamily="2" charset="0"/>
              <a:cs typeface="Poppins" panose="00000500000000000000" pitchFamily="2" charset="0"/>
            </a:endParaRPr>
          </a:p>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CONTROLLER</a:t>
            </a:r>
            <a:endParaRPr lang="en-US" sz="1200" dirty="0">
              <a:latin typeface="Poppins" panose="00000500000000000000" pitchFamily="2" charset="0"/>
              <a:cs typeface="Poppins" panose="00000500000000000000" pitchFamily="2" charset="0"/>
            </a:endParaRPr>
          </a:p>
        </p:txBody>
      </p:sp>
      <p:sp>
        <p:nvSpPr>
          <p:cNvPr id="22" name="Shape 20"/>
          <p:cNvSpPr/>
          <p:nvPr/>
        </p:nvSpPr>
        <p:spPr>
          <a:xfrm>
            <a:off x="5394960" y="2514600"/>
            <a:ext cx="1645920" cy="914400"/>
          </a:xfrm>
          <a:prstGeom prst="roundRect">
            <a:avLst>
              <a:gd name="adj" fmla="val 18000"/>
            </a:avLst>
          </a:prstGeom>
          <a:solidFill>
            <a:srgbClr val="061B32">
              <a:alpha val="93000"/>
            </a:srgbClr>
          </a:solidFill>
          <a:ln w="16510">
            <a:solidFill>
              <a:srgbClr val="FFC400"/>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3" name="Text 21"/>
          <p:cNvSpPr/>
          <p:nvPr/>
        </p:nvSpPr>
        <p:spPr>
          <a:xfrm>
            <a:off x="5486400" y="2624328"/>
            <a:ext cx="146304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24" name="Text 22"/>
          <p:cNvSpPr/>
          <p:nvPr/>
        </p:nvSpPr>
        <p:spPr>
          <a:xfrm>
            <a:off x="5468112" y="3017520"/>
            <a:ext cx="1499616" cy="365760"/>
          </a:xfrm>
          <a:prstGeom prst="rect">
            <a:avLst/>
          </a:prstGeom>
          <a:noFill/>
          <a:ln/>
        </p:spPr>
        <p:txBody>
          <a:bodyPr wrap="square" lIns="254" tIns="254" rIns="254" bIns="254" rtlCol="0" anchor="ctr">
            <a:normAutofit lnSpcReduction="10000"/>
          </a:bodyPr>
          <a:lstStyle/>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SERVO / MOTOR</a:t>
            </a:r>
            <a:endParaRPr lang="en-US" sz="1200" dirty="0">
              <a:latin typeface="Poppins" panose="00000500000000000000" pitchFamily="2" charset="0"/>
              <a:cs typeface="Poppins" panose="00000500000000000000" pitchFamily="2" charset="0"/>
            </a:endParaRPr>
          </a:p>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COMMAND</a:t>
            </a:r>
            <a:endParaRPr lang="en-US" sz="1200" dirty="0">
              <a:latin typeface="Poppins" panose="00000500000000000000" pitchFamily="2" charset="0"/>
              <a:cs typeface="Poppins" panose="00000500000000000000" pitchFamily="2" charset="0"/>
            </a:endParaRPr>
          </a:p>
        </p:txBody>
      </p:sp>
      <p:sp>
        <p:nvSpPr>
          <p:cNvPr id="25" name="Shape 23"/>
          <p:cNvSpPr/>
          <p:nvPr/>
        </p:nvSpPr>
        <p:spPr>
          <a:xfrm>
            <a:off x="7680960" y="2514600"/>
            <a:ext cx="1417320" cy="914400"/>
          </a:xfrm>
          <a:prstGeom prst="roundRect">
            <a:avLst>
              <a:gd name="adj" fmla="val 18000"/>
            </a:avLst>
          </a:prstGeom>
          <a:solidFill>
            <a:srgbClr val="061B32">
              <a:alpha val="93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26" name="Text 24"/>
          <p:cNvSpPr/>
          <p:nvPr/>
        </p:nvSpPr>
        <p:spPr>
          <a:xfrm>
            <a:off x="7772400" y="2624328"/>
            <a:ext cx="123444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27" name="Text 25"/>
          <p:cNvSpPr/>
          <p:nvPr/>
        </p:nvSpPr>
        <p:spPr>
          <a:xfrm>
            <a:off x="7754112" y="3017520"/>
            <a:ext cx="1271016" cy="365760"/>
          </a:xfrm>
          <a:prstGeom prst="rect">
            <a:avLst/>
          </a:prstGeom>
          <a:noFill/>
          <a:ln/>
        </p:spPr>
        <p:txBody>
          <a:bodyPr wrap="square" lIns="254" tIns="254" rIns="254" bIns="254" rtlCol="0" anchor="ctr">
            <a:normAutofit lnSpcReduction="10000"/>
          </a:bodyPr>
          <a:lstStyle/>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EDUEXO</a:t>
            </a:r>
            <a:endParaRPr lang="en-US" sz="1200" dirty="0">
              <a:latin typeface="Poppins" panose="00000500000000000000" pitchFamily="2" charset="0"/>
              <a:cs typeface="Poppins" panose="00000500000000000000" pitchFamily="2" charset="0"/>
            </a:endParaRPr>
          </a:p>
          <a:p>
            <a:pPr marL="0" indent="0" algn="ctr">
              <a:buNone/>
            </a:pPr>
            <a:r>
              <a:rPr lang="en-US" sz="1200" b="1" dirty="0">
                <a:solidFill>
                  <a:srgbClr val="F4F7FB"/>
                </a:solidFill>
                <a:latin typeface="Poppins" panose="00000500000000000000" pitchFamily="2" charset="0"/>
                <a:ea typeface="Aptos" pitchFamily="34" charset="-122"/>
                <a:cs typeface="Poppins" panose="00000500000000000000" pitchFamily="2" charset="0"/>
              </a:rPr>
              <a:t>PRO</a:t>
            </a:r>
            <a:endParaRPr lang="en-US" sz="1200" dirty="0">
              <a:latin typeface="Poppins" panose="00000500000000000000" pitchFamily="2" charset="0"/>
              <a:cs typeface="Poppins" panose="00000500000000000000" pitchFamily="2" charset="0"/>
            </a:endParaRPr>
          </a:p>
        </p:txBody>
      </p:sp>
      <p:sp>
        <p:nvSpPr>
          <p:cNvPr id="28" name="Shape 26"/>
          <p:cNvSpPr/>
          <p:nvPr/>
        </p:nvSpPr>
        <p:spPr>
          <a:xfrm>
            <a:off x="2148840" y="2286000"/>
            <a:ext cx="914400" cy="502920"/>
          </a:xfrm>
          <a:prstGeom prst="line">
            <a:avLst/>
          </a:prstGeom>
          <a:noFill/>
          <a:ln w="25400">
            <a:solidFill>
              <a:srgbClr val="22C7F3"/>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29" name="Shape 27"/>
          <p:cNvSpPr/>
          <p:nvPr/>
        </p:nvSpPr>
        <p:spPr>
          <a:xfrm flipV="1">
            <a:off x="2148840" y="3236976"/>
            <a:ext cx="914400" cy="374904"/>
          </a:xfrm>
          <a:prstGeom prst="line">
            <a:avLst/>
          </a:prstGeom>
          <a:noFill/>
          <a:ln w="25400">
            <a:solidFill>
              <a:srgbClr val="22C7F3"/>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0" name="Shape 28"/>
          <p:cNvSpPr/>
          <p:nvPr/>
        </p:nvSpPr>
        <p:spPr>
          <a:xfrm>
            <a:off x="4709160" y="2971800"/>
            <a:ext cx="685800" cy="0"/>
          </a:xfrm>
          <a:prstGeom prst="line">
            <a:avLst/>
          </a:prstGeom>
          <a:noFill/>
          <a:ln w="25400">
            <a:solidFill>
              <a:srgbClr val="A6E048"/>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1" name="Shape 29"/>
          <p:cNvSpPr/>
          <p:nvPr/>
        </p:nvSpPr>
        <p:spPr>
          <a:xfrm>
            <a:off x="7040880" y="2971800"/>
            <a:ext cx="640080" cy="0"/>
          </a:xfrm>
          <a:prstGeom prst="line">
            <a:avLst/>
          </a:prstGeom>
          <a:noFill/>
          <a:ln w="25400">
            <a:solidFill>
              <a:srgbClr val="FFC400"/>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2" name="Shape 30"/>
          <p:cNvSpPr/>
          <p:nvPr/>
        </p:nvSpPr>
        <p:spPr>
          <a:xfrm>
            <a:off x="1143000" y="4937760"/>
            <a:ext cx="1417320" cy="777240"/>
          </a:xfrm>
          <a:prstGeom prst="roundRect">
            <a:avLst>
              <a:gd name="adj" fmla="val 21176"/>
            </a:avLst>
          </a:prstGeom>
          <a:solidFill>
            <a:srgbClr val="061B32">
              <a:alpha val="93000"/>
            </a:srgbClr>
          </a:solidFill>
          <a:ln w="16510">
            <a:solidFill>
              <a:srgbClr val="FFC400"/>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33" name="Text 31"/>
          <p:cNvSpPr/>
          <p:nvPr/>
        </p:nvSpPr>
        <p:spPr>
          <a:xfrm>
            <a:off x="1234440" y="5047488"/>
            <a:ext cx="123444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34" name="Text 32"/>
          <p:cNvSpPr/>
          <p:nvPr/>
        </p:nvSpPr>
        <p:spPr>
          <a:xfrm>
            <a:off x="1216152" y="5440680"/>
            <a:ext cx="1271016" cy="228600"/>
          </a:xfrm>
          <a:prstGeom prst="rect">
            <a:avLst/>
          </a:prstGeom>
          <a:noFill/>
          <a:ln/>
        </p:spPr>
        <p:txBody>
          <a:bodyPr wrap="square" lIns="254" tIns="254" rIns="254" bIns="254" rtlCol="0" anchor="ctr">
            <a:normAutofit fontScale="85000" lnSpcReduction="20000"/>
          </a:bodyPr>
          <a:lstStyle/>
          <a:p>
            <a:pPr marL="0" indent="0" algn="ctr">
              <a:buNone/>
            </a:pPr>
            <a:r>
              <a:rPr lang="en-US" sz="1100" b="1" dirty="0">
                <a:solidFill>
                  <a:srgbClr val="F4F7FB"/>
                </a:solidFill>
                <a:latin typeface="Poppins" panose="00000500000000000000" pitchFamily="2" charset="0"/>
                <a:ea typeface="Aptos" pitchFamily="34" charset="-122"/>
                <a:cs typeface="Poppins" panose="00000500000000000000" pitchFamily="2" charset="0"/>
              </a:rPr>
              <a:t>TARGET</a:t>
            </a:r>
            <a:endParaRPr lang="en-US" sz="1100" dirty="0">
              <a:latin typeface="Poppins" panose="00000500000000000000" pitchFamily="2" charset="0"/>
              <a:cs typeface="Poppins" panose="00000500000000000000" pitchFamily="2" charset="0"/>
            </a:endParaRPr>
          </a:p>
          <a:p>
            <a:pPr marL="0" indent="0" algn="ctr">
              <a:buNone/>
            </a:pPr>
            <a:r>
              <a:rPr lang="en-US" sz="1100" b="1" dirty="0">
                <a:solidFill>
                  <a:srgbClr val="F4F7FB"/>
                </a:solidFill>
                <a:latin typeface="Poppins" panose="00000500000000000000" pitchFamily="2" charset="0"/>
                <a:ea typeface="Aptos" pitchFamily="34" charset="-122"/>
                <a:cs typeface="Poppins" panose="00000500000000000000" pitchFamily="2" charset="0"/>
              </a:rPr>
              <a:t>ERROR</a:t>
            </a:r>
            <a:endParaRPr lang="en-US" sz="1100" dirty="0">
              <a:latin typeface="Poppins" panose="00000500000000000000" pitchFamily="2" charset="0"/>
              <a:cs typeface="Poppins" panose="00000500000000000000" pitchFamily="2" charset="0"/>
            </a:endParaRPr>
          </a:p>
        </p:txBody>
      </p:sp>
      <p:sp>
        <p:nvSpPr>
          <p:cNvPr id="35" name="Shape 33"/>
          <p:cNvSpPr/>
          <p:nvPr/>
        </p:nvSpPr>
        <p:spPr>
          <a:xfrm>
            <a:off x="3154680" y="4818888"/>
            <a:ext cx="2057400" cy="960120"/>
          </a:xfrm>
          <a:prstGeom prst="roundRect">
            <a:avLst>
              <a:gd name="adj" fmla="val 17143"/>
            </a:avLst>
          </a:prstGeom>
          <a:solidFill>
            <a:srgbClr val="061B32">
              <a:alpha val="93000"/>
            </a:srgbClr>
          </a:solidFill>
          <a:ln w="16510">
            <a:solidFill>
              <a:srgbClr val="FF9914"/>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36" name="Text 34"/>
          <p:cNvSpPr/>
          <p:nvPr/>
        </p:nvSpPr>
        <p:spPr>
          <a:xfrm>
            <a:off x="3246120" y="4928616"/>
            <a:ext cx="1874520" cy="310896"/>
          </a:xfrm>
          <a:prstGeom prst="rect">
            <a:avLst/>
          </a:prstGeom>
          <a:noFill/>
          <a:ln/>
        </p:spPr>
        <p:txBody>
          <a:bodyPr wrap="square" lIns="0" tIns="0" rIns="0" bIns="0" rtlCol="0" anchor="ctr"/>
          <a:lstStyle/>
          <a:p>
            <a:pPr marL="0" indent="0" algn="ctr">
              <a:buNone/>
            </a:pPr>
            <a:r>
              <a:rPr lang="en-US" sz="2100" dirty="0">
                <a:solidFill>
                  <a:srgbClr val="F4F7FB"/>
                </a:solidFill>
                <a:latin typeface="Poppins" panose="00000500000000000000" pitchFamily="2" charset="0"/>
                <a:ea typeface="Aptos" pitchFamily="34" charset="-122"/>
                <a:cs typeface="Poppins" panose="00000500000000000000" pitchFamily="2" charset="0"/>
              </a:rPr>
              <a:t>☰</a:t>
            </a:r>
            <a:endParaRPr lang="en-US" sz="2100" dirty="0">
              <a:latin typeface="Poppins" panose="00000500000000000000" pitchFamily="2" charset="0"/>
              <a:cs typeface="Poppins" panose="00000500000000000000" pitchFamily="2" charset="0"/>
            </a:endParaRPr>
          </a:p>
        </p:txBody>
      </p:sp>
      <p:sp>
        <p:nvSpPr>
          <p:cNvPr id="37" name="Text 35"/>
          <p:cNvSpPr/>
          <p:nvPr/>
        </p:nvSpPr>
        <p:spPr>
          <a:xfrm>
            <a:off x="3227832" y="5321808"/>
            <a:ext cx="1911096" cy="411480"/>
          </a:xfrm>
          <a:prstGeom prst="rect">
            <a:avLst/>
          </a:prstGeom>
          <a:noFill/>
          <a:ln/>
        </p:spPr>
        <p:txBody>
          <a:bodyPr wrap="square" lIns="254" tIns="254" rIns="254" bIns="254" rtlCol="0" anchor="ctr">
            <a:normAutofit fontScale="92500" lnSpcReduction="20000"/>
          </a:bodyPr>
          <a:lstStyle/>
          <a:p>
            <a:pPr marL="0" indent="0" algn="ctr">
              <a:buNone/>
            </a:pPr>
            <a:r>
              <a:rPr lang="en-US" sz="1100" b="1" dirty="0">
                <a:solidFill>
                  <a:srgbClr val="F4F7FB"/>
                </a:solidFill>
                <a:latin typeface="Poppins" panose="00000500000000000000" pitchFamily="2" charset="0"/>
                <a:ea typeface="Aptos" pitchFamily="34" charset="-122"/>
                <a:cs typeface="Poppins" panose="00000500000000000000" pitchFamily="2" charset="0"/>
              </a:rPr>
              <a:t>OPTIONAL</a:t>
            </a:r>
            <a:endParaRPr lang="en-US" sz="1100" dirty="0">
              <a:latin typeface="Poppins" panose="00000500000000000000" pitchFamily="2" charset="0"/>
              <a:cs typeface="Poppins" panose="00000500000000000000" pitchFamily="2" charset="0"/>
            </a:endParaRPr>
          </a:p>
          <a:p>
            <a:pPr marL="0" indent="0" algn="ctr">
              <a:buNone/>
            </a:pPr>
            <a:r>
              <a:rPr lang="en-US" sz="1100" b="1" dirty="0">
                <a:solidFill>
                  <a:srgbClr val="F4F7FB"/>
                </a:solidFill>
                <a:latin typeface="Poppins" panose="00000500000000000000" pitchFamily="2" charset="0"/>
                <a:ea typeface="Aptos" pitchFamily="34" charset="-122"/>
                <a:cs typeface="Poppins" panose="00000500000000000000" pitchFamily="2" charset="0"/>
              </a:rPr>
              <a:t>LOW / HIGH</a:t>
            </a:r>
            <a:endParaRPr lang="en-US" sz="1100" dirty="0">
              <a:latin typeface="Poppins" panose="00000500000000000000" pitchFamily="2" charset="0"/>
              <a:cs typeface="Poppins" panose="00000500000000000000" pitchFamily="2" charset="0"/>
            </a:endParaRPr>
          </a:p>
          <a:p>
            <a:pPr marL="0" indent="0" algn="ctr">
              <a:buNone/>
            </a:pPr>
            <a:r>
              <a:rPr lang="en-US" sz="1100" b="1" dirty="0">
                <a:solidFill>
                  <a:srgbClr val="F4F7FB"/>
                </a:solidFill>
                <a:latin typeface="Poppins" panose="00000500000000000000" pitchFamily="2" charset="0"/>
                <a:ea typeface="Aptos" pitchFamily="34" charset="-122"/>
                <a:cs typeface="Poppins" panose="00000500000000000000" pitchFamily="2" charset="0"/>
              </a:rPr>
              <a:t>ASSISTANCE</a:t>
            </a:r>
            <a:endParaRPr lang="en-US" sz="1100" dirty="0">
              <a:latin typeface="Poppins" panose="00000500000000000000" pitchFamily="2" charset="0"/>
              <a:cs typeface="Poppins" panose="00000500000000000000" pitchFamily="2" charset="0"/>
            </a:endParaRPr>
          </a:p>
        </p:txBody>
      </p:sp>
      <p:sp>
        <p:nvSpPr>
          <p:cNvPr id="38" name="Shape 36"/>
          <p:cNvSpPr/>
          <p:nvPr/>
        </p:nvSpPr>
        <p:spPr>
          <a:xfrm>
            <a:off x="2560320" y="5321808"/>
            <a:ext cx="594360" cy="0"/>
          </a:xfrm>
          <a:prstGeom prst="line">
            <a:avLst/>
          </a:prstGeom>
          <a:noFill/>
          <a:ln w="25400">
            <a:solidFill>
              <a:srgbClr val="FFC400"/>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39" name="Shape 37"/>
          <p:cNvSpPr/>
          <p:nvPr/>
        </p:nvSpPr>
        <p:spPr>
          <a:xfrm flipV="1">
            <a:off x="4160520" y="3410712"/>
            <a:ext cx="0" cy="1408176"/>
          </a:xfrm>
          <a:prstGeom prst="line">
            <a:avLst/>
          </a:prstGeom>
          <a:noFill/>
          <a:ln w="20320">
            <a:solidFill>
              <a:srgbClr val="FF9914"/>
            </a:solidFill>
            <a:prstDash val="solid"/>
            <a:headEnd type="none"/>
            <a:tailEnd type="triangle"/>
          </a:ln>
        </p:spPr>
        <p:txBody>
          <a:bodyPr/>
          <a:lstStyle/>
          <a:p>
            <a:endParaRPr lang="en-US">
              <a:latin typeface="Poppins" panose="00000500000000000000" pitchFamily="2" charset="0"/>
              <a:cs typeface="Poppins" panose="00000500000000000000" pitchFamily="2" charset="0"/>
            </a:endParaRPr>
          </a:p>
        </p:txBody>
      </p:sp>
      <p:sp>
        <p:nvSpPr>
          <p:cNvPr id="40" name="Shape 38"/>
          <p:cNvSpPr/>
          <p:nvPr/>
        </p:nvSpPr>
        <p:spPr>
          <a:xfrm>
            <a:off x="9464040" y="1691640"/>
            <a:ext cx="2468880" cy="3794760"/>
          </a:xfrm>
          <a:prstGeom prst="roundRect">
            <a:avLst>
              <a:gd name="adj" fmla="val 8571"/>
            </a:avLst>
          </a:prstGeom>
          <a:solidFill>
            <a:srgbClr val="061B32">
              <a:alpha val="93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41" name="Text 39"/>
          <p:cNvSpPr/>
          <p:nvPr/>
        </p:nvSpPr>
        <p:spPr>
          <a:xfrm>
            <a:off x="9784080" y="2029968"/>
            <a:ext cx="1737360" cy="320040"/>
          </a:xfrm>
          <a:prstGeom prst="rect">
            <a:avLst/>
          </a:prstGeom>
          <a:noFill/>
          <a:ln/>
        </p:spPr>
        <p:txBody>
          <a:bodyPr wrap="square" lIns="0" tIns="0" rIns="0" bIns="0" rtlCol="0" anchor="ctr"/>
          <a:lstStyle/>
          <a:p>
            <a:pPr marL="0" indent="0">
              <a:buNone/>
            </a:pPr>
            <a:r>
              <a:rPr lang="en-US" b="1" dirty="0">
                <a:solidFill>
                  <a:srgbClr val="F66DD5"/>
                </a:solidFill>
                <a:latin typeface="Poppins" panose="00000500000000000000" pitchFamily="2" charset="0"/>
                <a:ea typeface="Aptos" pitchFamily="34" charset="-122"/>
                <a:cs typeface="Poppins" panose="00000500000000000000" pitchFamily="2" charset="0"/>
              </a:rPr>
              <a:t>Control Summary</a:t>
            </a:r>
            <a:endParaRPr lang="en-US" dirty="0">
              <a:latin typeface="Poppins" panose="00000500000000000000" pitchFamily="2" charset="0"/>
              <a:cs typeface="Poppins" panose="00000500000000000000" pitchFamily="2" charset="0"/>
            </a:endParaRPr>
          </a:p>
        </p:txBody>
      </p:sp>
      <p:sp>
        <p:nvSpPr>
          <p:cNvPr id="42" name="Text 40"/>
          <p:cNvSpPr/>
          <p:nvPr/>
        </p:nvSpPr>
        <p:spPr>
          <a:xfrm>
            <a:off x="9784080" y="2491740"/>
            <a:ext cx="2011680" cy="2830068"/>
          </a:xfrm>
          <a:prstGeom prst="rect">
            <a:avLst/>
          </a:prstGeom>
          <a:noFill/>
          <a:ln/>
        </p:spPr>
        <p:txBody>
          <a:bodyPr wrap="square" lIns="508" tIns="508" rIns="508" bIns="508" rtlCol="0" anchor="ctr">
            <a:normAutofit/>
          </a:bodyPr>
          <a:lstStyle/>
          <a:p>
            <a:pPr marL="0" indent="0">
              <a:spcAft>
                <a:spcPts val="600"/>
              </a:spcAft>
              <a:buNone/>
            </a:pPr>
            <a:r>
              <a:rPr lang="en-US" sz="1200" b="1" dirty="0">
                <a:solidFill>
                  <a:srgbClr val="F66DD5"/>
                </a:solidFill>
                <a:latin typeface="Poppins" panose="00000500000000000000" pitchFamily="2" charset="0"/>
                <a:ea typeface="Aptos" pitchFamily="34" charset="-122"/>
                <a:cs typeface="Poppins" panose="00000500000000000000" pitchFamily="2" charset="0"/>
              </a:rPr>
              <a:t>• </a:t>
            </a:r>
            <a:r>
              <a:rPr lang="en-US" sz="1200" dirty="0">
                <a:solidFill>
                  <a:srgbClr val="F4F7FB"/>
                </a:solidFill>
                <a:latin typeface="Poppins" panose="00000500000000000000" pitchFamily="2" charset="0"/>
                <a:ea typeface="Aptos" pitchFamily="34" charset="-122"/>
                <a:cs typeface="Poppins" panose="00000500000000000000" pitchFamily="2" charset="0"/>
              </a:rPr>
              <a:t>Base </a:t>
            </a:r>
            <a:r>
              <a:rPr lang="en-US" sz="1200" dirty="0" err="1">
                <a:solidFill>
                  <a:srgbClr val="F4F7FB"/>
                </a:solidFill>
                <a:latin typeface="Poppins" panose="00000500000000000000" pitchFamily="2" charset="0"/>
                <a:ea typeface="Aptos" pitchFamily="34" charset="-122"/>
                <a:cs typeface="Poppins" panose="00000500000000000000" pitchFamily="2" charset="0"/>
              </a:rPr>
              <a:t>behaviour</a:t>
            </a:r>
            <a:r>
              <a:rPr lang="en-US" sz="1200" dirty="0">
                <a:solidFill>
                  <a:srgbClr val="F4F7FB"/>
                </a:solidFill>
                <a:latin typeface="Poppins" panose="00000500000000000000" pitchFamily="2" charset="0"/>
                <a:ea typeface="Aptos" pitchFamily="34" charset="-122"/>
                <a:cs typeface="Poppins" panose="00000500000000000000" pitchFamily="2" charset="0"/>
              </a:rPr>
              <a:t>: transparent control</a:t>
            </a:r>
          </a:p>
          <a:p>
            <a:pPr>
              <a:spcAft>
                <a:spcPts val="600"/>
              </a:spcAft>
            </a:pPr>
            <a:r>
              <a:rPr lang="en-US" sz="1200" b="1" dirty="0">
                <a:solidFill>
                  <a:srgbClr val="F66DD5"/>
                </a:solidFill>
                <a:latin typeface="Poppins" panose="00000500000000000000" pitchFamily="2" charset="0"/>
                <a:ea typeface="Aptos" pitchFamily="34" charset="-122"/>
                <a:cs typeface="Poppins" panose="00000500000000000000" pitchFamily="2" charset="0"/>
              </a:rPr>
              <a:t>• </a:t>
            </a:r>
            <a:r>
              <a:rPr lang="en-US" sz="1200" dirty="0">
                <a:solidFill>
                  <a:srgbClr val="F4F7FB"/>
                </a:solidFill>
                <a:latin typeface="Poppins" panose="00000500000000000000" pitchFamily="2" charset="0"/>
                <a:ea typeface="Aptos" pitchFamily="34" charset="-122"/>
                <a:cs typeface="Poppins" panose="00000500000000000000" pitchFamily="2" charset="0"/>
              </a:rPr>
              <a:t>Motor remains active</a:t>
            </a:r>
          </a:p>
          <a:p>
            <a:pPr>
              <a:spcAft>
                <a:spcPts val="600"/>
              </a:spcAft>
            </a:pPr>
            <a:r>
              <a:rPr lang="en-US" sz="1200" b="1" dirty="0">
                <a:solidFill>
                  <a:srgbClr val="F66DD5"/>
                </a:solidFill>
                <a:latin typeface="Poppins" panose="00000500000000000000" pitchFamily="2" charset="0"/>
                <a:ea typeface="Aptos" pitchFamily="34" charset="-122"/>
                <a:cs typeface="Poppins" panose="00000500000000000000" pitchFamily="2" charset="0"/>
              </a:rPr>
              <a:t>• </a:t>
            </a:r>
            <a:r>
              <a:rPr lang="en-US" sz="1200" dirty="0">
                <a:solidFill>
                  <a:srgbClr val="F4F7FB"/>
                </a:solidFill>
                <a:latin typeface="Poppins" panose="00000500000000000000" pitchFamily="2" charset="0"/>
                <a:ea typeface="Aptos" pitchFamily="34" charset="-122"/>
                <a:cs typeface="Poppins" panose="00000500000000000000" pitchFamily="2" charset="0"/>
              </a:rPr>
              <a:t>Optional assist branch modifies the command when user is far from target</a:t>
            </a:r>
          </a:p>
          <a:p>
            <a:pPr>
              <a:spcAft>
                <a:spcPts val="600"/>
              </a:spcAft>
            </a:pPr>
            <a:r>
              <a:rPr lang="en-US" sz="1200" b="1" dirty="0">
                <a:solidFill>
                  <a:srgbClr val="F66DD5"/>
                </a:solidFill>
                <a:latin typeface="Poppins" panose="00000500000000000000" pitchFamily="2" charset="0"/>
                <a:ea typeface="Aptos" pitchFamily="34" charset="-122"/>
                <a:cs typeface="Poppins" panose="00000500000000000000" pitchFamily="2" charset="0"/>
              </a:rPr>
              <a:t>• </a:t>
            </a:r>
            <a:r>
              <a:rPr lang="en-US" sz="1200" dirty="0">
                <a:solidFill>
                  <a:srgbClr val="F4F7FB"/>
                </a:solidFill>
                <a:latin typeface="Poppins" panose="00000500000000000000" pitchFamily="2" charset="0"/>
                <a:ea typeface="Aptos" pitchFamily="34" charset="-122"/>
                <a:cs typeface="Poppins" panose="00000500000000000000" pitchFamily="2" charset="0"/>
              </a:rPr>
              <a:t>Force sensor used to estimate residual interaction force</a:t>
            </a:r>
          </a:p>
          <a:p>
            <a:pPr>
              <a:spcAft>
                <a:spcPts val="600"/>
              </a:spcAft>
            </a:pPr>
            <a:r>
              <a:rPr lang="en-US" sz="1200" b="1" dirty="0">
                <a:solidFill>
                  <a:srgbClr val="F66DD5"/>
                </a:solidFill>
                <a:latin typeface="Poppins" panose="00000500000000000000" pitchFamily="2" charset="0"/>
                <a:ea typeface="Aptos" pitchFamily="34" charset="-122"/>
                <a:cs typeface="Poppins" panose="00000500000000000000" pitchFamily="2" charset="0"/>
              </a:rPr>
              <a:t>• </a:t>
            </a:r>
            <a:r>
              <a:rPr lang="en-US" sz="1200" dirty="0">
                <a:solidFill>
                  <a:srgbClr val="F4F7FB"/>
                </a:solidFill>
                <a:latin typeface="Poppins" panose="00000500000000000000" pitchFamily="2" charset="0"/>
                <a:ea typeface="Aptos" pitchFamily="34" charset="-122"/>
                <a:cs typeface="Poppins" panose="00000500000000000000" pitchFamily="2" charset="0"/>
              </a:rPr>
              <a:t>Goal: high compliance without motor detachment</a:t>
            </a:r>
            <a:endParaRPr lang="en-US" sz="1200" dirty="0">
              <a:latin typeface="Poppins" panose="00000500000000000000" pitchFamily="2" charset="0"/>
              <a:cs typeface="Poppins" panose="00000500000000000000"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 name="Text 8"/>
          <p:cNvSpPr/>
          <p:nvPr/>
        </p:nvSpPr>
        <p:spPr>
          <a:xfrm>
            <a:off x="411480" y="320040"/>
            <a:ext cx="1005840" cy="502920"/>
          </a:xfrm>
          <a:prstGeom prst="rect">
            <a:avLst/>
          </a:prstGeom>
          <a:noFill/>
          <a:ln/>
        </p:spPr>
        <p:txBody>
          <a:bodyPr wrap="square" lIns="0" tIns="0" rIns="0" bIns="0" rtlCol="0" anchor="ctr"/>
          <a:lstStyle/>
          <a:p>
            <a:pPr marL="0" indent="0">
              <a:buNone/>
            </a:pPr>
            <a:r>
              <a:rPr lang="en-US" sz="3800" b="1" dirty="0">
                <a:solidFill>
                  <a:srgbClr val="F66DD5"/>
                </a:solidFill>
                <a:latin typeface="Poppins" panose="00000500000000000000" pitchFamily="2" charset="0"/>
                <a:ea typeface="Arial Narrow" pitchFamily="34" charset="-122"/>
                <a:cs typeface="Poppins" panose="00000500000000000000" pitchFamily="2" charset="0"/>
              </a:rPr>
              <a:t>03.</a:t>
            </a:r>
            <a:endParaRPr lang="en-US" sz="3800" dirty="0">
              <a:latin typeface="Poppins" panose="00000500000000000000" pitchFamily="2" charset="0"/>
              <a:cs typeface="Poppins" panose="00000500000000000000" pitchFamily="2" charset="0"/>
            </a:endParaRPr>
          </a:p>
        </p:txBody>
      </p:sp>
      <p:sp>
        <p:nvSpPr>
          <p:cNvPr id="11" name="Text 9"/>
          <p:cNvSpPr/>
          <p:nvPr/>
        </p:nvSpPr>
        <p:spPr>
          <a:xfrm>
            <a:off x="1417320" y="310896"/>
            <a:ext cx="9509760" cy="594360"/>
          </a:xfrm>
          <a:prstGeom prst="rect">
            <a:avLst/>
          </a:prstGeom>
          <a:noFill/>
          <a:ln/>
        </p:spPr>
        <p:txBody>
          <a:bodyPr wrap="square" lIns="0" tIns="0" rIns="0" bIns="0" rtlCol="0" anchor="ctr">
            <a:normAutofit/>
          </a:bodyPr>
          <a:lstStyle/>
          <a:p>
            <a:pPr marL="0" indent="0">
              <a:buNone/>
            </a:pPr>
            <a:r>
              <a:rPr lang="en-US" sz="3700" b="1" dirty="0">
                <a:solidFill>
                  <a:srgbClr val="002060"/>
                </a:solidFill>
                <a:latin typeface="Poppins" panose="00000500000000000000" pitchFamily="2" charset="0"/>
                <a:ea typeface="Arial Narrow" pitchFamily="34" charset="-122"/>
                <a:cs typeface="Poppins" panose="00000500000000000000" pitchFamily="2" charset="0"/>
              </a:rPr>
              <a:t>TRANSPARENT REGION LOGIC</a:t>
            </a:r>
            <a:endParaRPr lang="en-US" sz="3700" dirty="0">
              <a:solidFill>
                <a:srgbClr val="002060"/>
              </a:solidFill>
              <a:latin typeface="Poppins" panose="00000500000000000000" pitchFamily="2" charset="0"/>
              <a:cs typeface="Poppins" panose="00000500000000000000" pitchFamily="2" charset="0"/>
            </a:endParaRPr>
          </a:p>
        </p:txBody>
      </p:sp>
      <p:sp>
        <p:nvSpPr>
          <p:cNvPr id="12" name="Text 10"/>
          <p:cNvSpPr/>
          <p:nvPr/>
        </p:nvSpPr>
        <p:spPr>
          <a:xfrm>
            <a:off x="502920" y="987552"/>
            <a:ext cx="10241280" cy="292608"/>
          </a:xfrm>
          <a:prstGeom prst="rect">
            <a:avLst/>
          </a:prstGeom>
          <a:noFill/>
          <a:ln/>
        </p:spPr>
        <p:txBody>
          <a:bodyPr wrap="square" lIns="0" tIns="0" rIns="0" bIns="0" rtlCol="0" anchor="ctr"/>
          <a:lstStyle/>
          <a:p>
            <a:r>
              <a:rPr lang="en-US" sz="2000" dirty="0">
                <a:solidFill>
                  <a:srgbClr val="002060"/>
                </a:solidFill>
                <a:latin typeface="Poppins" panose="00000500000000000000" pitchFamily="2" charset="0"/>
                <a:ea typeface="Aptos" pitchFamily="34" charset="-122"/>
                <a:cs typeface="Poppins" panose="00000500000000000000" pitchFamily="2" charset="0"/>
              </a:rPr>
              <a:t>The user remains in transparent mode inside a tolerance corridor around the target trajectory.</a:t>
            </a:r>
            <a:endParaRPr lang="en-US" sz="2000" dirty="0">
              <a:solidFill>
                <a:srgbClr val="002060"/>
              </a:solidFill>
              <a:latin typeface="Poppins" panose="00000500000000000000" pitchFamily="2" charset="0"/>
              <a:cs typeface="Poppins" panose="00000500000000000000" pitchFamily="2" charset="0"/>
            </a:endParaRPr>
          </a:p>
        </p:txBody>
      </p:sp>
      <p:sp>
        <p:nvSpPr>
          <p:cNvPr id="13" name="Shape 11"/>
          <p:cNvSpPr/>
          <p:nvPr/>
        </p:nvSpPr>
        <p:spPr>
          <a:xfrm>
            <a:off x="594360" y="1600200"/>
            <a:ext cx="7498080" cy="4389120"/>
          </a:xfrm>
          <a:prstGeom prst="roundRect">
            <a:avLst>
              <a:gd name="adj" fmla="val 3750"/>
            </a:avLst>
          </a:prstGeom>
          <a:solidFill>
            <a:srgbClr val="04182B">
              <a:alpha val="93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4" name="Shape 12"/>
          <p:cNvSpPr/>
          <p:nvPr/>
        </p:nvSpPr>
        <p:spPr>
          <a:xfrm>
            <a:off x="2011680" y="1828800"/>
            <a:ext cx="0" cy="3886200"/>
          </a:xfrm>
          <a:prstGeom prst="line">
            <a:avLst/>
          </a:prstGeom>
          <a:noFill/>
          <a:ln w="6350">
            <a:solidFill>
              <a:srgbClr val="254766"/>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5" name="Shape 13"/>
          <p:cNvSpPr/>
          <p:nvPr/>
        </p:nvSpPr>
        <p:spPr>
          <a:xfrm>
            <a:off x="3154680" y="1828800"/>
            <a:ext cx="0" cy="3886200"/>
          </a:xfrm>
          <a:prstGeom prst="line">
            <a:avLst/>
          </a:prstGeom>
          <a:noFill/>
          <a:ln w="6350">
            <a:solidFill>
              <a:srgbClr val="254766"/>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6" name="Shape 14"/>
          <p:cNvSpPr/>
          <p:nvPr/>
        </p:nvSpPr>
        <p:spPr>
          <a:xfrm>
            <a:off x="4297680" y="1828800"/>
            <a:ext cx="0" cy="3886200"/>
          </a:xfrm>
          <a:prstGeom prst="line">
            <a:avLst/>
          </a:prstGeom>
          <a:noFill/>
          <a:ln w="6350">
            <a:solidFill>
              <a:srgbClr val="254766"/>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7" name="Shape 15"/>
          <p:cNvSpPr/>
          <p:nvPr/>
        </p:nvSpPr>
        <p:spPr>
          <a:xfrm>
            <a:off x="5440680" y="1828800"/>
            <a:ext cx="0" cy="3886200"/>
          </a:xfrm>
          <a:prstGeom prst="line">
            <a:avLst/>
          </a:prstGeom>
          <a:noFill/>
          <a:ln w="6350">
            <a:solidFill>
              <a:srgbClr val="254766"/>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8" name="Shape 16"/>
          <p:cNvSpPr/>
          <p:nvPr/>
        </p:nvSpPr>
        <p:spPr>
          <a:xfrm>
            <a:off x="6583680" y="1828800"/>
            <a:ext cx="0" cy="3886200"/>
          </a:xfrm>
          <a:prstGeom prst="line">
            <a:avLst/>
          </a:prstGeom>
          <a:noFill/>
          <a:ln w="6350">
            <a:solidFill>
              <a:srgbClr val="254766"/>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9" name="Shape 17"/>
          <p:cNvSpPr/>
          <p:nvPr/>
        </p:nvSpPr>
        <p:spPr>
          <a:xfrm>
            <a:off x="868680" y="2560320"/>
            <a:ext cx="6949440" cy="0"/>
          </a:xfrm>
          <a:prstGeom prst="line">
            <a:avLst/>
          </a:prstGeom>
          <a:noFill/>
          <a:ln w="6350">
            <a:solidFill>
              <a:srgbClr val="254766"/>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0" name="Shape 18"/>
          <p:cNvSpPr/>
          <p:nvPr/>
        </p:nvSpPr>
        <p:spPr>
          <a:xfrm>
            <a:off x="868680" y="3291840"/>
            <a:ext cx="6949440" cy="0"/>
          </a:xfrm>
          <a:prstGeom prst="line">
            <a:avLst/>
          </a:prstGeom>
          <a:noFill/>
          <a:ln w="6350">
            <a:solidFill>
              <a:srgbClr val="254766"/>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1" name="Shape 19"/>
          <p:cNvSpPr/>
          <p:nvPr/>
        </p:nvSpPr>
        <p:spPr>
          <a:xfrm>
            <a:off x="868680" y="4023360"/>
            <a:ext cx="6949440" cy="0"/>
          </a:xfrm>
          <a:prstGeom prst="line">
            <a:avLst/>
          </a:prstGeom>
          <a:noFill/>
          <a:ln w="6350">
            <a:solidFill>
              <a:srgbClr val="254766"/>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2" name="Shape 20"/>
          <p:cNvSpPr/>
          <p:nvPr/>
        </p:nvSpPr>
        <p:spPr>
          <a:xfrm>
            <a:off x="868680" y="4754880"/>
            <a:ext cx="6949440" cy="0"/>
          </a:xfrm>
          <a:prstGeom prst="line">
            <a:avLst/>
          </a:prstGeom>
          <a:noFill/>
          <a:ln w="6350">
            <a:solidFill>
              <a:srgbClr val="254766"/>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3" name="Shape 21"/>
          <p:cNvSpPr/>
          <p:nvPr/>
        </p:nvSpPr>
        <p:spPr>
          <a:xfrm rot="-720000">
            <a:off x="1828800" y="2834640"/>
            <a:ext cx="5029200" cy="1143000"/>
          </a:xfrm>
          <a:prstGeom prst="parallelogram">
            <a:avLst/>
          </a:prstGeom>
          <a:solidFill>
            <a:srgbClr val="4BA63D">
              <a:alpha val="37000"/>
            </a:srgbClr>
          </a:solidFill>
          <a:ln w="15240">
            <a:solidFill>
              <a:srgbClr val="A6E048"/>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4" name="Text 22"/>
          <p:cNvSpPr/>
          <p:nvPr/>
        </p:nvSpPr>
        <p:spPr>
          <a:xfrm rot="-720000">
            <a:off x="2999232" y="3209544"/>
            <a:ext cx="3108960" cy="320040"/>
          </a:xfrm>
          <a:prstGeom prst="rect">
            <a:avLst/>
          </a:prstGeom>
          <a:noFill/>
          <a:ln/>
        </p:spPr>
        <p:txBody>
          <a:bodyPr wrap="square" lIns="0" tIns="0" rIns="0" bIns="0" rtlCol="0" anchor="ctr"/>
          <a:lstStyle/>
          <a:p>
            <a:pPr marL="0" indent="0" algn="ctr">
              <a:buNone/>
            </a:pPr>
            <a:r>
              <a:rPr lang="en-US" sz="2000" b="1" dirty="0">
                <a:solidFill>
                  <a:srgbClr val="A6E048"/>
                </a:solidFill>
                <a:latin typeface="Poppins" panose="00000500000000000000" pitchFamily="2" charset="0"/>
                <a:ea typeface="Arial Narrow" pitchFamily="34" charset="-122"/>
                <a:cs typeface="Poppins" panose="00000500000000000000" pitchFamily="2" charset="0"/>
              </a:rPr>
              <a:t>TRANSPARENCY BAND</a:t>
            </a:r>
            <a:endParaRPr lang="en-US" sz="2000" dirty="0">
              <a:latin typeface="Poppins" panose="00000500000000000000" pitchFamily="2" charset="0"/>
              <a:cs typeface="Poppins" panose="00000500000000000000" pitchFamily="2" charset="0"/>
            </a:endParaRPr>
          </a:p>
        </p:txBody>
      </p:sp>
      <p:sp>
        <p:nvSpPr>
          <p:cNvPr id="25" name="Shape 23"/>
          <p:cNvSpPr/>
          <p:nvPr/>
        </p:nvSpPr>
        <p:spPr>
          <a:xfrm>
            <a:off x="914400" y="5303520"/>
            <a:ext cx="1097280" cy="0"/>
          </a:xfrm>
          <a:prstGeom prst="line">
            <a:avLst/>
          </a:prstGeom>
          <a:noFill/>
          <a:ln w="26670">
            <a:solidFill>
              <a:srgbClr val="22C7F3"/>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6" name="Shape 24"/>
          <p:cNvSpPr/>
          <p:nvPr/>
        </p:nvSpPr>
        <p:spPr>
          <a:xfrm>
            <a:off x="2011680" y="4663440"/>
            <a:ext cx="1097280" cy="0"/>
          </a:xfrm>
          <a:prstGeom prst="line">
            <a:avLst/>
          </a:prstGeom>
          <a:noFill/>
          <a:ln w="26670">
            <a:solidFill>
              <a:srgbClr val="22C7F3"/>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7" name="Shape 25"/>
          <p:cNvSpPr/>
          <p:nvPr/>
        </p:nvSpPr>
        <p:spPr>
          <a:xfrm>
            <a:off x="3108960" y="4160520"/>
            <a:ext cx="1097280" cy="0"/>
          </a:xfrm>
          <a:prstGeom prst="line">
            <a:avLst/>
          </a:prstGeom>
          <a:noFill/>
          <a:ln w="26670">
            <a:solidFill>
              <a:srgbClr val="22C7F3"/>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8" name="Shape 26"/>
          <p:cNvSpPr/>
          <p:nvPr/>
        </p:nvSpPr>
        <p:spPr>
          <a:xfrm>
            <a:off x="4206240" y="3794760"/>
            <a:ext cx="1097280" cy="0"/>
          </a:xfrm>
          <a:prstGeom prst="line">
            <a:avLst/>
          </a:prstGeom>
          <a:noFill/>
          <a:ln w="26670">
            <a:solidFill>
              <a:srgbClr val="22C7F3"/>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9" name="Shape 27"/>
          <p:cNvSpPr/>
          <p:nvPr/>
        </p:nvSpPr>
        <p:spPr>
          <a:xfrm>
            <a:off x="5303520" y="3337560"/>
            <a:ext cx="1645920" cy="0"/>
          </a:xfrm>
          <a:prstGeom prst="line">
            <a:avLst/>
          </a:prstGeom>
          <a:noFill/>
          <a:ln w="26670">
            <a:solidFill>
              <a:srgbClr val="22C7F3"/>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0" name="Shape 28"/>
          <p:cNvSpPr/>
          <p:nvPr/>
        </p:nvSpPr>
        <p:spPr>
          <a:xfrm>
            <a:off x="914400" y="5303520"/>
            <a:ext cx="914400" cy="0"/>
          </a:xfrm>
          <a:prstGeom prst="line">
            <a:avLst/>
          </a:prstGeom>
          <a:noFill/>
          <a:ln w="27940">
            <a:solidFill>
              <a:srgbClr val="F66DD5"/>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1" name="Shape 29"/>
          <p:cNvSpPr/>
          <p:nvPr/>
        </p:nvSpPr>
        <p:spPr>
          <a:xfrm>
            <a:off x="1828800" y="4800600"/>
            <a:ext cx="731520" cy="0"/>
          </a:xfrm>
          <a:prstGeom prst="line">
            <a:avLst/>
          </a:prstGeom>
          <a:noFill/>
          <a:ln w="27940">
            <a:solidFill>
              <a:srgbClr val="F66DD5"/>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2" name="Shape 30"/>
          <p:cNvSpPr/>
          <p:nvPr/>
        </p:nvSpPr>
        <p:spPr>
          <a:xfrm>
            <a:off x="2560320" y="3200400"/>
            <a:ext cx="914400" cy="1737360"/>
          </a:xfrm>
          <a:prstGeom prst="line">
            <a:avLst/>
          </a:prstGeom>
          <a:noFill/>
          <a:ln w="27940">
            <a:solidFill>
              <a:srgbClr val="F66DD5"/>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3" name="Shape 31"/>
          <p:cNvSpPr/>
          <p:nvPr/>
        </p:nvSpPr>
        <p:spPr>
          <a:xfrm>
            <a:off x="3474720" y="4937760"/>
            <a:ext cx="914400" cy="502920"/>
          </a:xfrm>
          <a:prstGeom prst="line">
            <a:avLst/>
          </a:prstGeom>
          <a:noFill/>
          <a:ln w="27940">
            <a:solidFill>
              <a:srgbClr val="F66DD5"/>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4" name="Shape 32"/>
          <p:cNvSpPr/>
          <p:nvPr/>
        </p:nvSpPr>
        <p:spPr>
          <a:xfrm>
            <a:off x="4389120" y="5440680"/>
            <a:ext cx="914400" cy="0"/>
          </a:xfrm>
          <a:prstGeom prst="line">
            <a:avLst/>
          </a:prstGeom>
          <a:noFill/>
          <a:ln w="27940">
            <a:solidFill>
              <a:srgbClr val="F66DD5"/>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5" name="Shape 33"/>
          <p:cNvSpPr/>
          <p:nvPr/>
        </p:nvSpPr>
        <p:spPr>
          <a:xfrm>
            <a:off x="5303520" y="4480560"/>
            <a:ext cx="822960" cy="0"/>
          </a:xfrm>
          <a:prstGeom prst="line">
            <a:avLst/>
          </a:prstGeom>
          <a:noFill/>
          <a:ln w="27940">
            <a:solidFill>
              <a:srgbClr val="F66DD5"/>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6" name="Shape 34"/>
          <p:cNvSpPr/>
          <p:nvPr/>
        </p:nvSpPr>
        <p:spPr>
          <a:xfrm>
            <a:off x="6126480" y="2651760"/>
            <a:ext cx="822960" cy="0"/>
          </a:xfrm>
          <a:prstGeom prst="line">
            <a:avLst/>
          </a:prstGeom>
          <a:noFill/>
          <a:ln w="27940">
            <a:solidFill>
              <a:srgbClr val="F66DD5"/>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7" name="Shape 35"/>
          <p:cNvSpPr/>
          <p:nvPr/>
        </p:nvSpPr>
        <p:spPr>
          <a:xfrm>
            <a:off x="813816" y="5202936"/>
            <a:ext cx="201168" cy="201168"/>
          </a:xfrm>
          <a:prstGeom prst="ellipse">
            <a:avLst/>
          </a:prstGeom>
          <a:solidFill>
            <a:srgbClr val="F4F7FB"/>
          </a:solidFill>
          <a:ln w="12700">
            <a:solidFill>
              <a:srgbClr val="F4F7FB"/>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8" name="Text 36"/>
          <p:cNvSpPr/>
          <p:nvPr/>
        </p:nvSpPr>
        <p:spPr>
          <a:xfrm>
            <a:off x="786384" y="5504688"/>
            <a:ext cx="548640" cy="201168"/>
          </a:xfrm>
          <a:prstGeom prst="rect">
            <a:avLst/>
          </a:prstGeom>
          <a:noFill/>
          <a:ln/>
        </p:spPr>
        <p:txBody>
          <a:bodyPr wrap="square" lIns="0" tIns="0" rIns="0" bIns="0" rtlCol="0" anchor="ctr"/>
          <a:lstStyle/>
          <a:p>
            <a:pPr marL="0" indent="0">
              <a:buNone/>
            </a:pPr>
            <a:r>
              <a:rPr lang="en-US" sz="1000" b="1" dirty="0">
                <a:solidFill>
                  <a:srgbClr val="F4F7FB"/>
                </a:solidFill>
                <a:latin typeface="Poppins" panose="00000500000000000000" pitchFamily="2" charset="0"/>
                <a:ea typeface="Aptos" pitchFamily="34" charset="-122"/>
                <a:cs typeface="Poppins" panose="00000500000000000000" pitchFamily="2" charset="0"/>
              </a:rPr>
              <a:t>START</a:t>
            </a:r>
            <a:endParaRPr lang="en-US" sz="1000" dirty="0">
              <a:latin typeface="Poppins" panose="00000500000000000000" pitchFamily="2" charset="0"/>
              <a:cs typeface="Poppins" panose="00000500000000000000" pitchFamily="2" charset="0"/>
            </a:endParaRPr>
          </a:p>
        </p:txBody>
      </p:sp>
      <p:sp>
        <p:nvSpPr>
          <p:cNvPr id="39" name="Shape 37"/>
          <p:cNvSpPr/>
          <p:nvPr/>
        </p:nvSpPr>
        <p:spPr>
          <a:xfrm>
            <a:off x="6848856" y="2221992"/>
            <a:ext cx="201168" cy="201168"/>
          </a:xfrm>
          <a:prstGeom prst="ellipse">
            <a:avLst/>
          </a:prstGeom>
          <a:solidFill>
            <a:srgbClr val="F4F7FB"/>
          </a:solidFill>
          <a:ln w="12700">
            <a:solidFill>
              <a:srgbClr val="F4F7FB"/>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0" name="Text 38"/>
          <p:cNvSpPr/>
          <p:nvPr/>
        </p:nvSpPr>
        <p:spPr>
          <a:xfrm>
            <a:off x="6629400" y="1901952"/>
            <a:ext cx="822960" cy="201168"/>
          </a:xfrm>
          <a:prstGeom prst="rect">
            <a:avLst/>
          </a:prstGeom>
          <a:noFill/>
          <a:ln/>
        </p:spPr>
        <p:txBody>
          <a:bodyPr wrap="square" lIns="0" tIns="0" rIns="0" bIns="0" rtlCol="0" anchor="ctr"/>
          <a:lstStyle/>
          <a:p>
            <a:pPr marL="0" indent="0">
              <a:buNone/>
            </a:pPr>
            <a:r>
              <a:rPr lang="en-US" sz="1000" b="1" dirty="0">
                <a:solidFill>
                  <a:srgbClr val="F4F7FB"/>
                </a:solidFill>
                <a:latin typeface="Poppins" panose="00000500000000000000" pitchFamily="2" charset="0"/>
                <a:ea typeface="Aptos" pitchFamily="34" charset="-122"/>
                <a:cs typeface="Poppins" panose="00000500000000000000" pitchFamily="2" charset="0"/>
              </a:rPr>
              <a:t>TARGET</a:t>
            </a:r>
            <a:endParaRPr lang="en-US" sz="1000" dirty="0">
              <a:latin typeface="Poppins" panose="00000500000000000000" pitchFamily="2" charset="0"/>
              <a:cs typeface="Poppins" panose="00000500000000000000" pitchFamily="2" charset="0"/>
            </a:endParaRPr>
          </a:p>
        </p:txBody>
      </p:sp>
      <p:sp>
        <p:nvSpPr>
          <p:cNvPr id="41" name="Shape 39"/>
          <p:cNvSpPr/>
          <p:nvPr/>
        </p:nvSpPr>
        <p:spPr>
          <a:xfrm>
            <a:off x="8458200" y="1600200"/>
            <a:ext cx="3108960" cy="1051560"/>
          </a:xfrm>
          <a:prstGeom prst="roundRect">
            <a:avLst>
              <a:gd name="adj" fmla="val 15652"/>
            </a:avLst>
          </a:prstGeom>
          <a:solidFill>
            <a:srgbClr val="061B32">
              <a:alpha val="93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42" name="Text 40"/>
          <p:cNvSpPr/>
          <p:nvPr/>
        </p:nvSpPr>
        <p:spPr>
          <a:xfrm>
            <a:off x="8705088" y="1810512"/>
            <a:ext cx="2542032" cy="228600"/>
          </a:xfrm>
          <a:prstGeom prst="rect">
            <a:avLst/>
          </a:prstGeom>
          <a:noFill/>
          <a:ln/>
        </p:spPr>
        <p:txBody>
          <a:bodyPr wrap="square" lIns="0" tIns="0" rIns="0" bIns="0" rtlCol="0" anchor="ctr"/>
          <a:lstStyle/>
          <a:p>
            <a:pPr marL="0" indent="0">
              <a:buNone/>
            </a:pPr>
            <a:r>
              <a:rPr lang="en-US" sz="1400" b="1" dirty="0">
                <a:solidFill>
                  <a:srgbClr val="F66DD5"/>
                </a:solidFill>
                <a:latin typeface="Poppins" panose="00000500000000000000" pitchFamily="2" charset="0"/>
                <a:ea typeface="Arial Narrow" pitchFamily="34" charset="-122"/>
                <a:cs typeface="Poppins" panose="00000500000000000000" pitchFamily="2" charset="0"/>
              </a:rPr>
              <a:t>1. DEFINE target reference</a:t>
            </a:r>
            <a:endParaRPr lang="en-US" sz="1400" dirty="0">
              <a:latin typeface="Poppins" panose="00000500000000000000" pitchFamily="2" charset="0"/>
              <a:cs typeface="Poppins" panose="00000500000000000000" pitchFamily="2" charset="0"/>
            </a:endParaRPr>
          </a:p>
        </p:txBody>
      </p:sp>
      <p:sp>
        <p:nvSpPr>
          <p:cNvPr id="43" name="Text 41"/>
          <p:cNvSpPr/>
          <p:nvPr/>
        </p:nvSpPr>
        <p:spPr>
          <a:xfrm>
            <a:off x="8686799" y="2080260"/>
            <a:ext cx="2331720" cy="411480"/>
          </a:xfrm>
          <a:prstGeom prst="rect">
            <a:avLst/>
          </a:prstGeom>
          <a:noFill/>
          <a:ln/>
        </p:spPr>
        <p:txBody>
          <a:bodyPr wrap="square" lIns="0" tIns="0" rIns="0" bIns="0" rtlCol="0" anchor="ctr"/>
          <a:lstStyle/>
          <a:p>
            <a:pPr marL="0" indent="0">
              <a:buNone/>
            </a:pPr>
            <a:r>
              <a:rPr lang="en-US" sz="1200" dirty="0">
                <a:solidFill>
                  <a:srgbClr val="F4F7FB"/>
                </a:solidFill>
                <a:latin typeface="Poppins" panose="00000500000000000000" pitchFamily="2" charset="0"/>
                <a:ea typeface="Aptos" pitchFamily="34" charset="-122"/>
                <a:cs typeface="Poppins" panose="00000500000000000000" pitchFamily="2" charset="0"/>
              </a:rPr>
              <a:t>Target/ball position used as the desired paddle reference.</a:t>
            </a:r>
            <a:endParaRPr lang="en-US" sz="1200" dirty="0">
              <a:latin typeface="Poppins" panose="00000500000000000000" pitchFamily="2" charset="0"/>
              <a:cs typeface="Poppins" panose="00000500000000000000" pitchFamily="2" charset="0"/>
            </a:endParaRPr>
          </a:p>
        </p:txBody>
      </p:sp>
      <p:sp>
        <p:nvSpPr>
          <p:cNvPr id="44" name="Shape 42"/>
          <p:cNvSpPr/>
          <p:nvPr/>
        </p:nvSpPr>
        <p:spPr>
          <a:xfrm>
            <a:off x="8458200" y="2880360"/>
            <a:ext cx="3108960" cy="1051560"/>
          </a:xfrm>
          <a:prstGeom prst="roundRect">
            <a:avLst>
              <a:gd name="adj" fmla="val 15652"/>
            </a:avLst>
          </a:prstGeom>
          <a:solidFill>
            <a:srgbClr val="061B32">
              <a:alpha val="93000"/>
            </a:srgbClr>
          </a:solidFill>
          <a:ln w="16510">
            <a:solidFill>
              <a:srgbClr val="A6E048"/>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45" name="Text 43"/>
          <p:cNvSpPr/>
          <p:nvPr/>
        </p:nvSpPr>
        <p:spPr>
          <a:xfrm>
            <a:off x="8705088" y="3090672"/>
            <a:ext cx="2377440" cy="228600"/>
          </a:xfrm>
          <a:prstGeom prst="rect">
            <a:avLst/>
          </a:prstGeom>
          <a:noFill/>
          <a:ln/>
        </p:spPr>
        <p:txBody>
          <a:bodyPr wrap="square" lIns="0" tIns="0" rIns="0" bIns="0" rtlCol="0" anchor="ctr"/>
          <a:lstStyle/>
          <a:p>
            <a:pPr marL="0" indent="0">
              <a:buNone/>
            </a:pPr>
            <a:r>
              <a:rPr lang="en-US" sz="1400" b="1" dirty="0">
                <a:solidFill>
                  <a:srgbClr val="A6E048"/>
                </a:solidFill>
                <a:latin typeface="Poppins" panose="00000500000000000000" pitchFamily="2" charset="0"/>
                <a:ea typeface="Arial Narrow" pitchFamily="34" charset="-122"/>
                <a:cs typeface="Poppins" panose="00000500000000000000" pitchFamily="2" charset="0"/>
              </a:rPr>
              <a:t>2. SET TRANSPARENCY BAND</a:t>
            </a:r>
            <a:endParaRPr lang="en-US" sz="1400" dirty="0">
              <a:latin typeface="Poppins" panose="00000500000000000000" pitchFamily="2" charset="0"/>
              <a:cs typeface="Poppins" panose="00000500000000000000" pitchFamily="2" charset="0"/>
            </a:endParaRPr>
          </a:p>
        </p:txBody>
      </p:sp>
      <p:sp>
        <p:nvSpPr>
          <p:cNvPr id="46" name="Text 44"/>
          <p:cNvSpPr/>
          <p:nvPr/>
        </p:nvSpPr>
        <p:spPr>
          <a:xfrm>
            <a:off x="8686799" y="3530226"/>
            <a:ext cx="2331720" cy="228600"/>
          </a:xfrm>
          <a:prstGeom prst="rect">
            <a:avLst/>
          </a:prstGeom>
          <a:noFill/>
          <a:ln/>
        </p:spPr>
        <p:txBody>
          <a:bodyPr wrap="square" lIns="0" tIns="0" rIns="0" bIns="0" rtlCol="0" anchor="ctr"/>
          <a:lstStyle/>
          <a:p>
            <a:pPr marL="0" indent="0">
              <a:buNone/>
            </a:pPr>
            <a:r>
              <a:rPr lang="en-US" sz="1200" dirty="0">
                <a:solidFill>
                  <a:srgbClr val="F4F7FB"/>
                </a:solidFill>
                <a:latin typeface="Poppins" panose="00000500000000000000" pitchFamily="2" charset="0"/>
                <a:ea typeface="Aptos" pitchFamily="34" charset="-122"/>
                <a:cs typeface="Poppins" panose="00000500000000000000" pitchFamily="2" charset="0"/>
              </a:rPr>
              <a:t>Tolerance corridor around the ideal path.</a:t>
            </a:r>
            <a:endParaRPr lang="en-US" sz="1200" dirty="0">
              <a:latin typeface="Poppins" panose="00000500000000000000" pitchFamily="2" charset="0"/>
              <a:cs typeface="Poppins" panose="00000500000000000000" pitchFamily="2" charset="0"/>
            </a:endParaRPr>
          </a:p>
        </p:txBody>
      </p:sp>
      <p:sp>
        <p:nvSpPr>
          <p:cNvPr id="47" name="Shape 45"/>
          <p:cNvSpPr/>
          <p:nvPr/>
        </p:nvSpPr>
        <p:spPr>
          <a:xfrm>
            <a:off x="8458200" y="4160520"/>
            <a:ext cx="3108960" cy="1325880"/>
          </a:xfrm>
          <a:prstGeom prst="roundRect">
            <a:avLst>
              <a:gd name="adj" fmla="val 12414"/>
            </a:avLst>
          </a:prstGeom>
          <a:solidFill>
            <a:srgbClr val="061B32">
              <a:alpha val="93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48" name="Text 46"/>
          <p:cNvSpPr/>
          <p:nvPr/>
        </p:nvSpPr>
        <p:spPr>
          <a:xfrm>
            <a:off x="8705088" y="4307477"/>
            <a:ext cx="2194560" cy="228600"/>
          </a:xfrm>
          <a:prstGeom prst="rect">
            <a:avLst/>
          </a:prstGeom>
          <a:noFill/>
          <a:ln/>
        </p:spPr>
        <p:txBody>
          <a:bodyPr wrap="square" lIns="0" tIns="0" rIns="0" bIns="0" rtlCol="0" anchor="ctr"/>
          <a:lstStyle/>
          <a:p>
            <a:pPr marL="0" indent="0">
              <a:buNone/>
            </a:pPr>
            <a:r>
              <a:rPr lang="en-US" sz="1400" b="1" dirty="0">
                <a:solidFill>
                  <a:srgbClr val="22C7F3"/>
                </a:solidFill>
                <a:latin typeface="Poppins" panose="00000500000000000000" pitchFamily="2" charset="0"/>
                <a:ea typeface="Arial Narrow" pitchFamily="34" charset="-122"/>
                <a:cs typeface="Poppins" panose="00000500000000000000" pitchFamily="2" charset="0"/>
              </a:rPr>
              <a:t>3. APPLY LOGIC</a:t>
            </a:r>
            <a:endParaRPr lang="en-US" sz="1400" dirty="0">
              <a:latin typeface="Poppins" panose="00000500000000000000" pitchFamily="2" charset="0"/>
              <a:cs typeface="Poppins" panose="00000500000000000000" pitchFamily="2" charset="0"/>
            </a:endParaRPr>
          </a:p>
        </p:txBody>
      </p:sp>
      <p:sp>
        <p:nvSpPr>
          <p:cNvPr id="49" name="Text 47"/>
          <p:cNvSpPr/>
          <p:nvPr/>
        </p:nvSpPr>
        <p:spPr>
          <a:xfrm>
            <a:off x="8705088" y="4654296"/>
            <a:ext cx="2862072" cy="603504"/>
          </a:xfrm>
          <a:prstGeom prst="rect">
            <a:avLst/>
          </a:prstGeom>
          <a:noFill/>
          <a:ln/>
        </p:spPr>
        <p:txBody>
          <a:bodyPr wrap="square" lIns="0" tIns="0" rIns="0" bIns="0" rtlCol="0" anchor="ctr"/>
          <a:lstStyle/>
          <a:p>
            <a:pPr marL="0" indent="0">
              <a:buNone/>
            </a:pPr>
            <a:r>
              <a:rPr lang="en-US" sz="1200" dirty="0">
                <a:solidFill>
                  <a:srgbClr val="F4F7FB"/>
                </a:solidFill>
                <a:latin typeface="Poppins" panose="00000500000000000000" pitchFamily="2" charset="0"/>
                <a:ea typeface="Aptos" pitchFamily="34" charset="-122"/>
                <a:cs typeface="Poppins" panose="00000500000000000000" pitchFamily="2" charset="0"/>
              </a:rPr>
              <a:t>Inside: assistance = 0, transparent control</a:t>
            </a:r>
            <a:endParaRPr lang="en-US" sz="1200" dirty="0">
              <a:latin typeface="Poppins" panose="00000500000000000000" pitchFamily="2" charset="0"/>
              <a:cs typeface="Poppins" panose="00000500000000000000" pitchFamily="2" charset="0"/>
            </a:endParaRPr>
          </a:p>
          <a:p>
            <a:pPr marL="0" indent="0">
              <a:buNone/>
            </a:pPr>
            <a:r>
              <a:rPr lang="en-US" sz="1200" dirty="0">
                <a:solidFill>
                  <a:srgbClr val="F4F7FB"/>
                </a:solidFill>
                <a:latin typeface="Poppins" panose="00000500000000000000" pitchFamily="2" charset="0"/>
                <a:ea typeface="Aptos" pitchFamily="34" charset="-122"/>
                <a:cs typeface="Poppins" panose="00000500000000000000" pitchFamily="2" charset="0"/>
              </a:rPr>
              <a:t>Outside: feedback active + optional assistance</a:t>
            </a:r>
            <a:endParaRPr lang="en-US" sz="1200" dirty="0">
              <a:latin typeface="Poppins" panose="00000500000000000000" pitchFamily="2" charset="0"/>
              <a:cs typeface="Poppins" panose="00000500000000000000" pitchFamily="2" charset="0"/>
            </a:endParaRPr>
          </a:p>
        </p:txBody>
      </p:sp>
      <p:pic>
        <p:nvPicPr>
          <p:cNvPr id="3" name="Picture 2">
            <a:extLst>
              <a:ext uri="{FF2B5EF4-FFF2-40B4-BE49-F238E27FC236}">
                <a16:creationId xmlns:a16="http://schemas.microsoft.com/office/drawing/2014/main" id="{12DF2033-61BB-92FA-B49B-D0295C336266}"/>
              </a:ext>
            </a:extLst>
          </p:cNvPr>
          <p:cNvPicPr>
            <a:picLocks noChangeAspect="1"/>
          </p:cNvPicPr>
          <p:nvPr/>
        </p:nvPicPr>
        <p:blipFill>
          <a:blip r:embed="rId3"/>
          <a:stretch>
            <a:fillRect/>
          </a:stretch>
        </p:blipFill>
        <p:spPr>
          <a:xfrm>
            <a:off x="686978" y="1716526"/>
            <a:ext cx="7350598" cy="41539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C11E4105-45A3-8DC7-9380-DDD6F6F0EBD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CD787D0B-2564-2906-AC37-AA02A3ED2270}"/>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F0D5AA65-87FA-6551-B80C-AE60C10CE50C}"/>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5014786E-466E-8212-CDE1-EBA3F723E22E}"/>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53390247-F6B2-6A2E-E67F-1F0735362E11}"/>
              </a:ext>
            </a:extLst>
          </p:cNvPr>
          <p:cNvSpPr txBox="1"/>
          <p:nvPr/>
        </p:nvSpPr>
        <p:spPr>
          <a:xfrm>
            <a:off x="685800" y="13984"/>
            <a:ext cx="5381633" cy="3874522"/>
          </a:xfrm>
          <a:prstGeom prst="rect">
            <a:avLst/>
          </a:prstGeom>
          <a:effectLst>
            <a:outerShdw blurRad="50800" dist="38100" dir="2700000" algn="tl" rotWithShape="0">
              <a:prstClr val="black">
                <a:alpha val="40000"/>
              </a:prstClr>
            </a:outerShdw>
          </a:effectLst>
        </p:spPr>
        <p:txBody>
          <a:bodyPr lIns="0" tIns="0" rIns="0" bIns="0" rtlCol="0" anchor="t">
            <a:spAutoFit/>
          </a:bodyPr>
          <a:lstStyle/>
          <a:p>
            <a:pPr>
              <a:lnSpc>
                <a:spcPts val="33120"/>
              </a:lnSpc>
            </a:pPr>
            <a:r>
              <a:rPr lang="en-US" sz="23657" b="1" dirty="0">
                <a:solidFill>
                  <a:srgbClr val="FFC400"/>
                </a:solidFill>
                <a:latin typeface="Bebas Neue Bold"/>
                <a:ea typeface="Bebas Neue Bold"/>
                <a:cs typeface="Bebas Neue Bold"/>
                <a:sym typeface="Bebas Neue Bold"/>
              </a:rPr>
              <a:t>04.</a:t>
            </a:r>
          </a:p>
        </p:txBody>
      </p:sp>
      <p:sp>
        <p:nvSpPr>
          <p:cNvPr id="36" name="TextBox 8">
            <a:extLst>
              <a:ext uri="{FF2B5EF4-FFF2-40B4-BE49-F238E27FC236}">
                <a16:creationId xmlns:a16="http://schemas.microsoft.com/office/drawing/2014/main" id="{78B4C7E0-D2FD-0073-C1C8-8DE340D4D681}"/>
              </a:ext>
            </a:extLst>
          </p:cNvPr>
          <p:cNvSpPr txBox="1"/>
          <p:nvPr/>
        </p:nvSpPr>
        <p:spPr>
          <a:xfrm>
            <a:off x="685800" y="3984307"/>
            <a:ext cx="11325578" cy="2462213"/>
          </a:xfrm>
          <a:prstGeom prst="rect">
            <a:avLst/>
          </a:prstGeom>
        </p:spPr>
        <p:txBody>
          <a:bodyPr wrap="square" lIns="0" tIns="0" rIns="0" bIns="0" rtlCol="0" anchor="t">
            <a:spAutoFit/>
          </a:bodyPr>
          <a:lstStyle/>
          <a:p>
            <a:r>
              <a:rPr lang="en-US" sz="8000" b="1" dirty="0">
                <a:solidFill>
                  <a:srgbClr val="002060"/>
                </a:solidFill>
                <a:latin typeface="Bebas Neue Bold" panose="020B0604020202020204" charset="0"/>
                <a:ea typeface="Arial Narrow" pitchFamily="34" charset="-122"/>
                <a:cs typeface="Poppins" panose="00000500000000000000" pitchFamily="2" charset="0"/>
              </a:rPr>
              <a:t>VISUAL</a:t>
            </a:r>
          </a:p>
          <a:p>
            <a:r>
              <a:rPr lang="en-US" sz="8000" b="1" dirty="0">
                <a:solidFill>
                  <a:srgbClr val="002060"/>
                </a:solidFill>
                <a:latin typeface="Bebas Neue Bold" panose="020B0604020202020204" charset="0"/>
                <a:ea typeface="Arial Narrow" pitchFamily="34" charset="-122"/>
                <a:cs typeface="Poppins" panose="00000500000000000000" pitchFamily="2" charset="0"/>
              </a:rPr>
              <a:t>FEEDBACK</a:t>
            </a:r>
          </a:p>
        </p:txBody>
      </p:sp>
    </p:spTree>
    <p:extLst>
      <p:ext uri="{BB962C8B-B14F-4D97-AF65-F5344CB8AC3E}">
        <p14:creationId xmlns:p14="http://schemas.microsoft.com/office/powerpoint/2010/main" val="618900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p>
        </p:txBody>
      </p:sp>
      <p:sp>
        <p:nvSpPr>
          <p:cNvPr id="10" name="Text 8"/>
          <p:cNvSpPr/>
          <p:nvPr/>
        </p:nvSpPr>
        <p:spPr>
          <a:xfrm>
            <a:off x="411480" y="320040"/>
            <a:ext cx="1005840" cy="502920"/>
          </a:xfrm>
          <a:prstGeom prst="rect">
            <a:avLst/>
          </a:prstGeom>
          <a:noFill/>
          <a:ln/>
        </p:spPr>
        <p:txBody>
          <a:bodyPr wrap="square" lIns="0" tIns="0" rIns="0" bIns="0" rtlCol="0" anchor="ctr"/>
          <a:lstStyle/>
          <a:p>
            <a:pPr marL="0" indent="0">
              <a:buNone/>
            </a:pPr>
            <a:r>
              <a:rPr lang="en-US" sz="3800" b="1" dirty="0">
                <a:solidFill>
                  <a:srgbClr val="FFC400"/>
                </a:solidFill>
                <a:latin typeface="Arial Narrow" pitchFamily="34" charset="0"/>
                <a:ea typeface="Arial Narrow" pitchFamily="34" charset="-122"/>
                <a:cs typeface="Arial Narrow" pitchFamily="34" charset="-120"/>
              </a:rPr>
              <a:t>04.</a:t>
            </a:r>
            <a:endParaRPr lang="en-US" sz="3800" dirty="0"/>
          </a:p>
        </p:txBody>
      </p:sp>
      <p:sp>
        <p:nvSpPr>
          <p:cNvPr id="11" name="Text 9"/>
          <p:cNvSpPr/>
          <p:nvPr/>
        </p:nvSpPr>
        <p:spPr>
          <a:xfrm>
            <a:off x="1417320" y="310896"/>
            <a:ext cx="9509760" cy="594360"/>
          </a:xfrm>
          <a:prstGeom prst="rect">
            <a:avLst/>
          </a:prstGeom>
          <a:noFill/>
          <a:ln/>
        </p:spPr>
        <p:txBody>
          <a:bodyPr wrap="square" lIns="0" tIns="0" rIns="0" bIns="0" rtlCol="0" anchor="ctr">
            <a:normAutofit/>
          </a:bodyPr>
          <a:lstStyle/>
          <a:p>
            <a:pPr marL="0" indent="0">
              <a:buNone/>
            </a:pPr>
            <a:r>
              <a:rPr lang="en-US" sz="3700" b="1" dirty="0">
                <a:solidFill>
                  <a:srgbClr val="F4F7FB"/>
                </a:solidFill>
                <a:latin typeface="Arial Narrow" pitchFamily="34" charset="0"/>
                <a:ea typeface="Arial Narrow" pitchFamily="34" charset="-122"/>
                <a:cs typeface="Arial Narrow" pitchFamily="34" charset="-120"/>
              </a:rPr>
              <a:t>VISUAL FEEDBACK SYSTEM</a:t>
            </a:r>
            <a:endParaRPr lang="en-US" sz="3700" dirty="0"/>
          </a:p>
        </p:txBody>
      </p:sp>
      <p:sp>
        <p:nvSpPr>
          <p:cNvPr id="12" name="Text 10"/>
          <p:cNvSpPr/>
          <p:nvPr/>
        </p:nvSpPr>
        <p:spPr>
          <a:xfrm>
            <a:off x="502920" y="987552"/>
            <a:ext cx="10241280" cy="292608"/>
          </a:xfrm>
          <a:prstGeom prst="rect">
            <a:avLst/>
          </a:prstGeom>
          <a:noFill/>
          <a:ln/>
        </p:spPr>
        <p:txBody>
          <a:bodyPr wrap="square" lIns="0" tIns="0" rIns="0" bIns="0" rtlCol="0" anchor="ctr"/>
          <a:lstStyle/>
          <a:p>
            <a:r>
              <a:rPr lang="en-US" sz="1550" b="1" dirty="0" err="1">
                <a:solidFill>
                  <a:srgbClr val="F4F7FB"/>
                </a:solidFill>
                <a:latin typeface="Aptos" pitchFamily="34" charset="0"/>
                <a:ea typeface="Aptos" pitchFamily="34" charset="-122"/>
                <a:cs typeface="Aptos" pitchFamily="34" charset="-120"/>
              </a:rPr>
              <a:t>Colour</a:t>
            </a:r>
            <a:r>
              <a:rPr lang="en-US" sz="1550" b="1" dirty="0">
                <a:solidFill>
                  <a:srgbClr val="F4F7FB"/>
                </a:solidFill>
                <a:latin typeface="Aptos" pitchFamily="34" charset="0"/>
                <a:ea typeface="Aptos" pitchFamily="34" charset="-122"/>
                <a:cs typeface="Aptos" pitchFamily="34" charset="-120"/>
              </a:rPr>
              <a:t>-coded feedback based on tracking error</a:t>
            </a:r>
            <a:endParaRPr lang="en-US" sz="1550" dirty="0"/>
          </a:p>
        </p:txBody>
      </p:sp>
      <p:sp>
        <p:nvSpPr>
          <p:cNvPr id="13" name="Shape 11"/>
          <p:cNvSpPr/>
          <p:nvPr/>
        </p:nvSpPr>
        <p:spPr>
          <a:xfrm>
            <a:off x="777240" y="1645920"/>
            <a:ext cx="5212080" cy="4160520"/>
          </a:xfrm>
          <a:prstGeom prst="roundRect">
            <a:avLst>
              <a:gd name="adj" fmla="val 3956"/>
            </a:avLst>
          </a:prstGeom>
          <a:solidFill>
            <a:srgbClr val="061B32">
              <a:alpha val="93000"/>
            </a:srgbClr>
          </a:solidFill>
          <a:ln w="16510">
            <a:solidFill>
              <a:srgbClr val="FFC400"/>
            </a:solidFill>
            <a:prstDash val="solid"/>
          </a:ln>
          <a:effectLst>
            <a:outerShdw blurRad="12700" dist="50800" dir="2700000" algn="bl" rotWithShape="0">
              <a:srgbClr val="000000">
                <a:alpha val="28000"/>
              </a:srgbClr>
            </a:outerShdw>
          </a:effectLst>
        </p:spPr>
        <p:txBody>
          <a:bodyPr/>
          <a:lstStyle/>
          <a:p>
            <a:endParaRPr lang="en-US"/>
          </a:p>
        </p:txBody>
      </p:sp>
      <p:sp>
        <p:nvSpPr>
          <p:cNvPr id="14" name="Text 12"/>
          <p:cNvSpPr/>
          <p:nvPr/>
        </p:nvSpPr>
        <p:spPr>
          <a:xfrm>
            <a:off x="1097280" y="1901952"/>
            <a:ext cx="2743200" cy="274320"/>
          </a:xfrm>
          <a:prstGeom prst="rect">
            <a:avLst/>
          </a:prstGeom>
          <a:noFill/>
          <a:ln/>
        </p:spPr>
        <p:txBody>
          <a:bodyPr wrap="square" lIns="0" tIns="0" rIns="0" bIns="0" rtlCol="0" anchor="ctr"/>
          <a:lstStyle/>
          <a:p>
            <a:pPr marL="0" indent="0">
              <a:buNone/>
            </a:pPr>
            <a:r>
              <a:rPr lang="en-US" sz="2400" b="1" dirty="0">
                <a:solidFill>
                  <a:srgbClr val="FFC400"/>
                </a:solidFill>
                <a:latin typeface="Arial Narrow" pitchFamily="34" charset="0"/>
                <a:ea typeface="Arial Narrow" pitchFamily="34" charset="-122"/>
                <a:cs typeface="Arial Narrow" pitchFamily="34" charset="-120"/>
              </a:rPr>
              <a:t>Feedback meaning</a:t>
            </a:r>
            <a:endParaRPr lang="en-US" sz="2400" dirty="0"/>
          </a:p>
        </p:txBody>
      </p:sp>
      <p:sp>
        <p:nvSpPr>
          <p:cNvPr id="15" name="Shape 13"/>
          <p:cNvSpPr/>
          <p:nvPr/>
        </p:nvSpPr>
        <p:spPr>
          <a:xfrm>
            <a:off x="1188720" y="2693274"/>
            <a:ext cx="438912" cy="438912"/>
          </a:xfrm>
          <a:prstGeom prst="ellipse">
            <a:avLst/>
          </a:prstGeom>
          <a:solidFill>
            <a:srgbClr val="A6E048"/>
          </a:solidFill>
          <a:ln w="12700">
            <a:solidFill>
              <a:srgbClr val="A6E048"/>
            </a:solidFill>
            <a:prstDash val="solid"/>
          </a:ln>
        </p:spPr>
        <p:txBody>
          <a:bodyPr/>
          <a:lstStyle/>
          <a:p>
            <a:endParaRPr lang="en-US"/>
          </a:p>
        </p:txBody>
      </p:sp>
      <p:sp>
        <p:nvSpPr>
          <p:cNvPr id="16" name="Text 14"/>
          <p:cNvSpPr/>
          <p:nvPr/>
        </p:nvSpPr>
        <p:spPr>
          <a:xfrm>
            <a:off x="1828800" y="2720706"/>
            <a:ext cx="1234440" cy="210312"/>
          </a:xfrm>
          <a:prstGeom prst="rect">
            <a:avLst/>
          </a:prstGeom>
          <a:noFill/>
          <a:ln/>
        </p:spPr>
        <p:txBody>
          <a:bodyPr wrap="square" lIns="0" tIns="0" rIns="0" bIns="0" rtlCol="0" anchor="ctr"/>
          <a:lstStyle/>
          <a:p>
            <a:pPr marL="0" indent="0">
              <a:buNone/>
            </a:pPr>
            <a:r>
              <a:rPr lang="en-US" sz="1300" b="1" dirty="0">
                <a:solidFill>
                  <a:srgbClr val="A6E048"/>
                </a:solidFill>
                <a:latin typeface="Aptos" pitchFamily="34" charset="0"/>
                <a:ea typeface="Aptos" pitchFamily="34" charset="-122"/>
                <a:cs typeface="Aptos" pitchFamily="34" charset="-120"/>
              </a:rPr>
              <a:t>GREEN</a:t>
            </a:r>
            <a:endParaRPr lang="en-US" sz="1300" dirty="0"/>
          </a:p>
        </p:txBody>
      </p:sp>
      <p:sp>
        <p:nvSpPr>
          <p:cNvPr id="17" name="Text 15"/>
          <p:cNvSpPr/>
          <p:nvPr/>
        </p:nvSpPr>
        <p:spPr>
          <a:xfrm>
            <a:off x="2788920" y="2720706"/>
            <a:ext cx="2194560" cy="210312"/>
          </a:xfrm>
          <a:prstGeom prst="rect">
            <a:avLst/>
          </a:prstGeom>
          <a:noFill/>
          <a:ln/>
        </p:spPr>
        <p:txBody>
          <a:bodyPr wrap="square" lIns="0" tIns="0" rIns="0" bIns="0" rtlCol="0" anchor="ctr"/>
          <a:lstStyle/>
          <a:p>
            <a:pPr marL="0" indent="0">
              <a:buNone/>
            </a:pPr>
            <a:r>
              <a:rPr lang="en-US" sz="1300" dirty="0">
                <a:solidFill>
                  <a:srgbClr val="F4F7FB"/>
                </a:solidFill>
                <a:latin typeface="Aptos" pitchFamily="34" charset="0"/>
                <a:ea typeface="Aptos" pitchFamily="34" charset="-122"/>
                <a:cs typeface="Aptos" pitchFamily="34" charset="-120"/>
              </a:rPr>
              <a:t>Safe / inside band</a:t>
            </a:r>
            <a:endParaRPr lang="en-US" sz="1300" dirty="0"/>
          </a:p>
        </p:txBody>
      </p:sp>
      <p:sp>
        <p:nvSpPr>
          <p:cNvPr id="18" name="Shape 16"/>
          <p:cNvSpPr/>
          <p:nvPr/>
        </p:nvSpPr>
        <p:spPr>
          <a:xfrm>
            <a:off x="1188720" y="3534522"/>
            <a:ext cx="438912" cy="438912"/>
          </a:xfrm>
          <a:prstGeom prst="ellipse">
            <a:avLst/>
          </a:prstGeom>
          <a:solidFill>
            <a:srgbClr val="FF9914"/>
          </a:solidFill>
          <a:ln w="12700">
            <a:solidFill>
              <a:srgbClr val="FF9914"/>
            </a:solidFill>
            <a:prstDash val="solid"/>
          </a:ln>
        </p:spPr>
        <p:txBody>
          <a:bodyPr/>
          <a:lstStyle/>
          <a:p>
            <a:endParaRPr lang="en-US"/>
          </a:p>
        </p:txBody>
      </p:sp>
      <p:sp>
        <p:nvSpPr>
          <p:cNvPr id="19" name="Text 17"/>
          <p:cNvSpPr/>
          <p:nvPr/>
        </p:nvSpPr>
        <p:spPr>
          <a:xfrm>
            <a:off x="1828800" y="3561954"/>
            <a:ext cx="1234440" cy="210312"/>
          </a:xfrm>
          <a:prstGeom prst="rect">
            <a:avLst/>
          </a:prstGeom>
          <a:noFill/>
          <a:ln/>
        </p:spPr>
        <p:txBody>
          <a:bodyPr wrap="square" lIns="0" tIns="0" rIns="0" bIns="0" rtlCol="0" anchor="ctr"/>
          <a:lstStyle/>
          <a:p>
            <a:pPr marL="0" indent="0">
              <a:buNone/>
            </a:pPr>
            <a:r>
              <a:rPr lang="en-US" sz="1300" b="1" dirty="0">
                <a:solidFill>
                  <a:srgbClr val="FF9914"/>
                </a:solidFill>
                <a:latin typeface="Aptos" pitchFamily="34" charset="0"/>
                <a:ea typeface="Aptos" pitchFamily="34" charset="-122"/>
                <a:cs typeface="Aptos" pitchFamily="34" charset="-120"/>
              </a:rPr>
              <a:t>ORANGE</a:t>
            </a:r>
            <a:endParaRPr lang="en-US" sz="1300" dirty="0"/>
          </a:p>
        </p:txBody>
      </p:sp>
      <p:sp>
        <p:nvSpPr>
          <p:cNvPr id="20" name="Text 18"/>
          <p:cNvSpPr/>
          <p:nvPr/>
        </p:nvSpPr>
        <p:spPr>
          <a:xfrm>
            <a:off x="2788920" y="3561954"/>
            <a:ext cx="2194560" cy="210312"/>
          </a:xfrm>
          <a:prstGeom prst="rect">
            <a:avLst/>
          </a:prstGeom>
          <a:noFill/>
          <a:ln/>
        </p:spPr>
        <p:txBody>
          <a:bodyPr wrap="square" lIns="0" tIns="0" rIns="0" bIns="0" rtlCol="0" anchor="ctr"/>
          <a:lstStyle/>
          <a:p>
            <a:r>
              <a:rPr lang="en-US" sz="1300" dirty="0">
                <a:solidFill>
                  <a:srgbClr val="F4F7FB"/>
                </a:solidFill>
                <a:latin typeface="Aptos" pitchFamily="34" charset="0"/>
                <a:ea typeface="Aptos" pitchFamily="34" charset="-122"/>
                <a:cs typeface="Aptos" pitchFamily="34" charset="-120"/>
              </a:rPr>
              <a:t>Moderate tracking  error</a:t>
            </a:r>
            <a:endParaRPr lang="en-US" sz="1300" dirty="0"/>
          </a:p>
        </p:txBody>
      </p:sp>
      <p:sp>
        <p:nvSpPr>
          <p:cNvPr id="21" name="Shape 19"/>
          <p:cNvSpPr/>
          <p:nvPr/>
        </p:nvSpPr>
        <p:spPr>
          <a:xfrm>
            <a:off x="1188720" y="4375770"/>
            <a:ext cx="438912" cy="438912"/>
          </a:xfrm>
          <a:prstGeom prst="ellipse">
            <a:avLst/>
          </a:prstGeom>
          <a:solidFill>
            <a:srgbClr val="F66DD5"/>
          </a:solidFill>
          <a:ln w="12700">
            <a:solidFill>
              <a:srgbClr val="F66DD5"/>
            </a:solidFill>
            <a:prstDash val="solid"/>
          </a:ln>
        </p:spPr>
        <p:txBody>
          <a:bodyPr/>
          <a:lstStyle/>
          <a:p>
            <a:endParaRPr lang="en-US"/>
          </a:p>
        </p:txBody>
      </p:sp>
      <p:sp>
        <p:nvSpPr>
          <p:cNvPr id="22" name="Text 20"/>
          <p:cNvSpPr/>
          <p:nvPr/>
        </p:nvSpPr>
        <p:spPr>
          <a:xfrm>
            <a:off x="1828800" y="4403202"/>
            <a:ext cx="1234440" cy="210312"/>
          </a:xfrm>
          <a:prstGeom prst="rect">
            <a:avLst/>
          </a:prstGeom>
          <a:noFill/>
          <a:ln/>
        </p:spPr>
        <p:txBody>
          <a:bodyPr wrap="square" lIns="0" tIns="0" rIns="0" bIns="0" rtlCol="0" anchor="ctr"/>
          <a:lstStyle/>
          <a:p>
            <a:pPr marL="0" indent="0">
              <a:buNone/>
            </a:pPr>
            <a:r>
              <a:rPr lang="en-US" sz="1300" b="1" dirty="0">
                <a:solidFill>
                  <a:srgbClr val="F66DD5"/>
                </a:solidFill>
                <a:latin typeface="Aptos" pitchFamily="34" charset="0"/>
                <a:ea typeface="Aptos" pitchFamily="34" charset="-122"/>
                <a:cs typeface="Aptos" pitchFamily="34" charset="-120"/>
              </a:rPr>
              <a:t>RED</a:t>
            </a:r>
            <a:endParaRPr lang="en-US" sz="1300" dirty="0"/>
          </a:p>
        </p:txBody>
      </p:sp>
      <p:sp>
        <p:nvSpPr>
          <p:cNvPr id="23" name="Text 21"/>
          <p:cNvSpPr/>
          <p:nvPr/>
        </p:nvSpPr>
        <p:spPr>
          <a:xfrm>
            <a:off x="2788920" y="4403202"/>
            <a:ext cx="2194560" cy="210312"/>
          </a:xfrm>
          <a:prstGeom prst="rect">
            <a:avLst/>
          </a:prstGeom>
          <a:noFill/>
          <a:ln/>
        </p:spPr>
        <p:txBody>
          <a:bodyPr wrap="square" lIns="0" tIns="0" rIns="0" bIns="0" rtlCol="0" anchor="ctr"/>
          <a:lstStyle/>
          <a:p>
            <a:pPr marL="0" indent="0">
              <a:buNone/>
            </a:pPr>
            <a:r>
              <a:rPr lang="en-US" sz="1300" dirty="0">
                <a:solidFill>
                  <a:srgbClr val="F4F7FB"/>
                </a:solidFill>
                <a:latin typeface="Aptos" pitchFamily="34" charset="0"/>
                <a:ea typeface="Aptos" pitchFamily="34" charset="-122"/>
                <a:cs typeface="Aptos" pitchFamily="34" charset="-120"/>
              </a:rPr>
              <a:t>Large tracking  error</a:t>
            </a:r>
            <a:endParaRPr lang="en-US" sz="1300" dirty="0"/>
          </a:p>
        </p:txBody>
      </p:sp>
      <p:sp>
        <p:nvSpPr>
          <p:cNvPr id="24" name="Shape 22"/>
          <p:cNvSpPr/>
          <p:nvPr/>
        </p:nvSpPr>
        <p:spPr>
          <a:xfrm>
            <a:off x="6583680" y="1645920"/>
            <a:ext cx="4389120" cy="4160520"/>
          </a:xfrm>
          <a:prstGeom prst="roundRect">
            <a:avLst>
              <a:gd name="adj" fmla="val 3956"/>
            </a:avLst>
          </a:prstGeom>
          <a:solidFill>
            <a:srgbClr val="061B32">
              <a:alpha val="93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p>
        </p:txBody>
      </p:sp>
      <p:sp>
        <p:nvSpPr>
          <p:cNvPr id="25" name="Shape 23"/>
          <p:cNvSpPr/>
          <p:nvPr/>
        </p:nvSpPr>
        <p:spPr>
          <a:xfrm>
            <a:off x="7086600" y="2121408"/>
            <a:ext cx="3383280" cy="2560320"/>
          </a:xfrm>
          <a:prstGeom prst="roundRect">
            <a:avLst>
              <a:gd name="adj" fmla="val 6429"/>
            </a:avLst>
          </a:prstGeom>
          <a:solidFill>
            <a:srgbClr val="061B32">
              <a:alpha val="93000"/>
            </a:srgbClr>
          </a:solidFill>
          <a:ln w="16510">
            <a:solidFill>
              <a:srgbClr val="22C7F3"/>
            </a:solidFill>
            <a:prstDash val="solid"/>
          </a:ln>
          <a:effectLst>
            <a:outerShdw blurRad="12700" dist="50800" dir="2700000" algn="bl" rotWithShape="0">
              <a:srgbClr val="000000">
                <a:alpha val="28000"/>
              </a:srgbClr>
            </a:outerShdw>
          </a:effectLst>
        </p:spPr>
        <p:txBody>
          <a:bodyPr/>
          <a:lstStyle/>
          <a:p>
            <a:endParaRPr lang="en-US"/>
          </a:p>
        </p:txBody>
      </p:sp>
      <p:sp>
        <p:nvSpPr>
          <p:cNvPr id="26" name="Shape 24"/>
          <p:cNvSpPr/>
          <p:nvPr/>
        </p:nvSpPr>
        <p:spPr>
          <a:xfrm>
            <a:off x="7452360" y="2350008"/>
            <a:ext cx="228600" cy="91440"/>
          </a:xfrm>
          <a:prstGeom prst="roundRect">
            <a:avLst>
              <a:gd name="adj" fmla="val 20000"/>
            </a:avLst>
          </a:prstGeom>
          <a:solidFill>
            <a:srgbClr val="22C7F3"/>
          </a:solidFill>
          <a:ln w="12700">
            <a:solidFill>
              <a:srgbClr val="22C7F3">
                <a:alpha val="0"/>
              </a:srgbClr>
            </a:solidFill>
            <a:prstDash val="solid"/>
          </a:ln>
        </p:spPr>
        <p:txBody>
          <a:bodyPr/>
          <a:lstStyle/>
          <a:p>
            <a:endParaRPr lang="en-US"/>
          </a:p>
        </p:txBody>
      </p:sp>
      <p:sp>
        <p:nvSpPr>
          <p:cNvPr id="27" name="Shape 25"/>
          <p:cNvSpPr/>
          <p:nvPr/>
        </p:nvSpPr>
        <p:spPr>
          <a:xfrm>
            <a:off x="7763256" y="2350008"/>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p>
        </p:txBody>
      </p:sp>
      <p:sp>
        <p:nvSpPr>
          <p:cNvPr id="28" name="Shape 26"/>
          <p:cNvSpPr/>
          <p:nvPr/>
        </p:nvSpPr>
        <p:spPr>
          <a:xfrm>
            <a:off x="8074152" y="2350008"/>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p>
        </p:txBody>
      </p:sp>
      <p:sp>
        <p:nvSpPr>
          <p:cNvPr id="29" name="Shape 27"/>
          <p:cNvSpPr/>
          <p:nvPr/>
        </p:nvSpPr>
        <p:spPr>
          <a:xfrm>
            <a:off x="8385048" y="2350008"/>
            <a:ext cx="228600" cy="91440"/>
          </a:xfrm>
          <a:prstGeom prst="roundRect">
            <a:avLst>
              <a:gd name="adj" fmla="val 20000"/>
            </a:avLst>
          </a:prstGeom>
          <a:solidFill>
            <a:srgbClr val="FFC400"/>
          </a:solidFill>
          <a:ln w="12700">
            <a:solidFill>
              <a:srgbClr val="FFC400">
                <a:alpha val="0"/>
              </a:srgbClr>
            </a:solidFill>
            <a:prstDash val="solid"/>
          </a:ln>
        </p:spPr>
        <p:txBody>
          <a:bodyPr/>
          <a:lstStyle/>
          <a:p>
            <a:endParaRPr lang="en-US"/>
          </a:p>
        </p:txBody>
      </p:sp>
      <p:sp>
        <p:nvSpPr>
          <p:cNvPr id="30" name="Shape 28"/>
          <p:cNvSpPr/>
          <p:nvPr/>
        </p:nvSpPr>
        <p:spPr>
          <a:xfrm>
            <a:off x="8695944" y="2350008"/>
            <a:ext cx="228600" cy="91440"/>
          </a:xfrm>
          <a:prstGeom prst="roundRect">
            <a:avLst>
              <a:gd name="adj" fmla="val 20000"/>
            </a:avLst>
          </a:prstGeom>
          <a:solidFill>
            <a:srgbClr val="22C7F3"/>
          </a:solidFill>
          <a:ln w="12700">
            <a:solidFill>
              <a:srgbClr val="22C7F3">
                <a:alpha val="0"/>
              </a:srgbClr>
            </a:solidFill>
            <a:prstDash val="solid"/>
          </a:ln>
        </p:spPr>
        <p:txBody>
          <a:bodyPr/>
          <a:lstStyle/>
          <a:p>
            <a:endParaRPr lang="en-US"/>
          </a:p>
        </p:txBody>
      </p:sp>
      <p:sp>
        <p:nvSpPr>
          <p:cNvPr id="31" name="Shape 29"/>
          <p:cNvSpPr/>
          <p:nvPr/>
        </p:nvSpPr>
        <p:spPr>
          <a:xfrm>
            <a:off x="9006840" y="2350008"/>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p>
        </p:txBody>
      </p:sp>
      <p:sp>
        <p:nvSpPr>
          <p:cNvPr id="32" name="Shape 30"/>
          <p:cNvSpPr/>
          <p:nvPr/>
        </p:nvSpPr>
        <p:spPr>
          <a:xfrm>
            <a:off x="7452360" y="2505456"/>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p>
        </p:txBody>
      </p:sp>
      <p:sp>
        <p:nvSpPr>
          <p:cNvPr id="33" name="Shape 31"/>
          <p:cNvSpPr/>
          <p:nvPr/>
        </p:nvSpPr>
        <p:spPr>
          <a:xfrm>
            <a:off x="7763256" y="2505456"/>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p>
        </p:txBody>
      </p:sp>
      <p:sp>
        <p:nvSpPr>
          <p:cNvPr id="34" name="Shape 32"/>
          <p:cNvSpPr/>
          <p:nvPr/>
        </p:nvSpPr>
        <p:spPr>
          <a:xfrm>
            <a:off x="8074152" y="2505456"/>
            <a:ext cx="228600" cy="91440"/>
          </a:xfrm>
          <a:prstGeom prst="roundRect">
            <a:avLst>
              <a:gd name="adj" fmla="val 20000"/>
            </a:avLst>
          </a:prstGeom>
          <a:solidFill>
            <a:srgbClr val="FFC400"/>
          </a:solidFill>
          <a:ln w="12700">
            <a:solidFill>
              <a:srgbClr val="FFC400">
                <a:alpha val="0"/>
              </a:srgbClr>
            </a:solidFill>
            <a:prstDash val="solid"/>
          </a:ln>
        </p:spPr>
        <p:txBody>
          <a:bodyPr/>
          <a:lstStyle/>
          <a:p>
            <a:endParaRPr lang="en-US"/>
          </a:p>
        </p:txBody>
      </p:sp>
      <p:sp>
        <p:nvSpPr>
          <p:cNvPr id="35" name="Shape 33"/>
          <p:cNvSpPr/>
          <p:nvPr/>
        </p:nvSpPr>
        <p:spPr>
          <a:xfrm>
            <a:off x="8385048" y="2505456"/>
            <a:ext cx="228600" cy="91440"/>
          </a:xfrm>
          <a:prstGeom prst="roundRect">
            <a:avLst>
              <a:gd name="adj" fmla="val 20000"/>
            </a:avLst>
          </a:prstGeom>
          <a:solidFill>
            <a:srgbClr val="22C7F3"/>
          </a:solidFill>
          <a:ln w="12700">
            <a:solidFill>
              <a:srgbClr val="22C7F3">
                <a:alpha val="0"/>
              </a:srgbClr>
            </a:solidFill>
            <a:prstDash val="solid"/>
          </a:ln>
        </p:spPr>
        <p:txBody>
          <a:bodyPr/>
          <a:lstStyle/>
          <a:p>
            <a:endParaRPr lang="en-US"/>
          </a:p>
        </p:txBody>
      </p:sp>
      <p:sp>
        <p:nvSpPr>
          <p:cNvPr id="36" name="Shape 34"/>
          <p:cNvSpPr/>
          <p:nvPr/>
        </p:nvSpPr>
        <p:spPr>
          <a:xfrm>
            <a:off x="8695944" y="2505456"/>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p>
        </p:txBody>
      </p:sp>
      <p:sp>
        <p:nvSpPr>
          <p:cNvPr id="37" name="Shape 35"/>
          <p:cNvSpPr/>
          <p:nvPr/>
        </p:nvSpPr>
        <p:spPr>
          <a:xfrm>
            <a:off x="9006840" y="2505456"/>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p>
        </p:txBody>
      </p:sp>
      <p:sp>
        <p:nvSpPr>
          <p:cNvPr id="38" name="Shape 36"/>
          <p:cNvSpPr/>
          <p:nvPr/>
        </p:nvSpPr>
        <p:spPr>
          <a:xfrm>
            <a:off x="7452360" y="2660904"/>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p>
        </p:txBody>
      </p:sp>
      <p:sp>
        <p:nvSpPr>
          <p:cNvPr id="39" name="Shape 37"/>
          <p:cNvSpPr/>
          <p:nvPr/>
        </p:nvSpPr>
        <p:spPr>
          <a:xfrm>
            <a:off x="7763256" y="2660904"/>
            <a:ext cx="228600" cy="91440"/>
          </a:xfrm>
          <a:prstGeom prst="roundRect">
            <a:avLst>
              <a:gd name="adj" fmla="val 20000"/>
            </a:avLst>
          </a:prstGeom>
          <a:solidFill>
            <a:srgbClr val="FFC400"/>
          </a:solidFill>
          <a:ln w="12700">
            <a:solidFill>
              <a:srgbClr val="FFC400">
                <a:alpha val="0"/>
              </a:srgbClr>
            </a:solidFill>
            <a:prstDash val="solid"/>
          </a:ln>
        </p:spPr>
        <p:txBody>
          <a:bodyPr/>
          <a:lstStyle/>
          <a:p>
            <a:endParaRPr lang="en-US"/>
          </a:p>
        </p:txBody>
      </p:sp>
      <p:sp>
        <p:nvSpPr>
          <p:cNvPr id="40" name="Shape 38"/>
          <p:cNvSpPr/>
          <p:nvPr/>
        </p:nvSpPr>
        <p:spPr>
          <a:xfrm>
            <a:off x="8074152" y="2660904"/>
            <a:ext cx="228600" cy="91440"/>
          </a:xfrm>
          <a:prstGeom prst="roundRect">
            <a:avLst>
              <a:gd name="adj" fmla="val 20000"/>
            </a:avLst>
          </a:prstGeom>
          <a:solidFill>
            <a:srgbClr val="22C7F3"/>
          </a:solidFill>
          <a:ln w="12700">
            <a:solidFill>
              <a:srgbClr val="22C7F3">
                <a:alpha val="0"/>
              </a:srgbClr>
            </a:solidFill>
            <a:prstDash val="solid"/>
          </a:ln>
        </p:spPr>
        <p:txBody>
          <a:bodyPr/>
          <a:lstStyle/>
          <a:p>
            <a:endParaRPr lang="en-US"/>
          </a:p>
        </p:txBody>
      </p:sp>
      <p:sp>
        <p:nvSpPr>
          <p:cNvPr id="41" name="Shape 39"/>
          <p:cNvSpPr/>
          <p:nvPr/>
        </p:nvSpPr>
        <p:spPr>
          <a:xfrm>
            <a:off x="8385048" y="2660904"/>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p>
        </p:txBody>
      </p:sp>
      <p:sp>
        <p:nvSpPr>
          <p:cNvPr id="42" name="Shape 40"/>
          <p:cNvSpPr/>
          <p:nvPr/>
        </p:nvSpPr>
        <p:spPr>
          <a:xfrm>
            <a:off x="8695944" y="2660904"/>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p>
        </p:txBody>
      </p:sp>
      <p:sp>
        <p:nvSpPr>
          <p:cNvPr id="43" name="Shape 41"/>
          <p:cNvSpPr/>
          <p:nvPr/>
        </p:nvSpPr>
        <p:spPr>
          <a:xfrm>
            <a:off x="9006840" y="2660904"/>
            <a:ext cx="228600" cy="91440"/>
          </a:xfrm>
          <a:prstGeom prst="roundRect">
            <a:avLst>
              <a:gd name="adj" fmla="val 20000"/>
            </a:avLst>
          </a:prstGeom>
          <a:solidFill>
            <a:srgbClr val="FFC400"/>
          </a:solidFill>
          <a:ln w="12700">
            <a:solidFill>
              <a:srgbClr val="FFC400">
                <a:alpha val="0"/>
              </a:srgbClr>
            </a:solidFill>
            <a:prstDash val="solid"/>
          </a:ln>
        </p:spPr>
        <p:txBody>
          <a:bodyPr/>
          <a:lstStyle/>
          <a:p>
            <a:endParaRPr lang="en-US"/>
          </a:p>
        </p:txBody>
      </p:sp>
      <p:sp>
        <p:nvSpPr>
          <p:cNvPr id="44" name="Shape 42"/>
          <p:cNvSpPr/>
          <p:nvPr/>
        </p:nvSpPr>
        <p:spPr>
          <a:xfrm>
            <a:off x="8947404" y="3555187"/>
            <a:ext cx="73152" cy="73152"/>
          </a:xfrm>
          <a:prstGeom prst="ellipse">
            <a:avLst/>
          </a:prstGeom>
          <a:solidFill>
            <a:srgbClr val="F4F7FB"/>
          </a:solidFill>
          <a:ln w="12700">
            <a:solidFill>
              <a:srgbClr val="F4F7FB">
                <a:alpha val="0"/>
              </a:srgbClr>
            </a:solidFill>
            <a:prstDash val="solid"/>
          </a:ln>
        </p:spPr>
        <p:txBody>
          <a:bodyPr/>
          <a:lstStyle/>
          <a:p>
            <a:endParaRPr lang="en-US"/>
          </a:p>
        </p:txBody>
      </p:sp>
      <p:sp>
        <p:nvSpPr>
          <p:cNvPr id="45" name="Shape 43"/>
          <p:cNvSpPr/>
          <p:nvPr/>
        </p:nvSpPr>
        <p:spPr>
          <a:xfrm>
            <a:off x="8609076" y="4220870"/>
            <a:ext cx="502920" cy="73152"/>
          </a:xfrm>
          <a:prstGeom prst="roundRect">
            <a:avLst>
              <a:gd name="adj" fmla="val 25000"/>
            </a:avLst>
          </a:prstGeom>
          <a:solidFill>
            <a:srgbClr val="F4F7FB"/>
          </a:solidFill>
          <a:ln w="12700">
            <a:solidFill>
              <a:srgbClr val="F4F7FB">
                <a:alpha val="0"/>
              </a:srgbClr>
            </a:solidFill>
            <a:prstDash val="solid"/>
          </a:ln>
        </p:spPr>
        <p:txBody>
          <a:bodyPr/>
          <a:lstStyle/>
          <a:p>
            <a:endParaRPr lang="en-US"/>
          </a:p>
        </p:txBody>
      </p:sp>
      <p:sp>
        <p:nvSpPr>
          <p:cNvPr id="46" name="Text 44"/>
          <p:cNvSpPr/>
          <p:nvPr/>
        </p:nvSpPr>
        <p:spPr>
          <a:xfrm>
            <a:off x="7210044" y="4968849"/>
            <a:ext cx="3200400" cy="274320"/>
          </a:xfrm>
          <a:prstGeom prst="rect">
            <a:avLst/>
          </a:prstGeom>
          <a:noFill/>
          <a:ln/>
        </p:spPr>
        <p:txBody>
          <a:bodyPr wrap="square" lIns="0" tIns="0" rIns="0" bIns="0" rtlCol="0" anchor="ctr"/>
          <a:lstStyle/>
          <a:p>
            <a:pPr marL="0" indent="0" algn="ctr">
              <a:buNone/>
            </a:pPr>
            <a:r>
              <a:rPr lang="en-US" sz="2200" b="1" dirty="0">
                <a:solidFill>
                  <a:srgbClr val="22C7F3"/>
                </a:solidFill>
                <a:latin typeface="Arial Narrow" pitchFamily="34" charset="0"/>
                <a:ea typeface="Arial Narrow" pitchFamily="34" charset="-122"/>
                <a:cs typeface="Arial Narrow" pitchFamily="34" charset="-120"/>
              </a:rPr>
              <a:t>Live game response</a:t>
            </a:r>
            <a:endParaRPr lang="en-US" sz="2200" dirty="0"/>
          </a:p>
        </p:txBody>
      </p:sp>
      <p:sp>
        <p:nvSpPr>
          <p:cNvPr id="47" name="Text 45"/>
          <p:cNvSpPr/>
          <p:nvPr/>
        </p:nvSpPr>
        <p:spPr>
          <a:xfrm>
            <a:off x="7283984" y="5309006"/>
            <a:ext cx="3200400" cy="256032"/>
          </a:xfrm>
          <a:prstGeom prst="rect">
            <a:avLst/>
          </a:prstGeom>
          <a:noFill/>
          <a:ln/>
        </p:spPr>
        <p:txBody>
          <a:bodyPr wrap="square" lIns="0" tIns="0" rIns="0" bIns="0" rtlCol="0" anchor="ctr"/>
          <a:lstStyle/>
          <a:p>
            <a:pPr algn="ctr"/>
            <a:r>
              <a:rPr lang="en-US" sz="1200" dirty="0">
                <a:solidFill>
                  <a:srgbClr val="F4F7FB"/>
                </a:solidFill>
                <a:latin typeface="Aptos" pitchFamily="34" charset="0"/>
                <a:ea typeface="Aptos" pitchFamily="34" charset="-122"/>
                <a:cs typeface="Aptos" pitchFamily="34" charset="-120"/>
              </a:rPr>
              <a:t>Ball color changes according to tracking error</a:t>
            </a:r>
            <a:endParaRPr lang="en-US" sz="1200" dirty="0"/>
          </a:p>
        </p:txBody>
      </p:sp>
      <p:sp>
        <p:nvSpPr>
          <p:cNvPr id="3" name="Shape 24">
            <a:extLst>
              <a:ext uri="{FF2B5EF4-FFF2-40B4-BE49-F238E27FC236}">
                <a16:creationId xmlns:a16="http://schemas.microsoft.com/office/drawing/2014/main" id="{A7F86AB6-7BD5-49A6-3477-C050ED967521}"/>
              </a:ext>
            </a:extLst>
          </p:cNvPr>
          <p:cNvSpPr/>
          <p:nvPr/>
        </p:nvSpPr>
        <p:spPr>
          <a:xfrm>
            <a:off x="9349476" y="2355265"/>
            <a:ext cx="228600" cy="91440"/>
          </a:xfrm>
          <a:prstGeom prst="roundRect">
            <a:avLst>
              <a:gd name="adj" fmla="val 20000"/>
            </a:avLst>
          </a:prstGeom>
          <a:solidFill>
            <a:srgbClr val="22C7F3"/>
          </a:solidFill>
          <a:ln w="12700">
            <a:solidFill>
              <a:srgbClr val="22C7F3">
                <a:alpha val="0"/>
              </a:srgbClr>
            </a:solidFill>
            <a:prstDash val="solid"/>
          </a:ln>
        </p:spPr>
        <p:txBody>
          <a:bodyPr/>
          <a:lstStyle/>
          <a:p>
            <a:endParaRPr lang="en-US"/>
          </a:p>
        </p:txBody>
      </p:sp>
      <p:sp>
        <p:nvSpPr>
          <p:cNvPr id="8" name="Shape 25">
            <a:extLst>
              <a:ext uri="{FF2B5EF4-FFF2-40B4-BE49-F238E27FC236}">
                <a16:creationId xmlns:a16="http://schemas.microsoft.com/office/drawing/2014/main" id="{121D7B03-BF80-DCEA-A7AD-9AE9FC1E96E9}"/>
              </a:ext>
            </a:extLst>
          </p:cNvPr>
          <p:cNvSpPr/>
          <p:nvPr/>
        </p:nvSpPr>
        <p:spPr>
          <a:xfrm>
            <a:off x="9660372" y="2355265"/>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p>
        </p:txBody>
      </p:sp>
      <p:sp>
        <p:nvSpPr>
          <p:cNvPr id="48" name="Shape 26">
            <a:extLst>
              <a:ext uri="{FF2B5EF4-FFF2-40B4-BE49-F238E27FC236}">
                <a16:creationId xmlns:a16="http://schemas.microsoft.com/office/drawing/2014/main" id="{7D6526FE-CBEC-7D85-E870-E4642C36E957}"/>
              </a:ext>
            </a:extLst>
          </p:cNvPr>
          <p:cNvSpPr/>
          <p:nvPr/>
        </p:nvSpPr>
        <p:spPr>
          <a:xfrm>
            <a:off x="9971268" y="2355265"/>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p>
        </p:txBody>
      </p:sp>
      <p:sp>
        <p:nvSpPr>
          <p:cNvPr id="56" name="Shape 30">
            <a:extLst>
              <a:ext uri="{FF2B5EF4-FFF2-40B4-BE49-F238E27FC236}">
                <a16:creationId xmlns:a16="http://schemas.microsoft.com/office/drawing/2014/main" id="{D802DD1B-D1EF-FA58-B68C-3F9BB73F585F}"/>
              </a:ext>
            </a:extLst>
          </p:cNvPr>
          <p:cNvSpPr/>
          <p:nvPr/>
        </p:nvSpPr>
        <p:spPr>
          <a:xfrm>
            <a:off x="9349476" y="2510713"/>
            <a:ext cx="228600" cy="91440"/>
          </a:xfrm>
          <a:prstGeom prst="roundRect">
            <a:avLst>
              <a:gd name="adj" fmla="val 20000"/>
            </a:avLst>
          </a:prstGeom>
          <a:solidFill>
            <a:srgbClr val="A6E048"/>
          </a:solidFill>
          <a:ln w="12700">
            <a:solidFill>
              <a:srgbClr val="A6E048">
                <a:alpha val="0"/>
              </a:srgbClr>
            </a:solidFill>
            <a:prstDash val="solid"/>
          </a:ln>
        </p:spPr>
        <p:txBody>
          <a:bodyPr/>
          <a:lstStyle/>
          <a:p>
            <a:endParaRPr lang="en-US"/>
          </a:p>
        </p:txBody>
      </p:sp>
      <p:sp>
        <p:nvSpPr>
          <p:cNvPr id="58" name="Shape 31">
            <a:extLst>
              <a:ext uri="{FF2B5EF4-FFF2-40B4-BE49-F238E27FC236}">
                <a16:creationId xmlns:a16="http://schemas.microsoft.com/office/drawing/2014/main" id="{D15C0A96-666A-D5ED-E3AE-951C2F04F175}"/>
              </a:ext>
            </a:extLst>
          </p:cNvPr>
          <p:cNvSpPr/>
          <p:nvPr/>
        </p:nvSpPr>
        <p:spPr>
          <a:xfrm>
            <a:off x="9660372" y="2510713"/>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p>
        </p:txBody>
      </p:sp>
      <p:sp>
        <p:nvSpPr>
          <p:cNvPr id="60" name="Shape 32">
            <a:extLst>
              <a:ext uri="{FF2B5EF4-FFF2-40B4-BE49-F238E27FC236}">
                <a16:creationId xmlns:a16="http://schemas.microsoft.com/office/drawing/2014/main" id="{9C0F5303-D4A1-8E2B-2D6D-DF86551B3ACE}"/>
              </a:ext>
            </a:extLst>
          </p:cNvPr>
          <p:cNvSpPr/>
          <p:nvPr/>
        </p:nvSpPr>
        <p:spPr>
          <a:xfrm>
            <a:off x="9971268" y="2510713"/>
            <a:ext cx="228600" cy="91440"/>
          </a:xfrm>
          <a:prstGeom prst="roundRect">
            <a:avLst>
              <a:gd name="adj" fmla="val 20000"/>
            </a:avLst>
          </a:prstGeom>
          <a:solidFill>
            <a:srgbClr val="FFC400"/>
          </a:solidFill>
          <a:ln w="12700">
            <a:solidFill>
              <a:srgbClr val="FFC400">
                <a:alpha val="0"/>
              </a:srgbClr>
            </a:solidFill>
            <a:prstDash val="solid"/>
          </a:ln>
        </p:spPr>
        <p:txBody>
          <a:bodyPr/>
          <a:lstStyle/>
          <a:p>
            <a:endParaRPr lang="en-US"/>
          </a:p>
        </p:txBody>
      </p:sp>
      <p:sp>
        <p:nvSpPr>
          <p:cNvPr id="68" name="Shape 36">
            <a:extLst>
              <a:ext uri="{FF2B5EF4-FFF2-40B4-BE49-F238E27FC236}">
                <a16:creationId xmlns:a16="http://schemas.microsoft.com/office/drawing/2014/main" id="{A1EEE915-091B-AB29-87E6-1078908E0EF9}"/>
              </a:ext>
            </a:extLst>
          </p:cNvPr>
          <p:cNvSpPr/>
          <p:nvPr/>
        </p:nvSpPr>
        <p:spPr>
          <a:xfrm>
            <a:off x="9349476" y="2666161"/>
            <a:ext cx="228600" cy="91440"/>
          </a:xfrm>
          <a:prstGeom prst="roundRect">
            <a:avLst>
              <a:gd name="adj" fmla="val 20000"/>
            </a:avLst>
          </a:prstGeom>
          <a:solidFill>
            <a:srgbClr val="F66DD5"/>
          </a:solidFill>
          <a:ln w="12700">
            <a:solidFill>
              <a:srgbClr val="F66DD5">
                <a:alpha val="0"/>
              </a:srgbClr>
            </a:solidFill>
            <a:prstDash val="solid"/>
          </a:ln>
        </p:spPr>
        <p:txBody>
          <a:bodyPr/>
          <a:lstStyle/>
          <a:p>
            <a:endParaRPr lang="en-US"/>
          </a:p>
        </p:txBody>
      </p:sp>
      <p:sp>
        <p:nvSpPr>
          <p:cNvPr id="70" name="Shape 37">
            <a:extLst>
              <a:ext uri="{FF2B5EF4-FFF2-40B4-BE49-F238E27FC236}">
                <a16:creationId xmlns:a16="http://schemas.microsoft.com/office/drawing/2014/main" id="{B17797A3-D66C-0DF4-29AA-D125334C7398}"/>
              </a:ext>
            </a:extLst>
          </p:cNvPr>
          <p:cNvSpPr/>
          <p:nvPr/>
        </p:nvSpPr>
        <p:spPr>
          <a:xfrm>
            <a:off x="9660372" y="2666161"/>
            <a:ext cx="228600" cy="91440"/>
          </a:xfrm>
          <a:prstGeom prst="roundRect">
            <a:avLst>
              <a:gd name="adj" fmla="val 20000"/>
            </a:avLst>
          </a:prstGeom>
          <a:solidFill>
            <a:srgbClr val="FFC400"/>
          </a:solidFill>
          <a:ln w="12700">
            <a:solidFill>
              <a:srgbClr val="FFC400">
                <a:alpha val="0"/>
              </a:srgbClr>
            </a:solidFill>
            <a:prstDash val="solid"/>
          </a:ln>
        </p:spPr>
        <p:txBody>
          <a:bodyPr/>
          <a:lstStyle/>
          <a:p>
            <a:endParaRPr lang="en-US"/>
          </a:p>
        </p:txBody>
      </p:sp>
      <p:sp>
        <p:nvSpPr>
          <p:cNvPr id="72" name="Shape 38">
            <a:extLst>
              <a:ext uri="{FF2B5EF4-FFF2-40B4-BE49-F238E27FC236}">
                <a16:creationId xmlns:a16="http://schemas.microsoft.com/office/drawing/2014/main" id="{BE8808D2-9467-3C42-4846-6FBDDE5D5E4F}"/>
              </a:ext>
            </a:extLst>
          </p:cNvPr>
          <p:cNvSpPr/>
          <p:nvPr/>
        </p:nvSpPr>
        <p:spPr>
          <a:xfrm>
            <a:off x="9971268" y="2666161"/>
            <a:ext cx="228600" cy="91440"/>
          </a:xfrm>
          <a:prstGeom prst="roundRect">
            <a:avLst>
              <a:gd name="adj" fmla="val 20000"/>
            </a:avLst>
          </a:prstGeom>
          <a:solidFill>
            <a:srgbClr val="22C7F3"/>
          </a:solidFill>
          <a:ln w="12700">
            <a:solidFill>
              <a:srgbClr val="22C7F3">
                <a:alpha val="0"/>
              </a:srgbClr>
            </a:solidFill>
            <a:prstDash val="solid"/>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042E8349-C9D0-0B88-02D3-69711F2F1D9C}"/>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E7B4D3C9-A7AF-2073-CF1D-5DB184F2AD4E}"/>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D802F62F-D9FA-205B-B275-D2C3D413C85D}"/>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8CE77BAB-3671-6AB9-C4A2-15A1CAD848D6}"/>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FE811820-FA5A-9A4C-482F-305FF3358F41}"/>
              </a:ext>
            </a:extLst>
          </p:cNvPr>
          <p:cNvSpPr txBox="1"/>
          <p:nvPr/>
        </p:nvSpPr>
        <p:spPr>
          <a:xfrm>
            <a:off x="685800" y="13984"/>
            <a:ext cx="5381633" cy="3874522"/>
          </a:xfrm>
          <a:prstGeom prst="rect">
            <a:avLst/>
          </a:prstGeom>
          <a:effectLst>
            <a:outerShdw blurRad="50800" dist="38100" dir="2700000" algn="tl" rotWithShape="0">
              <a:prstClr val="black">
                <a:alpha val="40000"/>
              </a:prstClr>
            </a:outerShdw>
          </a:effectLst>
        </p:spPr>
        <p:txBody>
          <a:bodyPr lIns="0" tIns="0" rIns="0" bIns="0" rtlCol="0" anchor="t">
            <a:spAutoFit/>
          </a:bodyPr>
          <a:lstStyle/>
          <a:p>
            <a:pPr>
              <a:lnSpc>
                <a:spcPts val="33120"/>
              </a:lnSpc>
            </a:pPr>
            <a:r>
              <a:rPr lang="en-US" sz="23657" b="1" dirty="0">
                <a:solidFill>
                  <a:srgbClr val="5AA7FF"/>
                </a:solidFill>
                <a:latin typeface="Bebas Neue Bold"/>
                <a:ea typeface="Bebas Neue Bold"/>
                <a:cs typeface="Bebas Neue Bold"/>
                <a:sym typeface="Bebas Neue Bold"/>
              </a:rPr>
              <a:t>05.</a:t>
            </a:r>
          </a:p>
        </p:txBody>
      </p:sp>
      <p:sp>
        <p:nvSpPr>
          <p:cNvPr id="36" name="TextBox 8">
            <a:extLst>
              <a:ext uri="{FF2B5EF4-FFF2-40B4-BE49-F238E27FC236}">
                <a16:creationId xmlns:a16="http://schemas.microsoft.com/office/drawing/2014/main" id="{89233820-6135-5E01-7496-9E7D72A0B081}"/>
              </a:ext>
            </a:extLst>
          </p:cNvPr>
          <p:cNvSpPr txBox="1"/>
          <p:nvPr/>
        </p:nvSpPr>
        <p:spPr>
          <a:xfrm>
            <a:off x="685800" y="3984307"/>
            <a:ext cx="11325578" cy="2462213"/>
          </a:xfrm>
          <a:prstGeom prst="rect">
            <a:avLst/>
          </a:prstGeom>
        </p:spPr>
        <p:txBody>
          <a:bodyPr wrap="square" lIns="0" tIns="0" rIns="0" bIns="0" rtlCol="0" anchor="t">
            <a:spAutoFit/>
          </a:bodyPr>
          <a:lstStyle/>
          <a:p>
            <a:r>
              <a:rPr lang="en-US" sz="8000" b="1" dirty="0">
                <a:solidFill>
                  <a:srgbClr val="002060"/>
                </a:solidFill>
                <a:latin typeface="Bebas Neue Bold" panose="020B0604020202020204" charset="0"/>
                <a:ea typeface="Arial Narrow" pitchFamily="34" charset="-122"/>
                <a:cs typeface="Poppins" panose="00000500000000000000" pitchFamily="2" charset="0"/>
              </a:rPr>
              <a:t>EVALUATION &amp;</a:t>
            </a:r>
          </a:p>
          <a:p>
            <a:r>
              <a:rPr lang="en-US" sz="8000" b="1" dirty="0">
                <a:solidFill>
                  <a:srgbClr val="002060"/>
                </a:solidFill>
                <a:latin typeface="Bebas Neue Bold" panose="020B0604020202020204" charset="0"/>
                <a:ea typeface="Arial Narrow" pitchFamily="34" charset="-122"/>
                <a:cs typeface="Poppins" panose="00000500000000000000" pitchFamily="2" charset="0"/>
              </a:rPr>
              <a:t>RESIDUAL TORQUE</a:t>
            </a:r>
          </a:p>
        </p:txBody>
      </p:sp>
      <p:sp>
        <p:nvSpPr>
          <p:cNvPr id="3" name="TextBox 2">
            <a:extLst>
              <a:ext uri="{FF2B5EF4-FFF2-40B4-BE49-F238E27FC236}">
                <a16:creationId xmlns:a16="http://schemas.microsoft.com/office/drawing/2014/main" id="{44445E8D-723E-1A38-F7F7-B2DC1A8D228B}"/>
              </a:ext>
            </a:extLst>
          </p:cNvPr>
          <p:cNvSpPr txBox="1"/>
          <p:nvPr/>
        </p:nvSpPr>
        <p:spPr>
          <a:xfrm>
            <a:off x="7013226" y="1383401"/>
            <a:ext cx="4998152" cy="170200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b="1" dirty="0">
                <a:solidFill>
                  <a:srgbClr val="002060"/>
                </a:solidFill>
                <a:latin typeface="Poppins" panose="00000500000000000000" pitchFamily="2" charset="0"/>
                <a:ea typeface="Arial Narrow" pitchFamily="34" charset="-122"/>
                <a:cs typeface="Poppins" panose="00000500000000000000" pitchFamily="2" charset="0"/>
              </a:rPr>
              <a:t>2 participants</a:t>
            </a:r>
          </a:p>
          <a:p>
            <a:pPr marL="342900" indent="-342900">
              <a:lnSpc>
                <a:spcPct val="150000"/>
              </a:lnSpc>
              <a:buFont typeface="Arial" panose="020B0604020202020204" pitchFamily="34" charset="0"/>
              <a:buChar char="•"/>
            </a:pPr>
            <a:r>
              <a:rPr lang="en-US" sz="2400" b="1" dirty="0">
                <a:solidFill>
                  <a:srgbClr val="002060"/>
                </a:solidFill>
                <a:latin typeface="Poppins" panose="00000500000000000000" pitchFamily="2" charset="0"/>
                <a:ea typeface="Arial Narrow" pitchFamily="34" charset="-122"/>
                <a:cs typeface="Poppins" panose="00000500000000000000" pitchFamily="2" charset="0"/>
              </a:rPr>
              <a:t>60-second rehab sessions</a:t>
            </a:r>
          </a:p>
          <a:p>
            <a:pPr marL="342900" indent="-342900">
              <a:lnSpc>
                <a:spcPct val="150000"/>
              </a:lnSpc>
              <a:buFont typeface="Arial" panose="020B0604020202020204" pitchFamily="34" charset="0"/>
              <a:buChar char="•"/>
            </a:pPr>
            <a:r>
              <a:rPr lang="en-US" sz="2400" b="1" dirty="0">
                <a:solidFill>
                  <a:srgbClr val="002060"/>
                </a:solidFill>
                <a:latin typeface="Poppins" panose="00000500000000000000" pitchFamily="2" charset="0"/>
                <a:ea typeface="Arial Narrow" pitchFamily="34" charset="-122"/>
                <a:cs typeface="Poppins" panose="00000500000000000000" pitchFamily="2" charset="0"/>
              </a:rPr>
              <a:t>4 assistance settings</a:t>
            </a:r>
          </a:p>
        </p:txBody>
      </p:sp>
    </p:spTree>
    <p:extLst>
      <p:ext uri="{BB962C8B-B14F-4D97-AF65-F5344CB8AC3E}">
        <p14:creationId xmlns:p14="http://schemas.microsoft.com/office/powerpoint/2010/main" val="3636500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46A17252-DF51-6F68-ECFE-A1C3803A9183}"/>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9316B06C-CC7E-DDB2-513E-9EDF04BECF7C}"/>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EDC9FBCB-B54F-A65D-EE61-B22AA4C70FAA}"/>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869E6725-4FD2-F557-0B4C-FCDDE7AC288F}"/>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F9C7E778-8048-E8AE-D2DF-CEB2887748AC}"/>
              </a:ext>
            </a:extLst>
          </p:cNvPr>
          <p:cNvGraphicFramePr/>
          <p:nvPr>
            <p:extLst>
              <p:ext uri="{D42A27DB-BD31-4B8C-83A1-F6EECF244321}">
                <p14:modId xmlns:p14="http://schemas.microsoft.com/office/powerpoint/2010/main" val="1095706958"/>
              </p:ext>
            </p:extLst>
          </p:nvPr>
        </p:nvGraphicFramePr>
        <p:xfrm>
          <a:off x="2139043" y="411480"/>
          <a:ext cx="8133541" cy="3770643"/>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B8A04402-FA51-6A4A-40F9-2BB6A82B0EA2}"/>
              </a:ext>
            </a:extLst>
          </p:cNvPr>
          <p:cNvSpPr txBox="1"/>
          <p:nvPr/>
        </p:nvSpPr>
        <p:spPr>
          <a:xfrm>
            <a:off x="1864831" y="156861"/>
            <a:ext cx="8678240" cy="523220"/>
          </a:xfrm>
          <a:prstGeom prst="rect">
            <a:avLst/>
          </a:prstGeom>
          <a:noFill/>
        </p:spPr>
        <p:txBody>
          <a:bodyPr wrap="square">
            <a:spAutoFit/>
          </a:bodyPr>
          <a:lstStyle/>
          <a:p>
            <a:r>
              <a:rPr lang="en-US" sz="2800" b="1" dirty="0">
                <a:solidFill>
                  <a:srgbClr val="002060"/>
                </a:solidFill>
                <a:latin typeface="Poppins" panose="00000500000000000000" pitchFamily="2" charset="0"/>
                <a:cs typeface="Poppins" panose="00000500000000000000" pitchFamily="2" charset="0"/>
              </a:rPr>
              <a:t>Trajectory comparison and Shown Feedback</a:t>
            </a:r>
          </a:p>
        </p:txBody>
      </p:sp>
      <p:pic>
        <p:nvPicPr>
          <p:cNvPr id="46" name="Picture 45">
            <a:extLst>
              <a:ext uri="{FF2B5EF4-FFF2-40B4-BE49-F238E27FC236}">
                <a16:creationId xmlns:a16="http://schemas.microsoft.com/office/drawing/2014/main" id="{14CE433D-C133-319E-7C46-A2FBC6B78A1D}"/>
              </a:ext>
            </a:extLst>
          </p:cNvPr>
          <p:cNvPicPr>
            <a:picLocks noChangeAspect="1"/>
          </p:cNvPicPr>
          <p:nvPr/>
        </p:nvPicPr>
        <p:blipFill>
          <a:blip r:embed="rId4"/>
          <a:srcRect t="15249" r="10611"/>
          <a:stretch>
            <a:fillRect/>
          </a:stretch>
        </p:blipFill>
        <p:spPr>
          <a:xfrm>
            <a:off x="2201991" y="4182123"/>
            <a:ext cx="7026018" cy="2242795"/>
          </a:xfrm>
          <a:prstGeom prst="rect">
            <a:avLst/>
          </a:prstGeom>
        </p:spPr>
      </p:pic>
      <p:pic>
        <p:nvPicPr>
          <p:cNvPr id="50" name="Picture 49">
            <a:extLst>
              <a:ext uri="{FF2B5EF4-FFF2-40B4-BE49-F238E27FC236}">
                <a16:creationId xmlns:a16="http://schemas.microsoft.com/office/drawing/2014/main" id="{804B7514-E08E-A651-46B6-FCCD4A8BBF63}"/>
              </a:ext>
            </a:extLst>
          </p:cNvPr>
          <p:cNvPicPr>
            <a:picLocks noChangeAspect="1"/>
          </p:cNvPicPr>
          <p:nvPr/>
        </p:nvPicPr>
        <p:blipFill>
          <a:blip r:embed="rId5"/>
          <a:srcRect t="9985"/>
          <a:stretch>
            <a:fillRect/>
          </a:stretch>
        </p:blipFill>
        <p:spPr>
          <a:xfrm>
            <a:off x="2278567" y="676062"/>
            <a:ext cx="6872866" cy="3506061"/>
          </a:xfrm>
          <a:prstGeom prst="rect">
            <a:avLst/>
          </a:prstGeom>
        </p:spPr>
      </p:pic>
      <p:sp>
        <p:nvSpPr>
          <p:cNvPr id="55" name="TextBox 54">
            <a:extLst>
              <a:ext uri="{FF2B5EF4-FFF2-40B4-BE49-F238E27FC236}">
                <a16:creationId xmlns:a16="http://schemas.microsoft.com/office/drawing/2014/main" id="{716D615C-4A85-AE0D-F209-001F4E71B75F}"/>
              </a:ext>
            </a:extLst>
          </p:cNvPr>
          <p:cNvSpPr txBox="1"/>
          <p:nvPr/>
        </p:nvSpPr>
        <p:spPr>
          <a:xfrm>
            <a:off x="9601200" y="4723619"/>
            <a:ext cx="1313543" cy="1477328"/>
          </a:xfrm>
          <a:prstGeom prst="rect">
            <a:avLst/>
          </a:prstGeom>
          <a:noFill/>
        </p:spPr>
        <p:txBody>
          <a:bodyPr wrap="square" rtlCol="0">
            <a:spAutoFit/>
          </a:bodyPr>
          <a:lstStyle/>
          <a:p>
            <a:r>
              <a:rPr lang="en-US" sz="900" dirty="0">
                <a:solidFill>
                  <a:srgbClr val="002060"/>
                </a:solidFill>
                <a:latin typeface="Poppins" panose="00000500000000000000" pitchFamily="2" charset="0"/>
                <a:cs typeface="Poppins" panose="00000500000000000000" pitchFamily="2" charset="0"/>
              </a:rPr>
              <a:t>Feedback</a:t>
            </a:r>
          </a:p>
          <a:p>
            <a:r>
              <a:rPr lang="en-US" sz="900" dirty="0">
                <a:solidFill>
                  <a:srgbClr val="002060"/>
                </a:solidFill>
                <a:latin typeface="Poppins" panose="00000500000000000000" pitchFamily="2" charset="0"/>
                <a:cs typeface="Poppins" panose="00000500000000000000" pitchFamily="2" charset="0"/>
              </a:rPr>
              <a:t>0 = Safe</a:t>
            </a:r>
          </a:p>
          <a:p>
            <a:r>
              <a:rPr lang="en-US" sz="900" dirty="0">
                <a:solidFill>
                  <a:srgbClr val="002060"/>
                </a:solidFill>
                <a:latin typeface="Poppins" panose="00000500000000000000" pitchFamily="2" charset="0"/>
                <a:cs typeface="Poppins" panose="00000500000000000000" pitchFamily="2" charset="0"/>
              </a:rPr>
              <a:t>1 = Medium</a:t>
            </a:r>
          </a:p>
          <a:p>
            <a:r>
              <a:rPr lang="en-US" sz="900" dirty="0">
                <a:solidFill>
                  <a:srgbClr val="002060"/>
                </a:solidFill>
                <a:latin typeface="Poppins" panose="00000500000000000000" pitchFamily="2" charset="0"/>
                <a:cs typeface="Poppins" panose="00000500000000000000" pitchFamily="2" charset="0"/>
              </a:rPr>
              <a:t>2 = Fart</a:t>
            </a:r>
          </a:p>
          <a:p>
            <a:endParaRPr lang="en-US" sz="900" dirty="0">
              <a:solidFill>
                <a:srgbClr val="002060"/>
              </a:solidFill>
              <a:latin typeface="Poppins" panose="00000500000000000000" pitchFamily="2" charset="0"/>
              <a:cs typeface="Poppins" panose="00000500000000000000" pitchFamily="2" charset="0"/>
            </a:endParaRPr>
          </a:p>
          <a:p>
            <a:r>
              <a:rPr lang="en-US" sz="900" dirty="0">
                <a:solidFill>
                  <a:srgbClr val="002060"/>
                </a:solidFill>
                <a:latin typeface="Poppins" panose="00000500000000000000" pitchFamily="2" charset="0"/>
                <a:cs typeface="Poppins" panose="00000500000000000000" pitchFamily="2" charset="0"/>
              </a:rPr>
              <a:t>Assist:</a:t>
            </a:r>
            <a:br>
              <a:rPr lang="en-US" sz="900" dirty="0">
                <a:solidFill>
                  <a:srgbClr val="002060"/>
                </a:solidFill>
                <a:latin typeface="Poppins" panose="00000500000000000000" pitchFamily="2" charset="0"/>
                <a:cs typeface="Poppins" panose="00000500000000000000" pitchFamily="2" charset="0"/>
              </a:rPr>
            </a:br>
            <a:r>
              <a:rPr lang="en-US" sz="900" dirty="0">
                <a:solidFill>
                  <a:srgbClr val="002060"/>
                </a:solidFill>
                <a:latin typeface="Poppins" panose="00000500000000000000" pitchFamily="2" charset="0"/>
                <a:cs typeface="Poppins" panose="00000500000000000000" pitchFamily="2" charset="0"/>
              </a:rPr>
              <a:t>0 = Transparent</a:t>
            </a:r>
          </a:p>
          <a:p>
            <a:r>
              <a:rPr lang="en-US" sz="900" dirty="0">
                <a:solidFill>
                  <a:srgbClr val="002060"/>
                </a:solidFill>
                <a:latin typeface="Poppins" panose="00000500000000000000" pitchFamily="2" charset="0"/>
                <a:cs typeface="Poppins" panose="00000500000000000000" pitchFamily="2" charset="0"/>
              </a:rPr>
              <a:t>1 = Low/Gentle</a:t>
            </a:r>
          </a:p>
          <a:p>
            <a:r>
              <a:rPr lang="en-US" sz="900" dirty="0">
                <a:solidFill>
                  <a:srgbClr val="002060"/>
                </a:solidFill>
                <a:latin typeface="Poppins" panose="00000500000000000000" pitchFamily="2" charset="0"/>
                <a:cs typeface="Poppins" panose="00000500000000000000" pitchFamily="2" charset="0"/>
              </a:rPr>
              <a:t>2 = High/Strong</a:t>
            </a:r>
          </a:p>
          <a:p>
            <a:endParaRPr lang="en-US" sz="900" dirty="0">
              <a:solidFill>
                <a:srgbClr val="002060"/>
              </a:solidFill>
              <a:latin typeface="Poppins" panose="00000500000000000000" pitchFamily="2" charset="0"/>
              <a:cs typeface="Poppins" panose="00000500000000000000" pitchFamily="2" charset="0"/>
            </a:endParaRPr>
          </a:p>
        </p:txBody>
      </p:sp>
      <p:sp>
        <p:nvSpPr>
          <p:cNvPr id="56" name="TextBox 55">
            <a:extLst>
              <a:ext uri="{FF2B5EF4-FFF2-40B4-BE49-F238E27FC236}">
                <a16:creationId xmlns:a16="http://schemas.microsoft.com/office/drawing/2014/main" id="{BB205C57-E40D-4E77-EEA7-1D4817A44089}"/>
              </a:ext>
            </a:extLst>
          </p:cNvPr>
          <p:cNvSpPr txBox="1"/>
          <p:nvPr/>
        </p:nvSpPr>
        <p:spPr>
          <a:xfrm>
            <a:off x="6441154" y="3641364"/>
            <a:ext cx="2984491" cy="276999"/>
          </a:xfrm>
          <a:prstGeom prst="rect">
            <a:avLst/>
          </a:prstGeom>
          <a:solidFill>
            <a:srgbClr val="B7DEE8"/>
          </a:solidFill>
        </p:spPr>
        <p:txBody>
          <a:bodyPr wrap="square" rtlCol="0">
            <a:spAutoFit/>
          </a:bodyPr>
          <a:lstStyle/>
          <a:p>
            <a:r>
              <a:rPr lang="en-US" sz="1200" dirty="0">
                <a:solidFill>
                  <a:srgbClr val="636768"/>
                </a:solidFill>
              </a:rPr>
              <a:t>transparency range</a:t>
            </a:r>
          </a:p>
        </p:txBody>
      </p:sp>
    </p:spTree>
    <p:extLst>
      <p:ext uri="{BB962C8B-B14F-4D97-AF65-F5344CB8AC3E}">
        <p14:creationId xmlns:p14="http://schemas.microsoft.com/office/powerpoint/2010/main" val="3243559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DBE74209-E70E-18F0-446B-E9FBDF72D7C9}"/>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1D128C21-F0F7-E549-B19D-FD016CD2A604}"/>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31264D5B-FB20-C88E-E4B6-17D7740ED435}"/>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0C77AF72-054C-70B3-0AB6-6205CE1CE8E4}"/>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graphicFrame>
        <p:nvGraphicFramePr>
          <p:cNvPr id="7" name="Chart 6">
            <a:extLst>
              <a:ext uri="{FF2B5EF4-FFF2-40B4-BE49-F238E27FC236}">
                <a16:creationId xmlns:a16="http://schemas.microsoft.com/office/drawing/2014/main" id="{E6534EA3-B35D-763D-8CB7-55990D51867E}"/>
              </a:ext>
            </a:extLst>
          </p:cNvPr>
          <p:cNvGraphicFramePr/>
          <p:nvPr>
            <p:extLst>
              <p:ext uri="{D42A27DB-BD31-4B8C-83A1-F6EECF244321}">
                <p14:modId xmlns:p14="http://schemas.microsoft.com/office/powerpoint/2010/main" val="3361376336"/>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AB2B5A9B-76F2-2AEE-2E1B-8096B2B1564F}"/>
                  </a:ext>
                </a:extLst>
              </p14:cNvPr>
              <p14:cNvContentPartPr/>
              <p14:nvPr/>
            </p14:nvContentPartPr>
            <p14:xfrm>
              <a:off x="5079796" y="3521569"/>
              <a:ext cx="621360" cy="113400"/>
            </p14:xfrm>
          </p:contentPart>
        </mc:Choice>
        <mc:Fallback xmlns="">
          <p:pic>
            <p:nvPicPr>
              <p:cNvPr id="10" name="Ink 9">
                <a:extLst>
                  <a:ext uri="{FF2B5EF4-FFF2-40B4-BE49-F238E27FC236}">
                    <a16:creationId xmlns:a16="http://schemas.microsoft.com/office/drawing/2014/main" id="{AB2B5A9B-76F2-2AEE-2E1B-8096B2B1564F}"/>
                  </a:ext>
                </a:extLst>
              </p:cNvPr>
              <p:cNvPicPr/>
              <p:nvPr/>
            </p:nvPicPr>
            <p:blipFill>
              <a:blip r:embed="rId5"/>
              <a:stretch>
                <a:fillRect/>
              </a:stretch>
            </p:blipFill>
            <p:spPr>
              <a:xfrm>
                <a:off x="5073676" y="1593769"/>
                <a:ext cx="633600" cy="3969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40F45650-20CB-59F6-2D26-B6F787CDE2AF}"/>
                  </a:ext>
                </a:extLst>
              </p14:cNvPr>
              <p14:cNvContentPartPr/>
              <p14:nvPr/>
            </p14:nvContentPartPr>
            <p14:xfrm>
              <a:off x="6694396" y="4481329"/>
              <a:ext cx="643680" cy="720"/>
            </p14:xfrm>
          </p:contentPart>
        </mc:Choice>
        <mc:Fallback xmlns="">
          <p:pic>
            <p:nvPicPr>
              <p:cNvPr id="13" name="Ink 12">
                <a:extLst>
                  <a:ext uri="{FF2B5EF4-FFF2-40B4-BE49-F238E27FC236}">
                    <a16:creationId xmlns:a16="http://schemas.microsoft.com/office/drawing/2014/main" id="{40F45650-20CB-59F6-2D26-B6F787CDE2AF}"/>
                  </a:ext>
                </a:extLst>
              </p:cNvPr>
              <p:cNvPicPr/>
              <p:nvPr/>
            </p:nvPicPr>
            <p:blipFill>
              <a:blip r:embed="rId7"/>
              <a:stretch>
                <a:fillRect/>
              </a:stretch>
            </p:blipFill>
            <p:spPr>
              <a:xfrm>
                <a:off x="6688276" y="4469089"/>
                <a:ext cx="6559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9483D4BE-3FE5-3CF2-CA43-67781E49983B}"/>
                  </a:ext>
                </a:extLst>
              </p14:cNvPr>
              <p14:cNvContentPartPr/>
              <p14:nvPr/>
            </p14:nvContentPartPr>
            <p14:xfrm>
              <a:off x="8326729" y="4879772"/>
              <a:ext cx="643680" cy="720"/>
            </p14:xfrm>
          </p:contentPart>
        </mc:Choice>
        <mc:Fallback xmlns="">
          <p:pic>
            <p:nvPicPr>
              <p:cNvPr id="23" name="Ink 22">
                <a:extLst>
                  <a:ext uri="{FF2B5EF4-FFF2-40B4-BE49-F238E27FC236}">
                    <a16:creationId xmlns:a16="http://schemas.microsoft.com/office/drawing/2014/main" id="{9483D4BE-3FE5-3CF2-CA43-67781E49983B}"/>
                  </a:ext>
                </a:extLst>
              </p:cNvPr>
              <p:cNvPicPr/>
              <p:nvPr/>
            </p:nvPicPr>
            <p:blipFill>
              <a:blip r:embed="rId7"/>
              <a:stretch>
                <a:fillRect/>
              </a:stretch>
            </p:blipFill>
            <p:spPr>
              <a:xfrm>
                <a:off x="8320609" y="4867532"/>
                <a:ext cx="6559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4" name="Ink 23">
                <a:extLst>
                  <a:ext uri="{FF2B5EF4-FFF2-40B4-BE49-F238E27FC236}">
                    <a16:creationId xmlns:a16="http://schemas.microsoft.com/office/drawing/2014/main" id="{C7AE09C7-5387-4501-4827-A01B9206D647}"/>
                  </a:ext>
                </a:extLst>
              </p14:cNvPr>
              <p14:cNvContentPartPr/>
              <p14:nvPr/>
            </p14:nvContentPartPr>
            <p14:xfrm>
              <a:off x="8456652" y="5819156"/>
              <a:ext cx="155206" cy="720"/>
            </p14:xfrm>
          </p:contentPart>
        </mc:Choice>
        <mc:Fallback xmlns="">
          <p:pic>
            <p:nvPicPr>
              <p:cNvPr id="24" name="Ink 23">
                <a:extLst>
                  <a:ext uri="{FF2B5EF4-FFF2-40B4-BE49-F238E27FC236}">
                    <a16:creationId xmlns:a16="http://schemas.microsoft.com/office/drawing/2014/main" id="{C7AE09C7-5387-4501-4827-A01B9206D647}"/>
                  </a:ext>
                </a:extLst>
              </p:cNvPr>
              <p:cNvPicPr/>
              <p:nvPr/>
            </p:nvPicPr>
            <p:blipFill>
              <a:blip r:embed="rId10"/>
              <a:stretch>
                <a:fillRect/>
              </a:stretch>
            </p:blipFill>
            <p:spPr>
              <a:xfrm>
                <a:off x="8450544" y="5806916"/>
                <a:ext cx="167421" cy="25200"/>
              </a:xfrm>
              <a:prstGeom prst="rect">
                <a:avLst/>
              </a:prstGeom>
            </p:spPr>
          </p:pic>
        </mc:Fallback>
      </mc:AlternateContent>
      <p:sp>
        <p:nvSpPr>
          <p:cNvPr id="25" name="TextBox 24">
            <a:extLst>
              <a:ext uri="{FF2B5EF4-FFF2-40B4-BE49-F238E27FC236}">
                <a16:creationId xmlns:a16="http://schemas.microsoft.com/office/drawing/2014/main" id="{E06E834E-818D-CF15-A1C4-CA6C03024827}"/>
              </a:ext>
            </a:extLst>
          </p:cNvPr>
          <p:cNvSpPr txBox="1"/>
          <p:nvPr/>
        </p:nvSpPr>
        <p:spPr>
          <a:xfrm>
            <a:off x="8664324" y="5681273"/>
            <a:ext cx="2046158" cy="523220"/>
          </a:xfrm>
          <a:prstGeom prst="rect">
            <a:avLst/>
          </a:prstGeom>
          <a:noFill/>
        </p:spPr>
        <p:txBody>
          <a:bodyPr wrap="square" rtlCol="0">
            <a:spAutoFit/>
          </a:bodyPr>
          <a:lstStyle/>
          <a:p>
            <a:r>
              <a:rPr lang="en-US" sz="1400" b="1" dirty="0">
                <a:solidFill>
                  <a:srgbClr val="002060"/>
                </a:solidFill>
                <a:latin typeface="Poppins" panose="00000500000000000000" pitchFamily="2" charset="0"/>
                <a:cs typeface="Poppins" panose="00000500000000000000" pitchFamily="2" charset="0"/>
              </a:rPr>
              <a:t>Actual limit of transparency</a:t>
            </a:r>
          </a:p>
        </p:txBody>
      </p:sp>
    </p:spTree>
    <p:extLst>
      <p:ext uri="{BB962C8B-B14F-4D97-AF65-F5344CB8AC3E}">
        <p14:creationId xmlns:p14="http://schemas.microsoft.com/office/powerpoint/2010/main" val="359869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5B1893CD-A6D1-68C4-C9C9-423E2493ABB2}"/>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18DB04F7-D965-529D-9AB8-1F337B99DA5B}"/>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1CC5BAAD-9CB5-27E0-DCE8-08B5B77D5EBF}"/>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CC4F7573-E789-D755-947D-CF344C810D1D}"/>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graphicFrame>
        <p:nvGraphicFramePr>
          <p:cNvPr id="11" name="Chart 10">
            <a:extLst>
              <a:ext uri="{FF2B5EF4-FFF2-40B4-BE49-F238E27FC236}">
                <a16:creationId xmlns:a16="http://schemas.microsoft.com/office/drawing/2014/main" id="{703FC4F4-ED72-3D1B-7FD9-9AE4B4635058}"/>
              </a:ext>
            </a:extLst>
          </p:cNvPr>
          <p:cNvGraphicFramePr/>
          <p:nvPr>
            <p:extLst>
              <p:ext uri="{D42A27DB-BD31-4B8C-83A1-F6EECF244321}">
                <p14:modId xmlns:p14="http://schemas.microsoft.com/office/powerpoint/2010/main" val="4153594606"/>
              </p:ext>
            </p:extLst>
          </p:nvPr>
        </p:nvGraphicFramePr>
        <p:xfrm>
          <a:off x="361043" y="449459"/>
          <a:ext cx="6045200" cy="37209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53AE52DE-3671-A61D-8333-82B0AB1B0F9E}"/>
              </a:ext>
            </a:extLst>
          </p:cNvPr>
          <p:cNvGraphicFramePr/>
          <p:nvPr>
            <p:extLst>
              <p:ext uri="{D42A27DB-BD31-4B8C-83A1-F6EECF244321}">
                <p14:modId xmlns:p14="http://schemas.microsoft.com/office/powerpoint/2010/main" val="3238194195"/>
              </p:ext>
            </p:extLst>
          </p:nvPr>
        </p:nvGraphicFramePr>
        <p:xfrm>
          <a:off x="5758543" y="316494"/>
          <a:ext cx="6197600" cy="374472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FC2DD0F9-CC72-FBAB-13DD-078D711B42AD}"/>
              </a:ext>
            </a:extLst>
          </p:cNvPr>
          <p:cNvGraphicFramePr/>
          <p:nvPr>
            <p:extLst>
              <p:ext uri="{D42A27DB-BD31-4B8C-83A1-F6EECF244321}">
                <p14:modId xmlns:p14="http://schemas.microsoft.com/office/powerpoint/2010/main" val="1070092926"/>
              </p:ext>
            </p:extLst>
          </p:nvPr>
        </p:nvGraphicFramePr>
        <p:xfrm>
          <a:off x="3135994" y="3630317"/>
          <a:ext cx="6045199" cy="3264831"/>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9">
            <a:extLst>
              <a:ext uri="{FF2B5EF4-FFF2-40B4-BE49-F238E27FC236}">
                <a16:creationId xmlns:a16="http://schemas.microsoft.com/office/drawing/2014/main" id="{F79BB6DF-5B6E-4B36-61D2-81AF566F0A85}"/>
              </a:ext>
            </a:extLst>
          </p:cNvPr>
          <p:cNvSpPr txBox="1"/>
          <p:nvPr/>
        </p:nvSpPr>
        <p:spPr>
          <a:xfrm>
            <a:off x="995890" y="316494"/>
            <a:ext cx="10199914" cy="523220"/>
          </a:xfrm>
          <a:prstGeom prst="rect">
            <a:avLst/>
          </a:prstGeom>
          <a:noFill/>
        </p:spPr>
        <p:txBody>
          <a:bodyPr wrap="square">
            <a:spAutoFit/>
          </a:bodyPr>
          <a:lstStyle/>
          <a:p>
            <a:pPr algn="ctr" rtl="0">
              <a:defRPr sz="2800" b="1" i="0" u="none" strike="noStrike" kern="1200" spc="0" baseline="0">
                <a:solidFill>
                  <a:srgbClr val="002060"/>
                </a:solidFill>
                <a:latin typeface="Poppins" panose="00000500000000000000" pitchFamily="2" charset="0"/>
                <a:ea typeface="+mn-ea"/>
                <a:cs typeface="Poppins" panose="00000500000000000000" pitchFamily="2" charset="0"/>
              </a:defRPr>
            </a:pPr>
            <a:r>
              <a:rPr lang="en-US" sz="2800" b="1" i="0" u="none" strike="noStrike" kern="1200" spc="0" baseline="0" dirty="0">
                <a:solidFill>
                  <a:srgbClr val="002060"/>
                </a:solidFill>
                <a:latin typeface="Poppins" panose="00000500000000000000" pitchFamily="2" charset="0"/>
                <a:cs typeface="Poppins" panose="00000500000000000000" pitchFamily="2" charset="0"/>
              </a:rPr>
              <a:t>Performance metrics across assistance intensity</a:t>
            </a:r>
            <a:endParaRPr lang="en-US" sz="2800" b="1" dirty="0">
              <a:solidFill>
                <a:srgbClr val="002060"/>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114348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C9DE9C11-9DFE-14E9-DB99-7C818377B33B}"/>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D3463CE8-C3C6-8123-C6D5-4F38B2B106E2}"/>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AFF10CC7-EA5C-3773-CB8B-965D210BD33B}"/>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69125BEB-7960-D3D9-9293-7E0F1BD8D74E}"/>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graphicFrame>
        <p:nvGraphicFramePr>
          <p:cNvPr id="9" name="Chart 8">
            <a:extLst>
              <a:ext uri="{FF2B5EF4-FFF2-40B4-BE49-F238E27FC236}">
                <a16:creationId xmlns:a16="http://schemas.microsoft.com/office/drawing/2014/main" id="{DBD93638-74D8-EFDB-65F4-6DE03E473811}"/>
              </a:ext>
            </a:extLst>
          </p:cNvPr>
          <p:cNvGraphicFramePr/>
          <p:nvPr>
            <p:extLst>
              <p:ext uri="{D42A27DB-BD31-4B8C-83A1-F6EECF244321}">
                <p14:modId xmlns:p14="http://schemas.microsoft.com/office/powerpoint/2010/main" val="3348102387"/>
              </p:ext>
            </p:extLst>
          </p:nvPr>
        </p:nvGraphicFramePr>
        <p:xfrm>
          <a:off x="1651000" y="1082117"/>
          <a:ext cx="8128000" cy="5418667"/>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a:extLst>
              <a:ext uri="{FF2B5EF4-FFF2-40B4-BE49-F238E27FC236}">
                <a16:creationId xmlns:a16="http://schemas.microsoft.com/office/drawing/2014/main" id="{AAF6B7D0-E8DC-86AC-ABE8-E5FF49A3C0C4}"/>
              </a:ext>
            </a:extLst>
          </p:cNvPr>
          <p:cNvSpPr txBox="1"/>
          <p:nvPr/>
        </p:nvSpPr>
        <p:spPr>
          <a:xfrm>
            <a:off x="1768289" y="846594"/>
            <a:ext cx="7893422" cy="523220"/>
          </a:xfrm>
          <a:prstGeom prst="rect">
            <a:avLst/>
          </a:prstGeom>
          <a:noFill/>
        </p:spPr>
        <p:txBody>
          <a:bodyPr wrap="square">
            <a:spAutoFit/>
          </a:bodyPr>
          <a:lstStyle/>
          <a:p>
            <a:pPr algn="ctr" rtl="0">
              <a:defRPr sz="2000" b="1" i="0" u="none" strike="noStrike" kern="1200" spc="0" baseline="0">
                <a:solidFill>
                  <a:srgbClr val="002060"/>
                </a:solidFill>
                <a:latin typeface="Poppins" panose="00000500000000000000" pitchFamily="2" charset="0"/>
                <a:ea typeface="+mn-ea"/>
                <a:cs typeface="Poppins" panose="00000500000000000000" pitchFamily="2" charset="0"/>
              </a:defRPr>
            </a:pPr>
            <a:r>
              <a:rPr lang="en-US" sz="2800" dirty="0">
                <a:solidFill>
                  <a:srgbClr val="002060"/>
                </a:solidFill>
                <a:latin typeface="Poppins" panose="00000500000000000000" pitchFamily="2" charset="0"/>
                <a:cs typeface="Poppins" panose="00000500000000000000" pitchFamily="2" charset="0"/>
              </a:rPr>
              <a:t>Example</a:t>
            </a:r>
            <a:r>
              <a:rPr lang="en-US" sz="2800" b="1" dirty="0">
                <a:solidFill>
                  <a:srgbClr val="002060"/>
                </a:solidFill>
                <a:latin typeface="Poppins" panose="00000500000000000000" pitchFamily="2" charset="0"/>
                <a:cs typeface="Poppins" panose="00000500000000000000" pitchFamily="2" charset="0"/>
              </a:rPr>
              <a:t> session: paddle tracking target</a:t>
            </a:r>
          </a:p>
        </p:txBody>
      </p:sp>
      <p:pic>
        <p:nvPicPr>
          <p:cNvPr id="19" name="Picture 18">
            <a:extLst>
              <a:ext uri="{FF2B5EF4-FFF2-40B4-BE49-F238E27FC236}">
                <a16:creationId xmlns:a16="http://schemas.microsoft.com/office/drawing/2014/main" id="{6E0DD53C-C084-E65C-AB76-74A14481D754}"/>
              </a:ext>
            </a:extLst>
          </p:cNvPr>
          <p:cNvPicPr>
            <a:picLocks noChangeAspect="1"/>
          </p:cNvPicPr>
          <p:nvPr/>
        </p:nvPicPr>
        <p:blipFill>
          <a:blip r:embed="rId4"/>
          <a:stretch>
            <a:fillRect/>
          </a:stretch>
        </p:blipFill>
        <p:spPr>
          <a:xfrm>
            <a:off x="1651000" y="4569708"/>
            <a:ext cx="3835400" cy="490051"/>
          </a:xfrm>
          <a:prstGeom prst="rect">
            <a:avLst/>
          </a:prstGeom>
        </p:spPr>
      </p:pic>
      <p:sp>
        <p:nvSpPr>
          <p:cNvPr id="25" name="TextBox 24">
            <a:extLst>
              <a:ext uri="{FF2B5EF4-FFF2-40B4-BE49-F238E27FC236}">
                <a16:creationId xmlns:a16="http://schemas.microsoft.com/office/drawing/2014/main" id="{79D39BC8-4B16-EFCA-5B50-A5DF591747C8}"/>
              </a:ext>
            </a:extLst>
          </p:cNvPr>
          <p:cNvSpPr txBox="1"/>
          <p:nvPr/>
        </p:nvSpPr>
        <p:spPr>
          <a:xfrm>
            <a:off x="4038602" y="1301269"/>
            <a:ext cx="6101860" cy="523220"/>
          </a:xfrm>
          <a:prstGeom prst="rect">
            <a:avLst/>
          </a:prstGeom>
          <a:noFill/>
        </p:spPr>
        <p:txBody>
          <a:bodyPr wrap="square">
            <a:spAutoFit/>
          </a:bodyPr>
          <a:lstStyle/>
          <a:p>
            <a:r>
              <a:rPr lang="en-US" sz="2800" dirty="0">
                <a:solidFill>
                  <a:srgbClr val="002060"/>
                </a:solidFill>
                <a:latin typeface="Poppins" panose="00000500000000000000" pitchFamily="2" charset="0"/>
                <a:cs typeface="Poppins" panose="00000500000000000000" pitchFamily="2" charset="0"/>
              </a:rPr>
              <a:t>P1 — Low assistance</a:t>
            </a:r>
          </a:p>
        </p:txBody>
      </p:sp>
    </p:spTree>
    <p:extLst>
      <p:ext uri="{BB962C8B-B14F-4D97-AF65-F5344CB8AC3E}">
        <p14:creationId xmlns:p14="http://schemas.microsoft.com/office/powerpoint/2010/main" val="3237835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98B10D84-273B-210A-1276-8562F1415B0C}"/>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BCDFC87E-6ECC-340D-C221-D0F36CAC1FF1}"/>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5A86E04E-7DBF-9835-254A-4A5AD54CE225}"/>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D9281ACC-70C2-1CEA-64D8-EBDD31216F32}"/>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6" name="TextBox 15">
            <a:extLst>
              <a:ext uri="{FF2B5EF4-FFF2-40B4-BE49-F238E27FC236}">
                <a16:creationId xmlns:a16="http://schemas.microsoft.com/office/drawing/2014/main" id="{361F52F2-0421-7EBB-4D9F-F6CB2F254D89}"/>
              </a:ext>
            </a:extLst>
          </p:cNvPr>
          <p:cNvSpPr txBox="1"/>
          <p:nvPr/>
        </p:nvSpPr>
        <p:spPr>
          <a:xfrm>
            <a:off x="2031847" y="458056"/>
            <a:ext cx="8127999" cy="523220"/>
          </a:xfrm>
          <a:prstGeom prst="rect">
            <a:avLst/>
          </a:prstGeom>
          <a:noFill/>
        </p:spPr>
        <p:txBody>
          <a:bodyPr wrap="square">
            <a:spAutoFit/>
          </a:bodyPr>
          <a:lstStyle/>
          <a:p>
            <a:r>
              <a:rPr lang="pt-BR" sz="2800" b="1" dirty="0">
                <a:solidFill>
                  <a:srgbClr val="002060"/>
                </a:solidFill>
                <a:latin typeface="Poppins" panose="00000500000000000000" pitchFamily="2" charset="0"/>
                <a:cs typeface="Poppins" panose="00000500000000000000" pitchFamily="2" charset="0"/>
              </a:rPr>
              <a:t>Residual torque during transparent mode</a:t>
            </a:r>
            <a:endParaRPr lang="en-US" sz="2800" b="1" dirty="0">
              <a:solidFill>
                <a:srgbClr val="002060"/>
              </a:solidFill>
              <a:latin typeface="Poppins" panose="00000500000000000000" pitchFamily="2" charset="0"/>
              <a:cs typeface="Poppins" panose="00000500000000000000" pitchFamily="2" charset="0"/>
            </a:endParaRPr>
          </a:p>
        </p:txBody>
      </p:sp>
      <p:graphicFrame>
        <p:nvGraphicFramePr>
          <p:cNvPr id="7" name="Chart 6">
            <a:extLst>
              <a:ext uri="{FF2B5EF4-FFF2-40B4-BE49-F238E27FC236}">
                <a16:creationId xmlns:a16="http://schemas.microsoft.com/office/drawing/2014/main" id="{E321008B-2DFE-E825-2BFF-4FCAEFB5398C}"/>
              </a:ext>
            </a:extLst>
          </p:cNvPr>
          <p:cNvGraphicFramePr/>
          <p:nvPr>
            <p:extLst>
              <p:ext uri="{D42A27DB-BD31-4B8C-83A1-F6EECF244321}">
                <p14:modId xmlns:p14="http://schemas.microsoft.com/office/powerpoint/2010/main" val="4141625582"/>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99156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04BEFF8B-CD7E-F79A-9DA5-0C9B02F69AF4}"/>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C50BEAFA-420D-E3B1-EF3C-02C3F26A8552}"/>
              </a:ext>
            </a:extLst>
          </p:cNvPr>
          <p:cNvSpPr/>
          <p:nvPr/>
        </p:nvSpPr>
        <p:spPr>
          <a:xfrm>
            <a:off x="647700" y="1471448"/>
            <a:ext cx="10736580" cy="4088523"/>
          </a:xfrm>
          <a:prstGeom prst="roundRect">
            <a:avLst/>
          </a:prstGeom>
          <a:solidFill>
            <a:srgbClr val="5AA7FF"/>
          </a:solidFill>
          <a:ln w="38100">
            <a:solidFill>
              <a:srgbClr val="A676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C1865A0B-D53B-C121-99C6-C78B0E48DD3F}"/>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CA3B26BA-F5DB-E511-8D03-6483FC882A07}"/>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6D1FE92B-41B5-A0C3-E4E3-6B9361EF937F}"/>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graphicFrame>
        <p:nvGraphicFramePr>
          <p:cNvPr id="9" name="Table 8">
            <a:extLst>
              <a:ext uri="{FF2B5EF4-FFF2-40B4-BE49-F238E27FC236}">
                <a16:creationId xmlns:a16="http://schemas.microsoft.com/office/drawing/2014/main" id="{0E099167-A50F-4487-A303-DB8FE89A06BA}"/>
              </a:ext>
            </a:extLst>
          </p:cNvPr>
          <p:cNvGraphicFramePr>
            <a:graphicFrameLocks noGrp="1"/>
          </p:cNvGraphicFramePr>
          <p:nvPr>
            <p:extLst>
              <p:ext uri="{D42A27DB-BD31-4B8C-83A1-F6EECF244321}">
                <p14:modId xmlns:p14="http://schemas.microsoft.com/office/powerpoint/2010/main" val="1300515094"/>
              </p:ext>
            </p:extLst>
          </p:nvPr>
        </p:nvGraphicFramePr>
        <p:xfrm>
          <a:off x="1126373" y="1783080"/>
          <a:ext cx="9867448" cy="3451071"/>
        </p:xfrm>
        <a:graphic>
          <a:graphicData uri="http://schemas.openxmlformats.org/drawingml/2006/table">
            <a:tbl>
              <a:tblPr/>
              <a:tblGrid>
                <a:gridCol w="1233431">
                  <a:extLst>
                    <a:ext uri="{9D8B030D-6E8A-4147-A177-3AD203B41FA5}">
                      <a16:colId xmlns:a16="http://schemas.microsoft.com/office/drawing/2014/main" val="2044298115"/>
                    </a:ext>
                  </a:extLst>
                </a:gridCol>
                <a:gridCol w="1233431">
                  <a:extLst>
                    <a:ext uri="{9D8B030D-6E8A-4147-A177-3AD203B41FA5}">
                      <a16:colId xmlns:a16="http://schemas.microsoft.com/office/drawing/2014/main" val="1978831098"/>
                    </a:ext>
                  </a:extLst>
                </a:gridCol>
                <a:gridCol w="1233431">
                  <a:extLst>
                    <a:ext uri="{9D8B030D-6E8A-4147-A177-3AD203B41FA5}">
                      <a16:colId xmlns:a16="http://schemas.microsoft.com/office/drawing/2014/main" val="473519547"/>
                    </a:ext>
                  </a:extLst>
                </a:gridCol>
                <a:gridCol w="1233431">
                  <a:extLst>
                    <a:ext uri="{9D8B030D-6E8A-4147-A177-3AD203B41FA5}">
                      <a16:colId xmlns:a16="http://schemas.microsoft.com/office/drawing/2014/main" val="1522225375"/>
                    </a:ext>
                  </a:extLst>
                </a:gridCol>
                <a:gridCol w="1233431">
                  <a:extLst>
                    <a:ext uri="{9D8B030D-6E8A-4147-A177-3AD203B41FA5}">
                      <a16:colId xmlns:a16="http://schemas.microsoft.com/office/drawing/2014/main" val="4270417173"/>
                    </a:ext>
                  </a:extLst>
                </a:gridCol>
                <a:gridCol w="1233431">
                  <a:extLst>
                    <a:ext uri="{9D8B030D-6E8A-4147-A177-3AD203B41FA5}">
                      <a16:colId xmlns:a16="http://schemas.microsoft.com/office/drawing/2014/main" val="620715096"/>
                    </a:ext>
                  </a:extLst>
                </a:gridCol>
                <a:gridCol w="1233431">
                  <a:extLst>
                    <a:ext uri="{9D8B030D-6E8A-4147-A177-3AD203B41FA5}">
                      <a16:colId xmlns:a16="http://schemas.microsoft.com/office/drawing/2014/main" val="3994540496"/>
                    </a:ext>
                  </a:extLst>
                </a:gridCol>
                <a:gridCol w="1233431">
                  <a:extLst>
                    <a:ext uri="{9D8B030D-6E8A-4147-A177-3AD203B41FA5}">
                      <a16:colId xmlns:a16="http://schemas.microsoft.com/office/drawing/2014/main" val="130819630"/>
                    </a:ext>
                  </a:extLst>
                </a:gridCol>
              </a:tblGrid>
              <a:tr h="1271447">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Game ID</a:t>
                      </a:r>
                    </a:p>
                  </a:txBody>
                  <a:tcPr anchor="ctr">
                    <a:lnL>
                      <a:noFill/>
                    </a:lnL>
                    <a:lnR w="38100" cap="flat" cmpd="sng" algn="ctr">
                      <a:solidFill>
                        <a:srgbClr val="FFC400"/>
                      </a:solidFill>
                      <a:prstDash val="solid"/>
                      <a:round/>
                      <a:headEnd type="none" w="med" len="med"/>
                      <a:tailEnd type="none" w="med" len="med"/>
                    </a:lnR>
                    <a:lnT>
                      <a:noFill/>
                    </a:lnT>
                    <a:lnB w="38100" cap="flat" cmpd="sng" algn="ctr">
                      <a:solidFill>
                        <a:srgbClr val="F66DD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Assistance setting</a:t>
                      </a:r>
                    </a:p>
                  </a:txBody>
                  <a:tcPr anchor="ctr">
                    <a:lnL w="38100" cap="flat" cmpd="sng" algn="ctr">
                      <a:solidFill>
                        <a:srgbClr val="FFC400"/>
                      </a:solidFill>
                      <a:prstDash val="solid"/>
                      <a:round/>
                      <a:headEnd type="none" w="med" len="med"/>
                      <a:tailEnd type="none" w="med" len="med"/>
                    </a:lnL>
                    <a:lnR>
                      <a:noFill/>
                    </a:lnR>
                    <a:lnT>
                      <a:noFill/>
                    </a:lnT>
                    <a:lnB w="38100" cap="flat" cmpd="sng" algn="ctr">
                      <a:solidFill>
                        <a:srgbClr val="F66DD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 time in transparent region</a:t>
                      </a:r>
                    </a:p>
                  </a:txBody>
                  <a:tcPr anchor="ctr">
                    <a:lnL>
                      <a:noFill/>
                    </a:lnL>
                    <a:lnR>
                      <a:noFill/>
                    </a:lnR>
                    <a:lnT>
                      <a:noFill/>
                    </a:lnT>
                    <a:lnB w="38100" cap="flat" cmpd="sng" algn="ctr">
                      <a:solidFill>
                        <a:srgbClr val="F66DD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Mean tracking error %</a:t>
                      </a:r>
                    </a:p>
                  </a:txBody>
                  <a:tcPr anchor="ctr">
                    <a:lnL>
                      <a:noFill/>
                    </a:lnL>
                    <a:lnR>
                      <a:noFill/>
                    </a:lnR>
                    <a:lnT>
                      <a:noFill/>
                    </a:lnT>
                    <a:lnB w="38100" cap="flat" cmpd="sng" algn="ctr">
                      <a:solidFill>
                        <a:srgbClr val="F66DD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Max tracking error %</a:t>
                      </a:r>
                    </a:p>
                  </a:txBody>
                  <a:tcPr anchor="ctr">
                    <a:lnL>
                      <a:noFill/>
                    </a:lnL>
                    <a:lnR>
                      <a:noFill/>
                    </a:lnR>
                    <a:lnT>
                      <a:noFill/>
                    </a:lnT>
                    <a:lnB w="38100" cap="flat" cmpd="sng" algn="ctr">
                      <a:solidFill>
                        <a:srgbClr val="F66DD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Mean residual torque %</a:t>
                      </a:r>
                    </a:p>
                  </a:txBody>
                  <a:tcPr anchor="ctr">
                    <a:lnL>
                      <a:noFill/>
                    </a:lnL>
                    <a:lnR>
                      <a:noFill/>
                    </a:lnR>
                    <a:lnT>
                      <a:noFill/>
                    </a:lnT>
                    <a:lnB w="38100" cap="flat" cmpd="sng" algn="ctr">
                      <a:solidFill>
                        <a:srgbClr val="F66DD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Max residual torque %</a:t>
                      </a:r>
                    </a:p>
                  </a:txBody>
                  <a:tcPr anchor="ctr">
                    <a:lnL>
                      <a:noFill/>
                    </a:lnL>
                    <a:lnR>
                      <a:noFill/>
                    </a:lnR>
                    <a:lnT>
                      <a:noFill/>
                    </a:lnT>
                    <a:lnB w="38100" cap="flat" cmpd="sng" algn="ctr">
                      <a:solidFill>
                        <a:srgbClr val="F66DD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Assistance activations</a:t>
                      </a:r>
                    </a:p>
                  </a:txBody>
                  <a:tcPr anchor="ctr">
                    <a:lnL>
                      <a:noFill/>
                    </a:lnL>
                    <a:lnR>
                      <a:noFill/>
                    </a:lnR>
                    <a:lnT>
                      <a:noFill/>
                    </a:lnT>
                    <a:lnB w="38100" cap="flat" cmpd="sng" algn="ctr">
                      <a:solidFill>
                        <a:srgbClr val="F66DD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7096013"/>
                  </a:ext>
                </a:extLst>
              </a:tr>
              <a:tr h="544906">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Game 1</a:t>
                      </a:r>
                    </a:p>
                  </a:txBody>
                  <a:tcPr anchor="ctr">
                    <a:lnL>
                      <a:noFill/>
                    </a:lnL>
                    <a:lnR w="38100" cap="flat" cmpd="sng" algn="ctr">
                      <a:solidFill>
                        <a:srgbClr val="FFC400"/>
                      </a:solidFill>
                      <a:prstDash val="solid"/>
                      <a:round/>
                      <a:headEnd type="none" w="med" len="med"/>
                      <a:tailEnd type="none" w="med" len="med"/>
                    </a:lnR>
                    <a:lnT w="38100" cap="flat" cmpd="sng" algn="ctr">
                      <a:solidFill>
                        <a:srgbClr val="F66DD5"/>
                      </a:solidFill>
                      <a:prstDash val="solid"/>
                      <a:round/>
                      <a:headEnd type="none" w="med" len="med"/>
                      <a:tailEnd type="none" w="med" len="med"/>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Off</a:t>
                      </a:r>
                    </a:p>
                  </a:txBody>
                  <a:tcPr anchor="ctr">
                    <a:lnL w="38100" cap="flat" cmpd="sng" algn="ctr">
                      <a:solidFill>
                        <a:srgbClr val="FFC400"/>
                      </a:solidFill>
                      <a:prstDash val="solid"/>
                      <a:round/>
                      <a:headEnd type="none" w="med" len="med"/>
                      <a:tailEnd type="none" w="med" len="med"/>
                    </a:lnL>
                    <a:lnR>
                      <a:noFill/>
                    </a:lnR>
                    <a:lnT w="38100" cap="flat" cmpd="sng" algn="ctr">
                      <a:solidFill>
                        <a:srgbClr val="F66DD5"/>
                      </a:solidFill>
                      <a:prstDash val="solid"/>
                      <a:round/>
                      <a:headEnd type="none" w="med" len="med"/>
                      <a:tailEnd type="none" w="med" len="med"/>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100.0</a:t>
                      </a:r>
                    </a:p>
                  </a:txBody>
                  <a:tcPr anchor="ctr">
                    <a:lnL>
                      <a:noFill/>
                    </a:lnL>
                    <a:lnR>
                      <a:noFill/>
                    </a:lnR>
                    <a:lnT w="38100" cap="flat" cmpd="sng" algn="ctr">
                      <a:solidFill>
                        <a:srgbClr val="F66DD5"/>
                      </a:solidFill>
                      <a:prstDash val="solid"/>
                      <a:round/>
                      <a:headEnd type="none" w="med" len="med"/>
                      <a:tailEnd type="none" w="med" len="med"/>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28.8</a:t>
                      </a:r>
                    </a:p>
                  </a:txBody>
                  <a:tcPr anchor="ctr">
                    <a:lnL>
                      <a:noFill/>
                    </a:lnL>
                    <a:lnR>
                      <a:noFill/>
                    </a:lnR>
                    <a:lnT w="38100" cap="flat" cmpd="sng" algn="ctr">
                      <a:solidFill>
                        <a:srgbClr val="F66DD5"/>
                      </a:solidFill>
                      <a:prstDash val="solid"/>
                      <a:round/>
                      <a:headEnd type="none" w="med" len="med"/>
                      <a:tailEnd type="none" w="med" len="med"/>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93.0</a:t>
                      </a:r>
                    </a:p>
                  </a:txBody>
                  <a:tcPr anchor="ctr">
                    <a:lnL>
                      <a:noFill/>
                    </a:lnL>
                    <a:lnR>
                      <a:noFill/>
                    </a:lnR>
                    <a:lnT w="38100" cap="flat" cmpd="sng" algn="ctr">
                      <a:solidFill>
                        <a:srgbClr val="F66DD5"/>
                      </a:solidFill>
                      <a:prstDash val="solid"/>
                      <a:round/>
                      <a:headEnd type="none" w="med" len="med"/>
                      <a:tailEnd type="none" w="med" len="med"/>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4.2</a:t>
                      </a:r>
                    </a:p>
                  </a:txBody>
                  <a:tcPr anchor="ctr">
                    <a:lnL>
                      <a:noFill/>
                    </a:lnL>
                    <a:lnR>
                      <a:noFill/>
                    </a:lnR>
                    <a:lnT w="38100" cap="flat" cmpd="sng" algn="ctr">
                      <a:solidFill>
                        <a:srgbClr val="F66DD5"/>
                      </a:solidFill>
                      <a:prstDash val="solid"/>
                      <a:round/>
                      <a:headEnd type="none" w="med" len="med"/>
                      <a:tailEnd type="none" w="med" len="med"/>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46.2</a:t>
                      </a:r>
                    </a:p>
                  </a:txBody>
                  <a:tcPr anchor="ctr">
                    <a:lnL>
                      <a:noFill/>
                    </a:lnL>
                    <a:lnR>
                      <a:noFill/>
                    </a:lnR>
                    <a:lnT w="38100" cap="flat" cmpd="sng" algn="ctr">
                      <a:solidFill>
                        <a:srgbClr val="F66DD5"/>
                      </a:solidFill>
                      <a:prstDash val="solid"/>
                      <a:round/>
                      <a:headEnd type="none" w="med" len="med"/>
                      <a:tailEnd type="none" w="med" len="med"/>
                    </a:lnT>
                    <a:lnB>
                      <a:noFill/>
                    </a:lnB>
                    <a:noFill/>
                  </a:tcPr>
                </a:tc>
                <a:tc>
                  <a:txBody>
                    <a:bodyPr/>
                    <a:lstStyle/>
                    <a:p>
                      <a:pPr algn="ctr">
                        <a:buNone/>
                      </a:pPr>
                      <a:r>
                        <a:rPr lang="en-US" sz="1400" dirty="0">
                          <a:solidFill>
                            <a:schemeClr val="bg1"/>
                          </a:solidFill>
                          <a:latin typeface="Poppins" panose="00000500000000000000" pitchFamily="2" charset="0"/>
                          <a:cs typeface="Poppins" panose="00000500000000000000" pitchFamily="2" charset="0"/>
                        </a:rPr>
                        <a:t>0</a:t>
                      </a:r>
                    </a:p>
                  </a:txBody>
                  <a:tcPr anchor="ctr">
                    <a:lnL>
                      <a:noFill/>
                    </a:lnL>
                    <a:lnR>
                      <a:noFill/>
                    </a:lnR>
                    <a:lnT w="38100" cap="flat" cmpd="sng" algn="ctr">
                      <a:solidFill>
                        <a:srgbClr val="F66DD5"/>
                      </a:solidFill>
                      <a:prstDash val="solid"/>
                      <a:round/>
                      <a:headEnd type="none" w="med" len="med"/>
                      <a:tailEnd type="none" w="med" len="med"/>
                    </a:lnT>
                    <a:lnB>
                      <a:noFill/>
                    </a:lnB>
                    <a:noFill/>
                  </a:tcPr>
                </a:tc>
                <a:extLst>
                  <a:ext uri="{0D108BD9-81ED-4DB2-BD59-A6C34878D82A}">
                    <a16:rowId xmlns:a16="http://schemas.microsoft.com/office/drawing/2014/main" val="1704996163"/>
                  </a:ext>
                </a:extLst>
              </a:tr>
              <a:tr h="544906">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Game 2</a:t>
                      </a:r>
                    </a:p>
                  </a:txBody>
                  <a:tcPr anchor="ctr">
                    <a:lnL>
                      <a:noFill/>
                    </a:lnL>
                    <a:lnR w="38100" cap="flat" cmpd="sng" algn="ctr">
                      <a:solidFill>
                        <a:srgbClr val="FFC400"/>
                      </a:solidFill>
                      <a:prstDash val="solid"/>
                      <a:round/>
                      <a:headEnd type="none" w="med" len="med"/>
                      <a:tailEnd type="none" w="med" len="med"/>
                    </a:lnR>
                    <a:lnT>
                      <a:noFill/>
                    </a:lnT>
                    <a:lnB>
                      <a:noFill/>
                    </a:lnB>
                    <a:noFill/>
                  </a:tcPr>
                </a:tc>
                <a:tc>
                  <a:txBody>
                    <a:bodyPr/>
                    <a:lstStyle/>
                    <a:p>
                      <a:pPr algn="ctr">
                        <a:buNone/>
                      </a:pPr>
                      <a:r>
                        <a:rPr lang="en-US" sz="1400" dirty="0">
                          <a:solidFill>
                            <a:schemeClr val="bg1"/>
                          </a:solidFill>
                          <a:latin typeface="Poppins" panose="00000500000000000000" pitchFamily="2" charset="0"/>
                          <a:cs typeface="Poppins" panose="00000500000000000000" pitchFamily="2" charset="0"/>
                        </a:rPr>
                        <a:t>Low</a:t>
                      </a:r>
                    </a:p>
                  </a:txBody>
                  <a:tcPr anchor="ctr">
                    <a:lnL w="38100" cap="flat" cmpd="sng" algn="ctr">
                      <a:solidFill>
                        <a:srgbClr val="FFC400"/>
                      </a:solidFill>
                      <a:prstDash val="solid"/>
                      <a:round/>
                      <a:headEnd type="none" w="med" len="med"/>
                      <a:tailEnd type="none" w="med" len="med"/>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91.8</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18.9</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72.0</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3.7</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16.6</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9</a:t>
                      </a:r>
                    </a:p>
                  </a:txBody>
                  <a:tcPr anchor="ctr">
                    <a:lnL>
                      <a:noFill/>
                    </a:lnL>
                    <a:lnR>
                      <a:noFill/>
                    </a:lnR>
                    <a:lnT>
                      <a:noFill/>
                    </a:lnT>
                    <a:lnB>
                      <a:noFill/>
                    </a:lnB>
                    <a:noFill/>
                  </a:tcPr>
                </a:tc>
                <a:extLst>
                  <a:ext uri="{0D108BD9-81ED-4DB2-BD59-A6C34878D82A}">
                    <a16:rowId xmlns:a16="http://schemas.microsoft.com/office/drawing/2014/main" val="3955763203"/>
                  </a:ext>
                </a:extLst>
              </a:tr>
              <a:tr h="544906">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Game 3</a:t>
                      </a:r>
                    </a:p>
                  </a:txBody>
                  <a:tcPr anchor="ctr">
                    <a:lnL>
                      <a:noFill/>
                    </a:lnL>
                    <a:lnR w="38100" cap="flat" cmpd="sng" algn="ctr">
                      <a:solidFill>
                        <a:srgbClr val="FFC400"/>
                      </a:solidFill>
                      <a:prstDash val="solid"/>
                      <a:round/>
                      <a:headEnd type="none" w="med" len="med"/>
                      <a:tailEnd type="none" w="med" len="med"/>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Medium</a:t>
                      </a:r>
                    </a:p>
                  </a:txBody>
                  <a:tcPr anchor="ctr">
                    <a:lnL w="38100" cap="flat" cmpd="sng" algn="ctr">
                      <a:solidFill>
                        <a:srgbClr val="FFC400"/>
                      </a:solidFill>
                      <a:prstDash val="solid"/>
                      <a:round/>
                      <a:headEnd type="none" w="med" len="med"/>
                      <a:tailEnd type="none" w="med" len="med"/>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51.7</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25.5</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85.9</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3.4</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18.2</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48</a:t>
                      </a:r>
                    </a:p>
                  </a:txBody>
                  <a:tcPr anchor="ctr">
                    <a:lnL>
                      <a:noFill/>
                    </a:lnL>
                    <a:lnR>
                      <a:noFill/>
                    </a:lnR>
                    <a:lnT>
                      <a:noFill/>
                    </a:lnT>
                    <a:lnB>
                      <a:noFill/>
                    </a:lnB>
                    <a:noFill/>
                  </a:tcPr>
                </a:tc>
                <a:extLst>
                  <a:ext uri="{0D108BD9-81ED-4DB2-BD59-A6C34878D82A}">
                    <a16:rowId xmlns:a16="http://schemas.microsoft.com/office/drawing/2014/main" val="3657010126"/>
                  </a:ext>
                </a:extLst>
              </a:tr>
              <a:tr h="544906">
                <a:tc>
                  <a:txBody>
                    <a:bodyPr/>
                    <a:lstStyle/>
                    <a:p>
                      <a:pPr algn="ctr">
                        <a:buNone/>
                      </a:pPr>
                      <a:r>
                        <a:rPr lang="en-US" sz="1400" b="1" dirty="0">
                          <a:solidFill>
                            <a:srgbClr val="002060"/>
                          </a:solidFill>
                          <a:latin typeface="Poppins" panose="00000500000000000000" pitchFamily="2" charset="0"/>
                          <a:cs typeface="Poppins" panose="00000500000000000000" pitchFamily="2" charset="0"/>
                        </a:rPr>
                        <a:t>Game 4</a:t>
                      </a:r>
                    </a:p>
                  </a:txBody>
                  <a:tcPr anchor="ctr">
                    <a:lnL>
                      <a:noFill/>
                    </a:lnL>
                    <a:lnR w="38100" cap="flat" cmpd="sng" algn="ctr">
                      <a:solidFill>
                        <a:srgbClr val="FFC400"/>
                      </a:solidFill>
                      <a:prstDash val="solid"/>
                      <a:round/>
                      <a:headEnd type="none" w="med" len="med"/>
                      <a:tailEnd type="none" w="med" len="med"/>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High</a:t>
                      </a:r>
                    </a:p>
                  </a:txBody>
                  <a:tcPr anchor="ctr">
                    <a:lnL w="38100" cap="flat" cmpd="sng" algn="ctr">
                      <a:solidFill>
                        <a:srgbClr val="FFC400"/>
                      </a:solidFill>
                      <a:prstDash val="solid"/>
                      <a:round/>
                      <a:headEnd type="none" w="med" len="med"/>
                      <a:tailEnd type="none" w="med" len="med"/>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29.2</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19.7</a:t>
                      </a:r>
                    </a:p>
                  </a:txBody>
                  <a:tcPr anchor="ctr">
                    <a:lnL>
                      <a:noFill/>
                    </a:lnL>
                    <a:lnR>
                      <a:noFill/>
                    </a:lnR>
                    <a:lnT>
                      <a:noFill/>
                    </a:lnT>
                    <a:lnB>
                      <a:noFill/>
                    </a:lnB>
                    <a:noFill/>
                  </a:tcPr>
                </a:tc>
                <a:tc>
                  <a:txBody>
                    <a:bodyPr/>
                    <a:lstStyle/>
                    <a:p>
                      <a:pPr algn="ctr">
                        <a:buNone/>
                      </a:pPr>
                      <a:r>
                        <a:rPr lang="en-US" sz="1400" dirty="0">
                          <a:solidFill>
                            <a:schemeClr val="bg1"/>
                          </a:solidFill>
                          <a:latin typeface="Poppins" panose="00000500000000000000" pitchFamily="2" charset="0"/>
                          <a:cs typeface="Poppins" panose="00000500000000000000" pitchFamily="2" charset="0"/>
                        </a:rPr>
                        <a:t>58.0</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3.8</a:t>
                      </a:r>
                    </a:p>
                  </a:txBody>
                  <a:tcPr anchor="ctr">
                    <a:lnL>
                      <a:noFill/>
                    </a:lnL>
                    <a:lnR>
                      <a:noFill/>
                    </a:lnR>
                    <a:lnT>
                      <a:noFill/>
                    </a:lnT>
                    <a:lnB>
                      <a:noFill/>
                    </a:lnB>
                    <a:noFill/>
                  </a:tcPr>
                </a:tc>
                <a:tc>
                  <a:txBody>
                    <a:bodyPr/>
                    <a:lstStyle/>
                    <a:p>
                      <a:pPr algn="ctr">
                        <a:buNone/>
                      </a:pPr>
                      <a:r>
                        <a:rPr lang="en-US" sz="1400">
                          <a:solidFill>
                            <a:schemeClr val="bg1"/>
                          </a:solidFill>
                          <a:latin typeface="Poppins" panose="00000500000000000000" pitchFamily="2" charset="0"/>
                          <a:cs typeface="Poppins" panose="00000500000000000000" pitchFamily="2" charset="0"/>
                        </a:rPr>
                        <a:t>20.8</a:t>
                      </a:r>
                    </a:p>
                  </a:txBody>
                  <a:tcPr anchor="ctr">
                    <a:lnL>
                      <a:noFill/>
                    </a:lnL>
                    <a:lnR>
                      <a:noFill/>
                    </a:lnR>
                    <a:lnT>
                      <a:noFill/>
                    </a:lnT>
                    <a:lnB>
                      <a:noFill/>
                    </a:lnB>
                    <a:noFill/>
                  </a:tcPr>
                </a:tc>
                <a:tc>
                  <a:txBody>
                    <a:bodyPr/>
                    <a:lstStyle/>
                    <a:p>
                      <a:pPr algn="ctr">
                        <a:buNone/>
                      </a:pPr>
                      <a:r>
                        <a:rPr lang="en-US" sz="1400" dirty="0">
                          <a:solidFill>
                            <a:schemeClr val="bg1"/>
                          </a:solidFill>
                          <a:latin typeface="Poppins" panose="00000500000000000000" pitchFamily="2" charset="0"/>
                          <a:cs typeface="Poppins" panose="00000500000000000000" pitchFamily="2" charset="0"/>
                        </a:rPr>
                        <a:t>64</a:t>
                      </a:r>
                    </a:p>
                  </a:txBody>
                  <a:tcPr anchor="ctr">
                    <a:lnL>
                      <a:noFill/>
                    </a:lnL>
                    <a:lnR>
                      <a:noFill/>
                    </a:lnR>
                    <a:lnT>
                      <a:noFill/>
                    </a:lnT>
                    <a:lnB>
                      <a:noFill/>
                    </a:lnB>
                    <a:noFill/>
                  </a:tcPr>
                </a:tc>
                <a:extLst>
                  <a:ext uri="{0D108BD9-81ED-4DB2-BD59-A6C34878D82A}">
                    <a16:rowId xmlns:a16="http://schemas.microsoft.com/office/drawing/2014/main" val="2602968303"/>
                  </a:ext>
                </a:extLst>
              </a:tr>
            </a:tbl>
          </a:graphicData>
        </a:graphic>
      </p:graphicFrame>
      <p:sp>
        <p:nvSpPr>
          <p:cNvPr id="12" name="TextBox 11">
            <a:extLst>
              <a:ext uri="{FF2B5EF4-FFF2-40B4-BE49-F238E27FC236}">
                <a16:creationId xmlns:a16="http://schemas.microsoft.com/office/drawing/2014/main" id="{AB00F819-7FE3-FCD8-E781-DF98FD6B76A6}"/>
              </a:ext>
            </a:extLst>
          </p:cNvPr>
          <p:cNvSpPr txBox="1"/>
          <p:nvPr/>
        </p:nvSpPr>
        <p:spPr>
          <a:xfrm>
            <a:off x="979228" y="676339"/>
            <a:ext cx="9867448" cy="523220"/>
          </a:xfrm>
          <a:prstGeom prst="rect">
            <a:avLst/>
          </a:prstGeom>
          <a:noFill/>
        </p:spPr>
        <p:txBody>
          <a:bodyPr wrap="square">
            <a:spAutoFit/>
          </a:bodyPr>
          <a:lstStyle/>
          <a:p>
            <a:r>
              <a:rPr lang="en-US" sz="2800" b="1" dirty="0">
                <a:solidFill>
                  <a:srgbClr val="002060"/>
                </a:solidFill>
                <a:latin typeface="Poppins" panose="00000500000000000000" pitchFamily="2" charset="0"/>
                <a:cs typeface="Poppins" panose="00000500000000000000" pitchFamily="2" charset="0"/>
              </a:rPr>
              <a:t>Performance Summary Across Assistance Settings</a:t>
            </a:r>
          </a:p>
        </p:txBody>
      </p:sp>
    </p:spTree>
    <p:extLst>
      <p:ext uri="{BB962C8B-B14F-4D97-AF65-F5344CB8AC3E}">
        <p14:creationId xmlns:p14="http://schemas.microsoft.com/office/powerpoint/2010/main" val="3604746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 name="Text 8"/>
          <p:cNvSpPr/>
          <p:nvPr/>
        </p:nvSpPr>
        <p:spPr>
          <a:xfrm>
            <a:off x="411480" y="320040"/>
            <a:ext cx="1005840" cy="502920"/>
          </a:xfrm>
          <a:prstGeom prst="rect">
            <a:avLst/>
          </a:prstGeom>
          <a:noFill/>
          <a:ln/>
        </p:spPr>
        <p:txBody>
          <a:bodyPr wrap="square" lIns="0" tIns="0" rIns="0" bIns="0" rtlCol="0" anchor="ctr"/>
          <a:lstStyle/>
          <a:p>
            <a:pPr marL="0" indent="0">
              <a:buNone/>
            </a:pPr>
            <a:r>
              <a:rPr lang="en-US" sz="3800" b="1" dirty="0">
                <a:solidFill>
                  <a:srgbClr val="5AA7FF"/>
                </a:solidFill>
                <a:latin typeface="Poppins" panose="00000500000000000000" pitchFamily="2" charset="0"/>
                <a:ea typeface="Arial Narrow" pitchFamily="34" charset="-122"/>
                <a:cs typeface="Poppins" panose="00000500000000000000" pitchFamily="2" charset="0"/>
              </a:rPr>
              <a:t>05.</a:t>
            </a:r>
            <a:endParaRPr lang="en-US" sz="3800" dirty="0">
              <a:solidFill>
                <a:srgbClr val="5AA7FF"/>
              </a:solidFill>
              <a:latin typeface="Poppins" panose="00000500000000000000" pitchFamily="2" charset="0"/>
              <a:cs typeface="Poppins" panose="00000500000000000000" pitchFamily="2" charset="0"/>
            </a:endParaRPr>
          </a:p>
        </p:txBody>
      </p:sp>
      <p:sp>
        <p:nvSpPr>
          <p:cNvPr id="11" name="Text 9"/>
          <p:cNvSpPr/>
          <p:nvPr/>
        </p:nvSpPr>
        <p:spPr>
          <a:xfrm>
            <a:off x="1417320" y="310896"/>
            <a:ext cx="9509760" cy="594360"/>
          </a:xfrm>
          <a:prstGeom prst="rect">
            <a:avLst/>
          </a:prstGeom>
          <a:noFill/>
          <a:ln/>
        </p:spPr>
        <p:txBody>
          <a:bodyPr wrap="square" lIns="0" tIns="0" rIns="0" bIns="0" rtlCol="0" anchor="ctr">
            <a:normAutofit fontScale="85000" lnSpcReduction="10000"/>
          </a:bodyPr>
          <a:lstStyle/>
          <a:p>
            <a:r>
              <a:rPr lang="en-US" sz="3700" b="1" dirty="0">
                <a:solidFill>
                  <a:srgbClr val="002060"/>
                </a:solidFill>
                <a:latin typeface="Poppins" panose="00000500000000000000" pitchFamily="2" charset="0"/>
                <a:ea typeface="Arial Narrow" pitchFamily="34" charset="-122"/>
                <a:cs typeface="Poppins" panose="00000500000000000000" pitchFamily="2" charset="0"/>
              </a:rPr>
              <a:t>ADAPTIVE HELP BASED ON USER PERFORMANCE</a:t>
            </a:r>
            <a:endParaRPr lang="en-US" sz="3700" dirty="0">
              <a:solidFill>
                <a:srgbClr val="002060"/>
              </a:solidFill>
              <a:latin typeface="Poppins" panose="00000500000000000000" pitchFamily="2" charset="0"/>
              <a:cs typeface="Poppins" panose="00000500000000000000" pitchFamily="2" charset="0"/>
            </a:endParaRPr>
          </a:p>
        </p:txBody>
      </p:sp>
      <p:sp>
        <p:nvSpPr>
          <p:cNvPr id="12" name="Text 10"/>
          <p:cNvSpPr/>
          <p:nvPr/>
        </p:nvSpPr>
        <p:spPr>
          <a:xfrm>
            <a:off x="502920" y="987552"/>
            <a:ext cx="10241280" cy="292608"/>
          </a:xfrm>
          <a:prstGeom prst="rect">
            <a:avLst/>
          </a:prstGeom>
          <a:noFill/>
          <a:ln/>
        </p:spPr>
        <p:txBody>
          <a:bodyPr wrap="square" lIns="0" tIns="0" rIns="0" bIns="0" rtlCol="0" anchor="ctr"/>
          <a:lstStyle/>
          <a:p>
            <a:pPr marL="0" indent="0">
              <a:buNone/>
            </a:pPr>
            <a:r>
              <a:rPr lang="en-US" sz="1550" b="1" dirty="0">
                <a:solidFill>
                  <a:srgbClr val="002060"/>
                </a:solidFill>
                <a:latin typeface="Poppins" panose="00000500000000000000" pitchFamily="2" charset="0"/>
                <a:ea typeface="Aptos" pitchFamily="34" charset="-122"/>
                <a:cs typeface="Poppins" panose="00000500000000000000" pitchFamily="2" charset="0"/>
              </a:rPr>
              <a:t>Performance indicators can be used to encourage more autonomous movement.</a:t>
            </a:r>
            <a:endParaRPr lang="en-US" sz="1550" dirty="0">
              <a:solidFill>
                <a:srgbClr val="002060"/>
              </a:solidFill>
              <a:latin typeface="Poppins" panose="00000500000000000000" pitchFamily="2" charset="0"/>
              <a:cs typeface="Poppins" panose="00000500000000000000" pitchFamily="2" charset="0"/>
            </a:endParaRPr>
          </a:p>
        </p:txBody>
      </p:sp>
      <p:sp>
        <p:nvSpPr>
          <p:cNvPr id="3" name="Shape 55">
            <a:extLst>
              <a:ext uri="{FF2B5EF4-FFF2-40B4-BE49-F238E27FC236}">
                <a16:creationId xmlns:a16="http://schemas.microsoft.com/office/drawing/2014/main" id="{A77A9BFE-408D-442F-6C30-A91FC98668D7}"/>
              </a:ext>
            </a:extLst>
          </p:cNvPr>
          <p:cNvSpPr/>
          <p:nvPr/>
        </p:nvSpPr>
        <p:spPr>
          <a:xfrm>
            <a:off x="11292840" y="633679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8" name="Shape 56">
            <a:extLst>
              <a:ext uri="{FF2B5EF4-FFF2-40B4-BE49-F238E27FC236}">
                <a16:creationId xmlns:a16="http://schemas.microsoft.com/office/drawing/2014/main" id="{877339E7-7A22-7282-1D96-2447438E9669}"/>
              </a:ext>
            </a:extLst>
          </p:cNvPr>
          <p:cNvSpPr/>
          <p:nvPr/>
        </p:nvSpPr>
        <p:spPr>
          <a:xfrm>
            <a:off x="11292840" y="640537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0" name="Shape 57">
            <a:extLst>
              <a:ext uri="{FF2B5EF4-FFF2-40B4-BE49-F238E27FC236}">
                <a16:creationId xmlns:a16="http://schemas.microsoft.com/office/drawing/2014/main" id="{41993E45-E1C2-9799-18D9-A78176B4BD59}"/>
              </a:ext>
            </a:extLst>
          </p:cNvPr>
          <p:cNvSpPr/>
          <p:nvPr/>
        </p:nvSpPr>
        <p:spPr>
          <a:xfrm>
            <a:off x="11292840" y="647395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2" name="Shape 58">
            <a:extLst>
              <a:ext uri="{FF2B5EF4-FFF2-40B4-BE49-F238E27FC236}">
                <a16:creationId xmlns:a16="http://schemas.microsoft.com/office/drawing/2014/main" id="{ADB2B8B6-4CAD-1C78-DEF0-D2CF37A6EEF4}"/>
              </a:ext>
            </a:extLst>
          </p:cNvPr>
          <p:cNvSpPr/>
          <p:nvPr/>
        </p:nvSpPr>
        <p:spPr>
          <a:xfrm>
            <a:off x="11292840" y="654253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4" name="Shape 59">
            <a:extLst>
              <a:ext uri="{FF2B5EF4-FFF2-40B4-BE49-F238E27FC236}">
                <a16:creationId xmlns:a16="http://schemas.microsoft.com/office/drawing/2014/main" id="{010060CA-765A-4C24-E1EB-E7D6699FB922}"/>
              </a:ext>
            </a:extLst>
          </p:cNvPr>
          <p:cNvSpPr/>
          <p:nvPr/>
        </p:nvSpPr>
        <p:spPr>
          <a:xfrm>
            <a:off x="11361420" y="633679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6" name="Shape 60">
            <a:extLst>
              <a:ext uri="{FF2B5EF4-FFF2-40B4-BE49-F238E27FC236}">
                <a16:creationId xmlns:a16="http://schemas.microsoft.com/office/drawing/2014/main" id="{235BDD46-0A2D-D936-90FC-5217FCF4B373}"/>
              </a:ext>
            </a:extLst>
          </p:cNvPr>
          <p:cNvSpPr/>
          <p:nvPr/>
        </p:nvSpPr>
        <p:spPr>
          <a:xfrm>
            <a:off x="11361420" y="640537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8" name="Shape 61">
            <a:extLst>
              <a:ext uri="{FF2B5EF4-FFF2-40B4-BE49-F238E27FC236}">
                <a16:creationId xmlns:a16="http://schemas.microsoft.com/office/drawing/2014/main" id="{FDEECCA4-BAAF-2977-EDA3-1477555D5300}"/>
              </a:ext>
            </a:extLst>
          </p:cNvPr>
          <p:cNvSpPr/>
          <p:nvPr/>
        </p:nvSpPr>
        <p:spPr>
          <a:xfrm>
            <a:off x="11361420" y="647395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0" name="Shape 62">
            <a:extLst>
              <a:ext uri="{FF2B5EF4-FFF2-40B4-BE49-F238E27FC236}">
                <a16:creationId xmlns:a16="http://schemas.microsoft.com/office/drawing/2014/main" id="{609DD82B-370C-7091-0CC1-5C6E94690A9F}"/>
              </a:ext>
            </a:extLst>
          </p:cNvPr>
          <p:cNvSpPr/>
          <p:nvPr/>
        </p:nvSpPr>
        <p:spPr>
          <a:xfrm>
            <a:off x="11361420" y="654253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2" name="Shape 63">
            <a:extLst>
              <a:ext uri="{FF2B5EF4-FFF2-40B4-BE49-F238E27FC236}">
                <a16:creationId xmlns:a16="http://schemas.microsoft.com/office/drawing/2014/main" id="{F153158E-E682-5ADF-91BC-5091D97BAEB4}"/>
              </a:ext>
            </a:extLst>
          </p:cNvPr>
          <p:cNvSpPr/>
          <p:nvPr/>
        </p:nvSpPr>
        <p:spPr>
          <a:xfrm>
            <a:off x="11430000" y="633679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4" name="Shape 64">
            <a:extLst>
              <a:ext uri="{FF2B5EF4-FFF2-40B4-BE49-F238E27FC236}">
                <a16:creationId xmlns:a16="http://schemas.microsoft.com/office/drawing/2014/main" id="{6A8FF8CB-8033-59A8-A4A2-112BBBE22C09}"/>
              </a:ext>
            </a:extLst>
          </p:cNvPr>
          <p:cNvSpPr/>
          <p:nvPr/>
        </p:nvSpPr>
        <p:spPr>
          <a:xfrm>
            <a:off x="11430000" y="640537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6" name="Shape 65">
            <a:extLst>
              <a:ext uri="{FF2B5EF4-FFF2-40B4-BE49-F238E27FC236}">
                <a16:creationId xmlns:a16="http://schemas.microsoft.com/office/drawing/2014/main" id="{00FE5BCB-3CAB-AEBC-4DAE-7FC3C5EBA89B}"/>
              </a:ext>
            </a:extLst>
          </p:cNvPr>
          <p:cNvSpPr/>
          <p:nvPr/>
        </p:nvSpPr>
        <p:spPr>
          <a:xfrm>
            <a:off x="11430000" y="647395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8" name="Shape 66">
            <a:extLst>
              <a:ext uri="{FF2B5EF4-FFF2-40B4-BE49-F238E27FC236}">
                <a16:creationId xmlns:a16="http://schemas.microsoft.com/office/drawing/2014/main" id="{B0D97836-E6CA-F46A-46BE-B05C020D78FE}"/>
              </a:ext>
            </a:extLst>
          </p:cNvPr>
          <p:cNvSpPr/>
          <p:nvPr/>
        </p:nvSpPr>
        <p:spPr>
          <a:xfrm>
            <a:off x="11430000" y="654253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0" name="Shape 67">
            <a:extLst>
              <a:ext uri="{FF2B5EF4-FFF2-40B4-BE49-F238E27FC236}">
                <a16:creationId xmlns:a16="http://schemas.microsoft.com/office/drawing/2014/main" id="{E34D4EFD-F0C8-EE90-3CDD-E3A85D0A17BF}"/>
              </a:ext>
            </a:extLst>
          </p:cNvPr>
          <p:cNvSpPr/>
          <p:nvPr/>
        </p:nvSpPr>
        <p:spPr>
          <a:xfrm>
            <a:off x="11498580" y="633679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2" name="Shape 68">
            <a:extLst>
              <a:ext uri="{FF2B5EF4-FFF2-40B4-BE49-F238E27FC236}">
                <a16:creationId xmlns:a16="http://schemas.microsoft.com/office/drawing/2014/main" id="{37FEC0F5-E991-990C-D125-F46A5AAAD311}"/>
              </a:ext>
            </a:extLst>
          </p:cNvPr>
          <p:cNvSpPr/>
          <p:nvPr/>
        </p:nvSpPr>
        <p:spPr>
          <a:xfrm>
            <a:off x="11498580" y="640537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4" name="Shape 69">
            <a:extLst>
              <a:ext uri="{FF2B5EF4-FFF2-40B4-BE49-F238E27FC236}">
                <a16:creationId xmlns:a16="http://schemas.microsoft.com/office/drawing/2014/main" id="{65606E48-EB56-952A-5A4C-6172001D3D57}"/>
              </a:ext>
            </a:extLst>
          </p:cNvPr>
          <p:cNvSpPr/>
          <p:nvPr/>
        </p:nvSpPr>
        <p:spPr>
          <a:xfrm>
            <a:off x="11498580" y="647395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6" name="Shape 70">
            <a:extLst>
              <a:ext uri="{FF2B5EF4-FFF2-40B4-BE49-F238E27FC236}">
                <a16:creationId xmlns:a16="http://schemas.microsoft.com/office/drawing/2014/main" id="{2B554208-BB89-6364-1AE2-A0FD13284599}"/>
              </a:ext>
            </a:extLst>
          </p:cNvPr>
          <p:cNvSpPr/>
          <p:nvPr/>
        </p:nvSpPr>
        <p:spPr>
          <a:xfrm>
            <a:off x="11498580" y="654253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8" name="Shape 71">
            <a:extLst>
              <a:ext uri="{FF2B5EF4-FFF2-40B4-BE49-F238E27FC236}">
                <a16:creationId xmlns:a16="http://schemas.microsoft.com/office/drawing/2014/main" id="{C4D95406-979C-6F5D-6DAC-8B10BEB6A90C}"/>
              </a:ext>
            </a:extLst>
          </p:cNvPr>
          <p:cNvSpPr/>
          <p:nvPr/>
        </p:nvSpPr>
        <p:spPr>
          <a:xfrm>
            <a:off x="11567160" y="633679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70" name="Shape 72">
            <a:extLst>
              <a:ext uri="{FF2B5EF4-FFF2-40B4-BE49-F238E27FC236}">
                <a16:creationId xmlns:a16="http://schemas.microsoft.com/office/drawing/2014/main" id="{E78CB1B9-94B8-0012-A7F0-1C59FD630DBB}"/>
              </a:ext>
            </a:extLst>
          </p:cNvPr>
          <p:cNvSpPr/>
          <p:nvPr/>
        </p:nvSpPr>
        <p:spPr>
          <a:xfrm>
            <a:off x="11567160" y="640537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72" name="Shape 73">
            <a:extLst>
              <a:ext uri="{FF2B5EF4-FFF2-40B4-BE49-F238E27FC236}">
                <a16:creationId xmlns:a16="http://schemas.microsoft.com/office/drawing/2014/main" id="{E9F87687-99EB-6A1F-1979-0C401DC06578}"/>
              </a:ext>
            </a:extLst>
          </p:cNvPr>
          <p:cNvSpPr/>
          <p:nvPr/>
        </p:nvSpPr>
        <p:spPr>
          <a:xfrm>
            <a:off x="11567160" y="647395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74" name="Shape 74">
            <a:extLst>
              <a:ext uri="{FF2B5EF4-FFF2-40B4-BE49-F238E27FC236}">
                <a16:creationId xmlns:a16="http://schemas.microsoft.com/office/drawing/2014/main" id="{BF39D449-B0F2-49C1-54A1-2855E76A4E86}"/>
              </a:ext>
            </a:extLst>
          </p:cNvPr>
          <p:cNvSpPr/>
          <p:nvPr/>
        </p:nvSpPr>
        <p:spPr>
          <a:xfrm>
            <a:off x="11567160" y="654253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76" name="Shape 75">
            <a:extLst>
              <a:ext uri="{FF2B5EF4-FFF2-40B4-BE49-F238E27FC236}">
                <a16:creationId xmlns:a16="http://schemas.microsoft.com/office/drawing/2014/main" id="{7C3B7803-A4C6-2846-7838-EBF48F907720}"/>
              </a:ext>
            </a:extLst>
          </p:cNvPr>
          <p:cNvSpPr/>
          <p:nvPr/>
        </p:nvSpPr>
        <p:spPr>
          <a:xfrm>
            <a:off x="11635740" y="633679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78" name="Shape 76">
            <a:extLst>
              <a:ext uri="{FF2B5EF4-FFF2-40B4-BE49-F238E27FC236}">
                <a16:creationId xmlns:a16="http://schemas.microsoft.com/office/drawing/2014/main" id="{A8F4C033-6F50-0440-C2BE-1D6DF23927BA}"/>
              </a:ext>
            </a:extLst>
          </p:cNvPr>
          <p:cNvSpPr/>
          <p:nvPr/>
        </p:nvSpPr>
        <p:spPr>
          <a:xfrm>
            <a:off x="11635740" y="640537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0" name="Shape 77">
            <a:extLst>
              <a:ext uri="{FF2B5EF4-FFF2-40B4-BE49-F238E27FC236}">
                <a16:creationId xmlns:a16="http://schemas.microsoft.com/office/drawing/2014/main" id="{34638359-E1AB-A18E-4815-449ABFE8F850}"/>
              </a:ext>
            </a:extLst>
          </p:cNvPr>
          <p:cNvSpPr/>
          <p:nvPr/>
        </p:nvSpPr>
        <p:spPr>
          <a:xfrm>
            <a:off x="11635740" y="647395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2" name="Shape 78">
            <a:extLst>
              <a:ext uri="{FF2B5EF4-FFF2-40B4-BE49-F238E27FC236}">
                <a16:creationId xmlns:a16="http://schemas.microsoft.com/office/drawing/2014/main" id="{C7E3F069-8A1E-744A-9AD4-6C90FD35AA20}"/>
              </a:ext>
            </a:extLst>
          </p:cNvPr>
          <p:cNvSpPr/>
          <p:nvPr/>
        </p:nvSpPr>
        <p:spPr>
          <a:xfrm>
            <a:off x="11635740" y="654253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4" name="Shape 79">
            <a:extLst>
              <a:ext uri="{FF2B5EF4-FFF2-40B4-BE49-F238E27FC236}">
                <a16:creationId xmlns:a16="http://schemas.microsoft.com/office/drawing/2014/main" id="{02D44714-7DAD-96BA-DC46-3BFA28F5F4EA}"/>
              </a:ext>
            </a:extLst>
          </p:cNvPr>
          <p:cNvSpPr/>
          <p:nvPr/>
        </p:nvSpPr>
        <p:spPr>
          <a:xfrm>
            <a:off x="11704320" y="633679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6" name="Shape 80">
            <a:extLst>
              <a:ext uri="{FF2B5EF4-FFF2-40B4-BE49-F238E27FC236}">
                <a16:creationId xmlns:a16="http://schemas.microsoft.com/office/drawing/2014/main" id="{AA3832CA-F0DD-E6A0-9E40-2E18447F500B}"/>
              </a:ext>
            </a:extLst>
          </p:cNvPr>
          <p:cNvSpPr/>
          <p:nvPr/>
        </p:nvSpPr>
        <p:spPr>
          <a:xfrm>
            <a:off x="11704320" y="640537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8" name="Shape 81">
            <a:extLst>
              <a:ext uri="{FF2B5EF4-FFF2-40B4-BE49-F238E27FC236}">
                <a16:creationId xmlns:a16="http://schemas.microsoft.com/office/drawing/2014/main" id="{D49B6018-3CAE-ABA8-68A8-FECC96838F5A}"/>
              </a:ext>
            </a:extLst>
          </p:cNvPr>
          <p:cNvSpPr/>
          <p:nvPr/>
        </p:nvSpPr>
        <p:spPr>
          <a:xfrm>
            <a:off x="11704320" y="647395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0" name="Shape 82">
            <a:extLst>
              <a:ext uri="{FF2B5EF4-FFF2-40B4-BE49-F238E27FC236}">
                <a16:creationId xmlns:a16="http://schemas.microsoft.com/office/drawing/2014/main" id="{33478C29-979C-0A30-136D-A10D20436574}"/>
              </a:ext>
            </a:extLst>
          </p:cNvPr>
          <p:cNvSpPr/>
          <p:nvPr/>
        </p:nvSpPr>
        <p:spPr>
          <a:xfrm>
            <a:off x="11704320" y="654253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2" name="Shape 83">
            <a:extLst>
              <a:ext uri="{FF2B5EF4-FFF2-40B4-BE49-F238E27FC236}">
                <a16:creationId xmlns:a16="http://schemas.microsoft.com/office/drawing/2014/main" id="{79ADF172-EDD4-956A-FEB0-41AD16974583}"/>
              </a:ext>
            </a:extLst>
          </p:cNvPr>
          <p:cNvSpPr/>
          <p:nvPr/>
        </p:nvSpPr>
        <p:spPr>
          <a:xfrm>
            <a:off x="11772900" y="633679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4" name="Shape 84">
            <a:extLst>
              <a:ext uri="{FF2B5EF4-FFF2-40B4-BE49-F238E27FC236}">
                <a16:creationId xmlns:a16="http://schemas.microsoft.com/office/drawing/2014/main" id="{8C152063-F147-9203-5F19-07B5EB0246E7}"/>
              </a:ext>
            </a:extLst>
          </p:cNvPr>
          <p:cNvSpPr/>
          <p:nvPr/>
        </p:nvSpPr>
        <p:spPr>
          <a:xfrm>
            <a:off x="11772900" y="640537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6" name="Shape 85">
            <a:extLst>
              <a:ext uri="{FF2B5EF4-FFF2-40B4-BE49-F238E27FC236}">
                <a16:creationId xmlns:a16="http://schemas.microsoft.com/office/drawing/2014/main" id="{12C28ADC-A3C9-EFF8-6ABE-C967968EAA20}"/>
              </a:ext>
            </a:extLst>
          </p:cNvPr>
          <p:cNvSpPr/>
          <p:nvPr/>
        </p:nvSpPr>
        <p:spPr>
          <a:xfrm>
            <a:off x="11772900" y="647395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8" name="Shape 86">
            <a:extLst>
              <a:ext uri="{FF2B5EF4-FFF2-40B4-BE49-F238E27FC236}">
                <a16:creationId xmlns:a16="http://schemas.microsoft.com/office/drawing/2014/main" id="{376AE6FA-D411-66B6-195E-9348290464FD}"/>
              </a:ext>
            </a:extLst>
          </p:cNvPr>
          <p:cNvSpPr/>
          <p:nvPr/>
        </p:nvSpPr>
        <p:spPr>
          <a:xfrm>
            <a:off x="11772900" y="6542532"/>
            <a:ext cx="23774" cy="23774"/>
          </a:xfrm>
          <a:prstGeom prst="ellipse">
            <a:avLst/>
          </a:prstGeom>
          <a:solidFill>
            <a:srgbClr val="3B99FF">
              <a:alpha val="22000"/>
            </a:srgbClr>
          </a:solidFill>
          <a:ln w="12700">
            <a:solidFill>
              <a:srgbClr val="3B99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0" name="Shape 87">
            <a:extLst>
              <a:ext uri="{FF2B5EF4-FFF2-40B4-BE49-F238E27FC236}">
                <a16:creationId xmlns:a16="http://schemas.microsoft.com/office/drawing/2014/main" id="{B19DD646-FF30-706C-DB1B-7A3464063E5A}"/>
              </a:ext>
            </a:extLst>
          </p:cNvPr>
          <p:cNvSpPr/>
          <p:nvPr/>
        </p:nvSpPr>
        <p:spPr>
          <a:xfrm>
            <a:off x="10058400" y="6172200"/>
            <a:ext cx="1280160" cy="0"/>
          </a:xfrm>
          <a:prstGeom prst="line">
            <a:avLst/>
          </a:prstGeom>
          <a:noFill/>
          <a:ln w="15240">
            <a:solidFill>
              <a:srgbClr val="224C7A">
                <a:alpha val="4500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2" name="Shape 95">
            <a:extLst>
              <a:ext uri="{FF2B5EF4-FFF2-40B4-BE49-F238E27FC236}">
                <a16:creationId xmlns:a16="http://schemas.microsoft.com/office/drawing/2014/main" id="{A7CCFD36-EE64-B7B3-C0E3-8393ED5CDEF5}"/>
              </a:ext>
            </a:extLst>
          </p:cNvPr>
          <p:cNvSpPr/>
          <p:nvPr/>
        </p:nvSpPr>
        <p:spPr>
          <a:xfrm>
            <a:off x="1371600" y="1764792"/>
            <a:ext cx="8915400" cy="1353312"/>
          </a:xfrm>
          <a:prstGeom prst="roundRect">
            <a:avLst>
              <a:gd name="adj" fmla="val 6081"/>
            </a:avLst>
          </a:prstGeom>
          <a:solidFill>
            <a:srgbClr val="101D32"/>
          </a:solidFill>
          <a:ln w="13970">
            <a:solidFill>
              <a:srgbClr val="3B6EA0"/>
            </a:solidFill>
            <a:prstDash val="solid"/>
          </a:ln>
          <a:effectLst>
            <a:outerShdw blurRad="25400" dist="50800" dir="2700000" algn="bl" rotWithShape="0">
              <a:srgbClr val="000000">
                <a:alpha val="20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04" name="Shape 96">
            <a:extLst>
              <a:ext uri="{FF2B5EF4-FFF2-40B4-BE49-F238E27FC236}">
                <a16:creationId xmlns:a16="http://schemas.microsoft.com/office/drawing/2014/main" id="{28383FB7-F1B8-3075-1EA8-5698E9A7873B}"/>
              </a:ext>
            </a:extLst>
          </p:cNvPr>
          <p:cNvSpPr/>
          <p:nvPr/>
        </p:nvSpPr>
        <p:spPr>
          <a:xfrm>
            <a:off x="1426464" y="1883664"/>
            <a:ext cx="50292" cy="1115568"/>
          </a:xfrm>
          <a:prstGeom prst="rect">
            <a:avLst/>
          </a:prstGeom>
          <a:solidFill>
            <a:srgbClr val="2791FF"/>
          </a:solidFill>
          <a:ln w="12700">
            <a:solidFill>
              <a:srgbClr val="2791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6" name="Text 97">
            <a:extLst>
              <a:ext uri="{FF2B5EF4-FFF2-40B4-BE49-F238E27FC236}">
                <a16:creationId xmlns:a16="http://schemas.microsoft.com/office/drawing/2014/main" id="{33A9A693-8353-27C4-6A56-67E441264B44}"/>
              </a:ext>
            </a:extLst>
          </p:cNvPr>
          <p:cNvSpPr/>
          <p:nvPr/>
        </p:nvSpPr>
        <p:spPr>
          <a:xfrm>
            <a:off x="1847088" y="2112264"/>
            <a:ext cx="566928" cy="566928"/>
          </a:xfrm>
          <a:prstGeom prst="rect">
            <a:avLst/>
          </a:prstGeom>
          <a:noFill/>
          <a:ln/>
        </p:spPr>
        <p:txBody>
          <a:bodyPr wrap="square" lIns="0" tIns="0" rIns="0" bIns="0" rtlCol="0" anchor="ctr">
            <a:normAutofit/>
          </a:bodyPr>
          <a:lstStyle/>
          <a:p>
            <a:pPr marL="0" indent="0" algn="ctr">
              <a:buNone/>
            </a:pPr>
            <a:r>
              <a:rPr lang="en-US" sz="3400" b="1" dirty="0">
                <a:solidFill>
                  <a:srgbClr val="2791FF"/>
                </a:solidFill>
                <a:latin typeface="Poppins" panose="00000500000000000000" pitchFamily="2" charset="0"/>
                <a:ea typeface="Aptos" pitchFamily="34" charset="-122"/>
                <a:cs typeface="Poppins" panose="00000500000000000000" pitchFamily="2" charset="0"/>
              </a:rPr>
              <a:t>▥</a:t>
            </a:r>
            <a:endParaRPr lang="en-US" sz="3400" dirty="0">
              <a:latin typeface="Poppins" panose="00000500000000000000" pitchFamily="2" charset="0"/>
              <a:cs typeface="Poppins" panose="00000500000000000000" pitchFamily="2" charset="0"/>
            </a:endParaRPr>
          </a:p>
        </p:txBody>
      </p:sp>
      <p:sp>
        <p:nvSpPr>
          <p:cNvPr id="108" name="Text 98">
            <a:extLst>
              <a:ext uri="{FF2B5EF4-FFF2-40B4-BE49-F238E27FC236}">
                <a16:creationId xmlns:a16="http://schemas.microsoft.com/office/drawing/2014/main" id="{943C382A-706C-667F-BCC0-B85799BE9022}"/>
              </a:ext>
            </a:extLst>
          </p:cNvPr>
          <p:cNvSpPr/>
          <p:nvPr/>
        </p:nvSpPr>
        <p:spPr>
          <a:xfrm>
            <a:off x="2606040" y="2121408"/>
            <a:ext cx="1847088" cy="685800"/>
          </a:xfrm>
          <a:prstGeom prst="rect">
            <a:avLst/>
          </a:prstGeom>
          <a:noFill/>
          <a:ln/>
        </p:spPr>
        <p:txBody>
          <a:bodyPr wrap="square" lIns="0" tIns="0" rIns="0" bIns="0" rtlCol="0" anchor="ctr">
            <a:normAutofit/>
          </a:bodyPr>
          <a:lstStyle/>
          <a:p>
            <a:pPr marL="0" indent="0" algn="l">
              <a:buNone/>
            </a:pPr>
            <a:r>
              <a:rPr lang="en-US" sz="1530" b="1" dirty="0">
                <a:solidFill>
                  <a:srgbClr val="2791FF"/>
                </a:solidFill>
                <a:latin typeface="Poppins" panose="00000500000000000000" pitchFamily="2" charset="0"/>
                <a:ea typeface="Aptos" pitchFamily="34" charset="-122"/>
                <a:cs typeface="Poppins" panose="00000500000000000000" pitchFamily="2" charset="0"/>
              </a:rPr>
              <a:t>PERFORMANCE</a:t>
            </a:r>
            <a:endParaRPr lang="en-US" sz="1530" dirty="0">
              <a:latin typeface="Poppins" panose="00000500000000000000" pitchFamily="2" charset="0"/>
              <a:cs typeface="Poppins" panose="00000500000000000000" pitchFamily="2" charset="0"/>
            </a:endParaRPr>
          </a:p>
          <a:p>
            <a:pPr marL="0" indent="0" algn="l">
              <a:buNone/>
            </a:pPr>
            <a:r>
              <a:rPr lang="en-US" sz="1530" b="1" dirty="0">
                <a:solidFill>
                  <a:srgbClr val="2791FF"/>
                </a:solidFill>
                <a:latin typeface="Poppins" panose="00000500000000000000" pitchFamily="2" charset="0"/>
                <a:ea typeface="Aptos" pitchFamily="34" charset="-122"/>
                <a:cs typeface="Poppins" panose="00000500000000000000" pitchFamily="2" charset="0"/>
              </a:rPr>
              <a:t>INDICATORS</a:t>
            </a:r>
            <a:endParaRPr lang="en-US" sz="1530" dirty="0">
              <a:latin typeface="Poppins" panose="00000500000000000000" pitchFamily="2" charset="0"/>
              <a:cs typeface="Poppins" panose="00000500000000000000" pitchFamily="2" charset="0"/>
            </a:endParaRPr>
          </a:p>
        </p:txBody>
      </p:sp>
      <p:sp>
        <p:nvSpPr>
          <p:cNvPr id="110" name="Shape 99">
            <a:extLst>
              <a:ext uri="{FF2B5EF4-FFF2-40B4-BE49-F238E27FC236}">
                <a16:creationId xmlns:a16="http://schemas.microsoft.com/office/drawing/2014/main" id="{8DE22A90-B7CD-731B-34AA-42C6C6630E16}"/>
              </a:ext>
            </a:extLst>
          </p:cNvPr>
          <p:cNvSpPr/>
          <p:nvPr/>
        </p:nvSpPr>
        <p:spPr>
          <a:xfrm>
            <a:off x="4581144" y="1965960"/>
            <a:ext cx="0" cy="896112"/>
          </a:xfrm>
          <a:prstGeom prst="line">
            <a:avLst/>
          </a:prstGeom>
          <a:noFill/>
          <a:ln w="12700">
            <a:solidFill>
              <a:srgbClr val="4C6F91">
                <a:alpha val="5800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12" name="Shape 100">
            <a:extLst>
              <a:ext uri="{FF2B5EF4-FFF2-40B4-BE49-F238E27FC236}">
                <a16:creationId xmlns:a16="http://schemas.microsoft.com/office/drawing/2014/main" id="{A2AEA5CB-F966-F449-4693-7EC365AEB5EE}"/>
              </a:ext>
            </a:extLst>
          </p:cNvPr>
          <p:cNvSpPr/>
          <p:nvPr/>
        </p:nvSpPr>
        <p:spPr>
          <a:xfrm>
            <a:off x="4901184" y="2043684"/>
            <a:ext cx="50292" cy="50292"/>
          </a:xfrm>
          <a:prstGeom prst="ellipse">
            <a:avLst/>
          </a:prstGeom>
          <a:solidFill>
            <a:srgbClr val="2791FF"/>
          </a:solidFill>
          <a:ln w="12700">
            <a:solidFill>
              <a:srgbClr val="2791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14" name="Text 101">
            <a:extLst>
              <a:ext uri="{FF2B5EF4-FFF2-40B4-BE49-F238E27FC236}">
                <a16:creationId xmlns:a16="http://schemas.microsoft.com/office/drawing/2014/main" id="{379A6637-BF86-ACCD-9F8D-E6F11A6E3F56}"/>
              </a:ext>
            </a:extLst>
          </p:cNvPr>
          <p:cNvSpPr/>
          <p:nvPr/>
        </p:nvSpPr>
        <p:spPr>
          <a:xfrm>
            <a:off x="5074920" y="1984248"/>
            <a:ext cx="3154680" cy="201168"/>
          </a:xfrm>
          <a:prstGeom prst="rect">
            <a:avLst/>
          </a:prstGeom>
          <a:noFill/>
          <a:ln/>
        </p:spPr>
        <p:txBody>
          <a:bodyPr wrap="square" lIns="0" tIns="0" rIns="0" bIns="0" rtlCol="0" anchor="ctr">
            <a:normAutofit/>
          </a:bodyPr>
          <a:lstStyle/>
          <a:p>
            <a:pPr marL="0" indent="0" algn="l">
              <a:buNone/>
            </a:pPr>
            <a:r>
              <a:rPr lang="en-US" sz="1270" dirty="0">
                <a:solidFill>
                  <a:srgbClr val="F7FBFF"/>
                </a:solidFill>
                <a:latin typeface="Poppins" panose="00000500000000000000" pitchFamily="2" charset="0"/>
                <a:ea typeface="Aptos" pitchFamily="34" charset="-122"/>
                <a:cs typeface="Poppins" panose="00000500000000000000" pitchFamily="2" charset="0"/>
              </a:rPr>
              <a:t>Score</a:t>
            </a:r>
            <a:endParaRPr lang="en-US" sz="1270" dirty="0">
              <a:latin typeface="Poppins" panose="00000500000000000000" pitchFamily="2" charset="0"/>
              <a:cs typeface="Poppins" panose="00000500000000000000" pitchFamily="2" charset="0"/>
            </a:endParaRPr>
          </a:p>
        </p:txBody>
      </p:sp>
      <p:sp>
        <p:nvSpPr>
          <p:cNvPr id="116" name="Shape 102">
            <a:extLst>
              <a:ext uri="{FF2B5EF4-FFF2-40B4-BE49-F238E27FC236}">
                <a16:creationId xmlns:a16="http://schemas.microsoft.com/office/drawing/2014/main" id="{3483E68D-C207-6D89-BAEF-DDEABA9FAC67}"/>
              </a:ext>
            </a:extLst>
          </p:cNvPr>
          <p:cNvSpPr/>
          <p:nvPr/>
        </p:nvSpPr>
        <p:spPr>
          <a:xfrm>
            <a:off x="4901184" y="2299716"/>
            <a:ext cx="50292" cy="50292"/>
          </a:xfrm>
          <a:prstGeom prst="ellipse">
            <a:avLst/>
          </a:prstGeom>
          <a:solidFill>
            <a:srgbClr val="2791FF"/>
          </a:solidFill>
          <a:ln w="12700">
            <a:solidFill>
              <a:srgbClr val="2791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18" name="Text 103">
            <a:extLst>
              <a:ext uri="{FF2B5EF4-FFF2-40B4-BE49-F238E27FC236}">
                <a16:creationId xmlns:a16="http://schemas.microsoft.com/office/drawing/2014/main" id="{C8122657-6B36-2319-5947-BC2200621984}"/>
              </a:ext>
            </a:extLst>
          </p:cNvPr>
          <p:cNvSpPr/>
          <p:nvPr/>
        </p:nvSpPr>
        <p:spPr>
          <a:xfrm>
            <a:off x="5074920" y="2240280"/>
            <a:ext cx="3154680" cy="201168"/>
          </a:xfrm>
          <a:prstGeom prst="rect">
            <a:avLst/>
          </a:prstGeom>
          <a:noFill/>
          <a:ln/>
        </p:spPr>
        <p:txBody>
          <a:bodyPr wrap="square" lIns="0" tIns="0" rIns="0" bIns="0" rtlCol="0" anchor="ctr">
            <a:normAutofit/>
          </a:bodyPr>
          <a:lstStyle/>
          <a:p>
            <a:pPr marL="0" indent="0" algn="l">
              <a:buNone/>
            </a:pPr>
            <a:r>
              <a:rPr lang="en-US" sz="1270" dirty="0">
                <a:solidFill>
                  <a:srgbClr val="F7FBFF"/>
                </a:solidFill>
                <a:latin typeface="Poppins" panose="00000500000000000000" pitchFamily="2" charset="0"/>
                <a:ea typeface="Aptos" pitchFamily="34" charset="-122"/>
                <a:cs typeface="Poppins" panose="00000500000000000000" pitchFamily="2" charset="0"/>
              </a:rPr>
              <a:t>Catch success rate</a:t>
            </a:r>
            <a:endParaRPr lang="en-US" sz="1270" dirty="0">
              <a:latin typeface="Poppins" panose="00000500000000000000" pitchFamily="2" charset="0"/>
              <a:cs typeface="Poppins" panose="00000500000000000000" pitchFamily="2" charset="0"/>
            </a:endParaRPr>
          </a:p>
        </p:txBody>
      </p:sp>
      <p:sp>
        <p:nvSpPr>
          <p:cNvPr id="120" name="Shape 104">
            <a:extLst>
              <a:ext uri="{FF2B5EF4-FFF2-40B4-BE49-F238E27FC236}">
                <a16:creationId xmlns:a16="http://schemas.microsoft.com/office/drawing/2014/main" id="{5A29E89D-6480-663F-9952-0CB107AB0DEC}"/>
              </a:ext>
            </a:extLst>
          </p:cNvPr>
          <p:cNvSpPr/>
          <p:nvPr/>
        </p:nvSpPr>
        <p:spPr>
          <a:xfrm>
            <a:off x="4901184" y="2555748"/>
            <a:ext cx="50292" cy="50292"/>
          </a:xfrm>
          <a:prstGeom prst="ellipse">
            <a:avLst/>
          </a:prstGeom>
          <a:solidFill>
            <a:srgbClr val="2791FF"/>
          </a:solidFill>
          <a:ln w="12700">
            <a:solidFill>
              <a:srgbClr val="2791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22" name="Text 105">
            <a:extLst>
              <a:ext uri="{FF2B5EF4-FFF2-40B4-BE49-F238E27FC236}">
                <a16:creationId xmlns:a16="http://schemas.microsoft.com/office/drawing/2014/main" id="{8664CFB8-3864-5253-9D10-3B835436210E}"/>
              </a:ext>
            </a:extLst>
          </p:cNvPr>
          <p:cNvSpPr/>
          <p:nvPr/>
        </p:nvSpPr>
        <p:spPr>
          <a:xfrm>
            <a:off x="5074920" y="2496312"/>
            <a:ext cx="3154680" cy="201168"/>
          </a:xfrm>
          <a:prstGeom prst="rect">
            <a:avLst/>
          </a:prstGeom>
          <a:noFill/>
          <a:ln/>
        </p:spPr>
        <p:txBody>
          <a:bodyPr wrap="square" lIns="0" tIns="0" rIns="0" bIns="0" rtlCol="0" anchor="ctr">
            <a:normAutofit/>
          </a:bodyPr>
          <a:lstStyle/>
          <a:p>
            <a:pPr marL="0" indent="0" algn="l">
              <a:buNone/>
            </a:pPr>
            <a:r>
              <a:rPr lang="en-US" sz="1270" dirty="0">
                <a:solidFill>
                  <a:srgbClr val="F7FBFF"/>
                </a:solidFill>
                <a:latin typeface="Poppins" panose="00000500000000000000" pitchFamily="2" charset="0"/>
                <a:ea typeface="Aptos" pitchFamily="34" charset="-122"/>
                <a:cs typeface="Poppins" panose="00000500000000000000" pitchFamily="2" charset="0"/>
              </a:rPr>
              <a:t>Average tracking error</a:t>
            </a:r>
            <a:endParaRPr lang="en-US" sz="1270" dirty="0">
              <a:latin typeface="Poppins" panose="00000500000000000000" pitchFamily="2" charset="0"/>
              <a:cs typeface="Poppins" panose="00000500000000000000" pitchFamily="2" charset="0"/>
            </a:endParaRPr>
          </a:p>
        </p:txBody>
      </p:sp>
      <p:sp>
        <p:nvSpPr>
          <p:cNvPr id="124" name="Shape 106">
            <a:extLst>
              <a:ext uri="{FF2B5EF4-FFF2-40B4-BE49-F238E27FC236}">
                <a16:creationId xmlns:a16="http://schemas.microsoft.com/office/drawing/2014/main" id="{EA3BB0E1-742C-643D-34FD-CE83BE443C18}"/>
              </a:ext>
            </a:extLst>
          </p:cNvPr>
          <p:cNvSpPr/>
          <p:nvPr/>
        </p:nvSpPr>
        <p:spPr>
          <a:xfrm>
            <a:off x="4901184" y="2811780"/>
            <a:ext cx="50292" cy="50292"/>
          </a:xfrm>
          <a:prstGeom prst="ellipse">
            <a:avLst/>
          </a:prstGeom>
          <a:solidFill>
            <a:srgbClr val="2791FF"/>
          </a:solidFill>
          <a:ln w="12700">
            <a:solidFill>
              <a:srgbClr val="2791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26" name="Text 107">
            <a:extLst>
              <a:ext uri="{FF2B5EF4-FFF2-40B4-BE49-F238E27FC236}">
                <a16:creationId xmlns:a16="http://schemas.microsoft.com/office/drawing/2014/main" id="{60A75D70-C999-8D32-6032-1ED400634E75}"/>
              </a:ext>
            </a:extLst>
          </p:cNvPr>
          <p:cNvSpPr/>
          <p:nvPr/>
        </p:nvSpPr>
        <p:spPr>
          <a:xfrm>
            <a:off x="5074920" y="2752344"/>
            <a:ext cx="3154680" cy="201168"/>
          </a:xfrm>
          <a:prstGeom prst="rect">
            <a:avLst/>
          </a:prstGeom>
          <a:noFill/>
          <a:ln/>
        </p:spPr>
        <p:txBody>
          <a:bodyPr wrap="square" lIns="0" tIns="0" rIns="0" bIns="0" rtlCol="0" anchor="ctr">
            <a:normAutofit/>
          </a:bodyPr>
          <a:lstStyle/>
          <a:p>
            <a:pPr marL="0" indent="0" algn="l">
              <a:buNone/>
            </a:pPr>
            <a:r>
              <a:rPr lang="en-US" sz="1270" dirty="0">
                <a:solidFill>
                  <a:srgbClr val="F7FBFF"/>
                </a:solidFill>
                <a:latin typeface="Poppins" panose="00000500000000000000" pitchFamily="2" charset="0"/>
                <a:ea typeface="Aptos" pitchFamily="34" charset="-122"/>
                <a:cs typeface="Poppins" panose="00000500000000000000" pitchFamily="2" charset="0"/>
              </a:rPr>
              <a:t>Time spent in transparent region</a:t>
            </a:r>
            <a:endParaRPr lang="en-US" sz="1270" dirty="0">
              <a:latin typeface="Poppins" panose="00000500000000000000" pitchFamily="2" charset="0"/>
              <a:cs typeface="Poppins" panose="00000500000000000000" pitchFamily="2" charset="0"/>
            </a:endParaRPr>
          </a:p>
        </p:txBody>
      </p:sp>
      <p:sp>
        <p:nvSpPr>
          <p:cNvPr id="128" name="Shape 108">
            <a:extLst>
              <a:ext uri="{FF2B5EF4-FFF2-40B4-BE49-F238E27FC236}">
                <a16:creationId xmlns:a16="http://schemas.microsoft.com/office/drawing/2014/main" id="{4A278264-6AC4-B2E9-42D1-505AE2F39DD8}"/>
              </a:ext>
            </a:extLst>
          </p:cNvPr>
          <p:cNvSpPr/>
          <p:nvPr/>
        </p:nvSpPr>
        <p:spPr>
          <a:xfrm>
            <a:off x="2779776" y="4123944"/>
            <a:ext cx="347472" cy="274320"/>
          </a:xfrm>
          <a:prstGeom prst="rightArrow">
            <a:avLst/>
          </a:prstGeom>
          <a:solidFill>
            <a:srgbClr val="54D445"/>
          </a:solidFill>
          <a:ln w="12700">
            <a:solidFill>
              <a:srgbClr val="54D445">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30" name="Shape 109">
            <a:extLst>
              <a:ext uri="{FF2B5EF4-FFF2-40B4-BE49-F238E27FC236}">
                <a16:creationId xmlns:a16="http://schemas.microsoft.com/office/drawing/2014/main" id="{38C8EB9D-E42C-152A-FDA3-3187F622D9E5}"/>
              </a:ext>
            </a:extLst>
          </p:cNvPr>
          <p:cNvSpPr/>
          <p:nvPr/>
        </p:nvSpPr>
        <p:spPr>
          <a:xfrm>
            <a:off x="4855464" y="4123944"/>
            <a:ext cx="347472" cy="274320"/>
          </a:xfrm>
          <a:prstGeom prst="rightArrow">
            <a:avLst/>
          </a:prstGeom>
          <a:solidFill>
            <a:srgbClr val="1BB6E6"/>
          </a:solidFill>
          <a:ln w="12700">
            <a:solidFill>
              <a:srgbClr val="1BB6E6">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32" name="Shape 110">
            <a:extLst>
              <a:ext uri="{FF2B5EF4-FFF2-40B4-BE49-F238E27FC236}">
                <a16:creationId xmlns:a16="http://schemas.microsoft.com/office/drawing/2014/main" id="{934D0D5E-1C6C-58CE-A770-EDCF4A621F1D}"/>
              </a:ext>
            </a:extLst>
          </p:cNvPr>
          <p:cNvSpPr/>
          <p:nvPr/>
        </p:nvSpPr>
        <p:spPr>
          <a:xfrm>
            <a:off x="6931152" y="4123944"/>
            <a:ext cx="347472" cy="274320"/>
          </a:xfrm>
          <a:prstGeom prst="rightArrow">
            <a:avLst/>
          </a:prstGeom>
          <a:solidFill>
            <a:srgbClr val="FFB11E"/>
          </a:solidFill>
          <a:ln w="12700">
            <a:solidFill>
              <a:srgbClr val="FFB11E">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34" name="Shape 111">
            <a:extLst>
              <a:ext uri="{FF2B5EF4-FFF2-40B4-BE49-F238E27FC236}">
                <a16:creationId xmlns:a16="http://schemas.microsoft.com/office/drawing/2014/main" id="{4E4B3143-B823-4BA1-AA93-DFED66F0DC02}"/>
              </a:ext>
            </a:extLst>
          </p:cNvPr>
          <p:cNvSpPr/>
          <p:nvPr/>
        </p:nvSpPr>
        <p:spPr>
          <a:xfrm>
            <a:off x="9006840" y="4123944"/>
            <a:ext cx="347472" cy="274320"/>
          </a:xfrm>
          <a:prstGeom prst="rightArrow">
            <a:avLst/>
          </a:prstGeom>
          <a:solidFill>
            <a:srgbClr val="F743A0"/>
          </a:solidFill>
          <a:ln w="12700">
            <a:solidFill>
              <a:srgbClr val="F743A0">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36" name="Shape 112">
            <a:extLst>
              <a:ext uri="{FF2B5EF4-FFF2-40B4-BE49-F238E27FC236}">
                <a16:creationId xmlns:a16="http://schemas.microsoft.com/office/drawing/2014/main" id="{A9BFF765-3EDE-49A0-04AA-AE8DF86EDED0}"/>
              </a:ext>
            </a:extLst>
          </p:cNvPr>
          <p:cNvSpPr/>
          <p:nvPr/>
        </p:nvSpPr>
        <p:spPr>
          <a:xfrm>
            <a:off x="1133856" y="3456432"/>
            <a:ext cx="1600200" cy="1682496"/>
          </a:xfrm>
          <a:prstGeom prst="roundRect">
            <a:avLst>
              <a:gd name="adj" fmla="val 5143"/>
            </a:avLst>
          </a:prstGeom>
          <a:solidFill>
            <a:srgbClr val="101D32">
              <a:alpha val="97000"/>
            </a:srgbClr>
          </a:solidFill>
          <a:ln w="13970">
            <a:solidFill>
              <a:srgbClr val="54D445"/>
            </a:solidFill>
            <a:prstDash val="solid"/>
          </a:ln>
          <a:effectLst>
            <a:outerShdw blurRad="25400" dist="50800" dir="2700000" algn="bl" rotWithShape="0">
              <a:srgbClr val="000000">
                <a:alpha val="20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38" name="Shape 113">
            <a:extLst>
              <a:ext uri="{FF2B5EF4-FFF2-40B4-BE49-F238E27FC236}">
                <a16:creationId xmlns:a16="http://schemas.microsoft.com/office/drawing/2014/main" id="{91075546-2150-C33E-D382-103957ECDFF5}"/>
              </a:ext>
            </a:extLst>
          </p:cNvPr>
          <p:cNvSpPr/>
          <p:nvPr/>
        </p:nvSpPr>
        <p:spPr>
          <a:xfrm>
            <a:off x="1161288" y="3483864"/>
            <a:ext cx="1545336" cy="36576"/>
          </a:xfrm>
          <a:prstGeom prst="rect">
            <a:avLst/>
          </a:prstGeom>
          <a:solidFill>
            <a:srgbClr val="54D445"/>
          </a:solidFill>
          <a:ln w="12700">
            <a:solidFill>
              <a:srgbClr val="54D445">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40" name="Text 114">
            <a:extLst>
              <a:ext uri="{FF2B5EF4-FFF2-40B4-BE49-F238E27FC236}">
                <a16:creationId xmlns:a16="http://schemas.microsoft.com/office/drawing/2014/main" id="{B5AD6351-52D6-6399-7D07-496A79EC8047}"/>
              </a:ext>
            </a:extLst>
          </p:cNvPr>
          <p:cNvSpPr/>
          <p:nvPr/>
        </p:nvSpPr>
        <p:spPr>
          <a:xfrm>
            <a:off x="1490472" y="3730752"/>
            <a:ext cx="886968" cy="502920"/>
          </a:xfrm>
          <a:prstGeom prst="rect">
            <a:avLst/>
          </a:prstGeom>
          <a:noFill/>
          <a:ln/>
        </p:spPr>
        <p:txBody>
          <a:bodyPr wrap="square" lIns="0" tIns="0" rIns="0" bIns="0" rtlCol="0" anchor="ctr">
            <a:normAutofit/>
          </a:bodyPr>
          <a:lstStyle/>
          <a:p>
            <a:pPr marL="0" indent="0" algn="ctr">
              <a:buNone/>
            </a:pPr>
            <a:r>
              <a:rPr lang="en-US" sz="3300" b="1" dirty="0">
                <a:solidFill>
                  <a:srgbClr val="54D445"/>
                </a:solidFill>
                <a:latin typeface="Poppins" panose="00000500000000000000" pitchFamily="2" charset="0"/>
                <a:ea typeface="Aptos" pitchFamily="34" charset="-122"/>
                <a:cs typeface="Poppins" panose="00000500000000000000" pitchFamily="2" charset="0"/>
              </a:rPr>
              <a:t>✓</a:t>
            </a:r>
            <a:endParaRPr lang="en-US" sz="3300" dirty="0">
              <a:latin typeface="Poppins" panose="00000500000000000000" pitchFamily="2" charset="0"/>
              <a:cs typeface="Poppins" panose="00000500000000000000" pitchFamily="2" charset="0"/>
            </a:endParaRPr>
          </a:p>
        </p:txBody>
      </p:sp>
      <p:sp>
        <p:nvSpPr>
          <p:cNvPr id="142" name="Text 115">
            <a:extLst>
              <a:ext uri="{FF2B5EF4-FFF2-40B4-BE49-F238E27FC236}">
                <a16:creationId xmlns:a16="http://schemas.microsoft.com/office/drawing/2014/main" id="{E4B3CE3C-06BE-79FA-4B0F-A1346DBC5723}"/>
              </a:ext>
            </a:extLst>
          </p:cNvPr>
          <p:cNvSpPr/>
          <p:nvPr/>
        </p:nvSpPr>
        <p:spPr>
          <a:xfrm>
            <a:off x="1261872" y="4443984"/>
            <a:ext cx="1344168" cy="576072"/>
          </a:xfrm>
          <a:prstGeom prst="rect">
            <a:avLst/>
          </a:prstGeom>
          <a:noFill/>
          <a:ln/>
        </p:spPr>
        <p:txBody>
          <a:bodyPr wrap="square" lIns="0" tIns="0" rIns="0" bIns="0" rtlCol="0" anchor="ctr">
            <a:normAutofit fontScale="92500"/>
          </a:bodyPr>
          <a:lstStyle/>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GOOD</a:t>
            </a:r>
            <a:endParaRPr lang="en-US" sz="1420" dirty="0">
              <a:latin typeface="Poppins" panose="00000500000000000000" pitchFamily="2" charset="0"/>
              <a:cs typeface="Poppins" panose="00000500000000000000" pitchFamily="2" charset="0"/>
            </a:endParaRPr>
          </a:p>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PERFORMANCE</a:t>
            </a:r>
            <a:endParaRPr lang="en-US" sz="1420" dirty="0">
              <a:latin typeface="Poppins" panose="00000500000000000000" pitchFamily="2" charset="0"/>
              <a:cs typeface="Poppins" panose="00000500000000000000" pitchFamily="2" charset="0"/>
            </a:endParaRPr>
          </a:p>
        </p:txBody>
      </p:sp>
      <p:sp>
        <p:nvSpPr>
          <p:cNvPr id="144" name="Shape 116">
            <a:extLst>
              <a:ext uri="{FF2B5EF4-FFF2-40B4-BE49-F238E27FC236}">
                <a16:creationId xmlns:a16="http://schemas.microsoft.com/office/drawing/2014/main" id="{D62D9621-5F78-C15F-60E9-92BDC2AAD5E8}"/>
              </a:ext>
            </a:extLst>
          </p:cNvPr>
          <p:cNvSpPr/>
          <p:nvPr/>
        </p:nvSpPr>
        <p:spPr>
          <a:xfrm>
            <a:off x="3209544" y="3456432"/>
            <a:ext cx="1600200" cy="1682496"/>
          </a:xfrm>
          <a:prstGeom prst="roundRect">
            <a:avLst>
              <a:gd name="adj" fmla="val 5143"/>
            </a:avLst>
          </a:prstGeom>
          <a:solidFill>
            <a:srgbClr val="101D32">
              <a:alpha val="97000"/>
            </a:srgbClr>
          </a:solidFill>
          <a:ln w="13970">
            <a:solidFill>
              <a:srgbClr val="1BB6E6"/>
            </a:solidFill>
            <a:prstDash val="solid"/>
          </a:ln>
          <a:effectLst>
            <a:outerShdw blurRad="25400" dist="50800" dir="2700000" algn="bl" rotWithShape="0">
              <a:srgbClr val="000000">
                <a:alpha val="20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46" name="Shape 117">
            <a:extLst>
              <a:ext uri="{FF2B5EF4-FFF2-40B4-BE49-F238E27FC236}">
                <a16:creationId xmlns:a16="http://schemas.microsoft.com/office/drawing/2014/main" id="{85E4440E-71E0-98CD-C67D-B131971374EA}"/>
              </a:ext>
            </a:extLst>
          </p:cNvPr>
          <p:cNvSpPr/>
          <p:nvPr/>
        </p:nvSpPr>
        <p:spPr>
          <a:xfrm>
            <a:off x="3236976" y="3483864"/>
            <a:ext cx="1545336" cy="36576"/>
          </a:xfrm>
          <a:prstGeom prst="rect">
            <a:avLst/>
          </a:prstGeom>
          <a:solidFill>
            <a:srgbClr val="1BB6E6"/>
          </a:solidFill>
          <a:ln w="12700">
            <a:solidFill>
              <a:srgbClr val="1BB6E6">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48" name="Text 118">
            <a:extLst>
              <a:ext uri="{FF2B5EF4-FFF2-40B4-BE49-F238E27FC236}">
                <a16:creationId xmlns:a16="http://schemas.microsoft.com/office/drawing/2014/main" id="{1F90526A-7722-3ECD-86D3-F596611AB2AE}"/>
              </a:ext>
            </a:extLst>
          </p:cNvPr>
          <p:cNvSpPr/>
          <p:nvPr/>
        </p:nvSpPr>
        <p:spPr>
          <a:xfrm>
            <a:off x="3566160" y="3730752"/>
            <a:ext cx="886968" cy="502920"/>
          </a:xfrm>
          <a:prstGeom prst="rect">
            <a:avLst/>
          </a:prstGeom>
          <a:noFill/>
          <a:ln/>
        </p:spPr>
        <p:txBody>
          <a:bodyPr wrap="square" lIns="0" tIns="0" rIns="0" bIns="0" rtlCol="0" anchor="ctr">
            <a:normAutofit/>
          </a:bodyPr>
          <a:lstStyle/>
          <a:p>
            <a:pPr marL="0" indent="0" algn="ctr">
              <a:buNone/>
            </a:pPr>
            <a:r>
              <a:rPr lang="en-US" sz="3300" b="1" dirty="0">
                <a:solidFill>
                  <a:srgbClr val="1BB6E6"/>
                </a:solidFill>
                <a:latin typeface="Poppins" panose="00000500000000000000" pitchFamily="2" charset="0"/>
                <a:ea typeface="Aptos" pitchFamily="34" charset="-122"/>
                <a:cs typeface="Poppins" panose="00000500000000000000" pitchFamily="2" charset="0"/>
              </a:rPr>
              <a:t>□</a:t>
            </a:r>
            <a:endParaRPr lang="en-US" sz="3300" dirty="0">
              <a:latin typeface="Poppins" panose="00000500000000000000" pitchFamily="2" charset="0"/>
              <a:cs typeface="Poppins" panose="00000500000000000000" pitchFamily="2" charset="0"/>
            </a:endParaRPr>
          </a:p>
        </p:txBody>
      </p:sp>
      <p:sp>
        <p:nvSpPr>
          <p:cNvPr id="150" name="Text 119">
            <a:extLst>
              <a:ext uri="{FF2B5EF4-FFF2-40B4-BE49-F238E27FC236}">
                <a16:creationId xmlns:a16="http://schemas.microsoft.com/office/drawing/2014/main" id="{CE450310-9CF6-1C7D-C49E-BDA90310FDE5}"/>
              </a:ext>
            </a:extLst>
          </p:cNvPr>
          <p:cNvSpPr/>
          <p:nvPr/>
        </p:nvSpPr>
        <p:spPr>
          <a:xfrm>
            <a:off x="3337560" y="4443984"/>
            <a:ext cx="1344168" cy="576072"/>
          </a:xfrm>
          <a:prstGeom prst="rect">
            <a:avLst/>
          </a:prstGeom>
          <a:noFill/>
          <a:ln/>
        </p:spPr>
        <p:txBody>
          <a:bodyPr wrap="square" lIns="0" tIns="0" rIns="0" bIns="0" rtlCol="0" anchor="ctr">
            <a:normAutofit fontScale="92500" lnSpcReduction="10000"/>
          </a:bodyPr>
          <a:lstStyle/>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WIDER</a:t>
            </a:r>
            <a:endParaRPr lang="en-US" sz="1420" dirty="0">
              <a:latin typeface="Poppins" panose="00000500000000000000" pitchFamily="2" charset="0"/>
              <a:cs typeface="Poppins" panose="00000500000000000000" pitchFamily="2" charset="0"/>
            </a:endParaRPr>
          </a:p>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TRANSPARENCY</a:t>
            </a:r>
            <a:endParaRPr lang="en-US" sz="1420" dirty="0">
              <a:latin typeface="Poppins" panose="00000500000000000000" pitchFamily="2" charset="0"/>
              <a:cs typeface="Poppins" panose="00000500000000000000" pitchFamily="2" charset="0"/>
            </a:endParaRPr>
          </a:p>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BAND</a:t>
            </a:r>
            <a:endParaRPr lang="en-US" sz="1420" dirty="0">
              <a:latin typeface="Poppins" panose="00000500000000000000" pitchFamily="2" charset="0"/>
              <a:cs typeface="Poppins" panose="00000500000000000000" pitchFamily="2" charset="0"/>
            </a:endParaRPr>
          </a:p>
        </p:txBody>
      </p:sp>
      <p:sp>
        <p:nvSpPr>
          <p:cNvPr id="152" name="Shape 120">
            <a:extLst>
              <a:ext uri="{FF2B5EF4-FFF2-40B4-BE49-F238E27FC236}">
                <a16:creationId xmlns:a16="http://schemas.microsoft.com/office/drawing/2014/main" id="{B16FA551-6599-7DC2-AC97-A94F39F276E8}"/>
              </a:ext>
            </a:extLst>
          </p:cNvPr>
          <p:cNvSpPr/>
          <p:nvPr/>
        </p:nvSpPr>
        <p:spPr>
          <a:xfrm>
            <a:off x="5285232" y="3456432"/>
            <a:ext cx="1600200" cy="1682496"/>
          </a:xfrm>
          <a:prstGeom prst="roundRect">
            <a:avLst>
              <a:gd name="adj" fmla="val 5143"/>
            </a:avLst>
          </a:prstGeom>
          <a:solidFill>
            <a:srgbClr val="101D32">
              <a:alpha val="97000"/>
            </a:srgbClr>
          </a:solidFill>
          <a:ln w="13970">
            <a:solidFill>
              <a:srgbClr val="FFB11E"/>
            </a:solidFill>
            <a:prstDash val="solid"/>
          </a:ln>
          <a:effectLst>
            <a:outerShdw blurRad="25400" dist="50800" dir="2700000" algn="bl" rotWithShape="0">
              <a:srgbClr val="000000">
                <a:alpha val="20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54" name="Shape 121">
            <a:extLst>
              <a:ext uri="{FF2B5EF4-FFF2-40B4-BE49-F238E27FC236}">
                <a16:creationId xmlns:a16="http://schemas.microsoft.com/office/drawing/2014/main" id="{E4F6D602-5F00-DB5C-6D22-3646310FD7AE}"/>
              </a:ext>
            </a:extLst>
          </p:cNvPr>
          <p:cNvSpPr/>
          <p:nvPr/>
        </p:nvSpPr>
        <p:spPr>
          <a:xfrm>
            <a:off x="5312664" y="3483864"/>
            <a:ext cx="1545336" cy="36576"/>
          </a:xfrm>
          <a:prstGeom prst="rect">
            <a:avLst/>
          </a:prstGeom>
          <a:solidFill>
            <a:srgbClr val="FFB11E"/>
          </a:solidFill>
          <a:ln w="12700">
            <a:solidFill>
              <a:srgbClr val="FFB11E">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56" name="Text 122">
            <a:extLst>
              <a:ext uri="{FF2B5EF4-FFF2-40B4-BE49-F238E27FC236}">
                <a16:creationId xmlns:a16="http://schemas.microsoft.com/office/drawing/2014/main" id="{70E0C1B9-6CD8-784F-E72A-F477D1CE69FB}"/>
              </a:ext>
            </a:extLst>
          </p:cNvPr>
          <p:cNvSpPr/>
          <p:nvPr/>
        </p:nvSpPr>
        <p:spPr>
          <a:xfrm>
            <a:off x="5641848" y="3730752"/>
            <a:ext cx="886968" cy="502920"/>
          </a:xfrm>
          <a:prstGeom prst="rect">
            <a:avLst/>
          </a:prstGeom>
          <a:noFill/>
          <a:ln/>
        </p:spPr>
        <p:txBody>
          <a:bodyPr wrap="square" lIns="0" tIns="0" rIns="0" bIns="0" rtlCol="0" anchor="ctr">
            <a:normAutofit/>
          </a:bodyPr>
          <a:lstStyle/>
          <a:p>
            <a:pPr marL="0" indent="0" algn="ctr">
              <a:buNone/>
            </a:pPr>
            <a:r>
              <a:rPr lang="en-US" sz="3300" b="1" dirty="0">
                <a:solidFill>
                  <a:srgbClr val="FFB11E"/>
                </a:solidFill>
                <a:latin typeface="Poppins" panose="00000500000000000000" pitchFamily="2" charset="0"/>
                <a:ea typeface="Aptos" pitchFamily="34" charset="-122"/>
                <a:cs typeface="Poppins" panose="00000500000000000000" pitchFamily="2" charset="0"/>
              </a:rPr>
              <a:t>↓</a:t>
            </a:r>
            <a:endParaRPr lang="en-US" sz="3300" dirty="0">
              <a:latin typeface="Poppins" panose="00000500000000000000" pitchFamily="2" charset="0"/>
              <a:cs typeface="Poppins" panose="00000500000000000000" pitchFamily="2" charset="0"/>
            </a:endParaRPr>
          </a:p>
        </p:txBody>
      </p:sp>
      <p:sp>
        <p:nvSpPr>
          <p:cNvPr id="158" name="Text 123">
            <a:extLst>
              <a:ext uri="{FF2B5EF4-FFF2-40B4-BE49-F238E27FC236}">
                <a16:creationId xmlns:a16="http://schemas.microsoft.com/office/drawing/2014/main" id="{49ACCF21-DE60-0DC5-FB84-C96B8428C14D}"/>
              </a:ext>
            </a:extLst>
          </p:cNvPr>
          <p:cNvSpPr/>
          <p:nvPr/>
        </p:nvSpPr>
        <p:spPr>
          <a:xfrm>
            <a:off x="5413248" y="4443984"/>
            <a:ext cx="1344168" cy="576072"/>
          </a:xfrm>
          <a:prstGeom prst="rect">
            <a:avLst/>
          </a:prstGeom>
          <a:noFill/>
          <a:ln/>
        </p:spPr>
        <p:txBody>
          <a:bodyPr wrap="square" lIns="0" tIns="0" rIns="0" bIns="0" rtlCol="0" anchor="ctr">
            <a:normAutofit/>
          </a:bodyPr>
          <a:lstStyle/>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LESS</a:t>
            </a:r>
            <a:endParaRPr lang="en-US" sz="1420" dirty="0">
              <a:latin typeface="Poppins" panose="00000500000000000000" pitchFamily="2" charset="0"/>
              <a:cs typeface="Poppins" panose="00000500000000000000" pitchFamily="2" charset="0"/>
            </a:endParaRPr>
          </a:p>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ASSISTANCE</a:t>
            </a:r>
            <a:endParaRPr lang="en-US" sz="1420" dirty="0">
              <a:latin typeface="Poppins" panose="00000500000000000000" pitchFamily="2" charset="0"/>
              <a:cs typeface="Poppins" panose="00000500000000000000" pitchFamily="2" charset="0"/>
            </a:endParaRPr>
          </a:p>
        </p:txBody>
      </p:sp>
      <p:sp>
        <p:nvSpPr>
          <p:cNvPr id="160" name="Shape 124">
            <a:extLst>
              <a:ext uri="{FF2B5EF4-FFF2-40B4-BE49-F238E27FC236}">
                <a16:creationId xmlns:a16="http://schemas.microsoft.com/office/drawing/2014/main" id="{C292EF15-9225-D3FC-9C54-7FA7ABDABF3B}"/>
              </a:ext>
            </a:extLst>
          </p:cNvPr>
          <p:cNvSpPr/>
          <p:nvPr/>
        </p:nvSpPr>
        <p:spPr>
          <a:xfrm>
            <a:off x="7360920" y="3456432"/>
            <a:ext cx="1600200" cy="1682496"/>
          </a:xfrm>
          <a:prstGeom prst="roundRect">
            <a:avLst>
              <a:gd name="adj" fmla="val 5143"/>
            </a:avLst>
          </a:prstGeom>
          <a:solidFill>
            <a:srgbClr val="101D32">
              <a:alpha val="97000"/>
            </a:srgbClr>
          </a:solidFill>
          <a:ln w="13970">
            <a:solidFill>
              <a:srgbClr val="F743A0"/>
            </a:solidFill>
            <a:prstDash val="solid"/>
          </a:ln>
          <a:effectLst>
            <a:outerShdw blurRad="25400" dist="50800" dir="2700000" algn="bl" rotWithShape="0">
              <a:srgbClr val="000000">
                <a:alpha val="20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62" name="Shape 125">
            <a:extLst>
              <a:ext uri="{FF2B5EF4-FFF2-40B4-BE49-F238E27FC236}">
                <a16:creationId xmlns:a16="http://schemas.microsoft.com/office/drawing/2014/main" id="{D4A3F976-D831-2508-8CCD-974AA6341197}"/>
              </a:ext>
            </a:extLst>
          </p:cNvPr>
          <p:cNvSpPr/>
          <p:nvPr/>
        </p:nvSpPr>
        <p:spPr>
          <a:xfrm>
            <a:off x="7388352" y="3483864"/>
            <a:ext cx="1545336" cy="36576"/>
          </a:xfrm>
          <a:prstGeom prst="rect">
            <a:avLst/>
          </a:prstGeom>
          <a:solidFill>
            <a:srgbClr val="F743A0"/>
          </a:solidFill>
          <a:ln w="12700">
            <a:solidFill>
              <a:srgbClr val="F743A0">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64" name="Text 126">
            <a:extLst>
              <a:ext uri="{FF2B5EF4-FFF2-40B4-BE49-F238E27FC236}">
                <a16:creationId xmlns:a16="http://schemas.microsoft.com/office/drawing/2014/main" id="{A73A93B4-E5C4-4F6B-8B6A-35CC037D448F}"/>
              </a:ext>
            </a:extLst>
          </p:cNvPr>
          <p:cNvSpPr/>
          <p:nvPr/>
        </p:nvSpPr>
        <p:spPr>
          <a:xfrm>
            <a:off x="7717536" y="3730752"/>
            <a:ext cx="886968" cy="502920"/>
          </a:xfrm>
          <a:prstGeom prst="rect">
            <a:avLst/>
          </a:prstGeom>
          <a:noFill/>
          <a:ln/>
        </p:spPr>
        <p:txBody>
          <a:bodyPr wrap="square" lIns="0" tIns="0" rIns="0" bIns="0" rtlCol="0" anchor="ctr">
            <a:normAutofit/>
          </a:bodyPr>
          <a:lstStyle/>
          <a:p>
            <a:pPr marL="0" indent="0" algn="ctr">
              <a:buNone/>
            </a:pPr>
            <a:r>
              <a:rPr lang="en-US" sz="3300" b="1" dirty="0">
                <a:solidFill>
                  <a:srgbClr val="F743A0"/>
                </a:solidFill>
                <a:latin typeface="Poppins" panose="00000500000000000000" pitchFamily="2" charset="0"/>
                <a:ea typeface="Aptos" pitchFamily="34" charset="-122"/>
                <a:cs typeface="Poppins" panose="00000500000000000000" pitchFamily="2" charset="0"/>
              </a:rPr>
              <a:t>◎</a:t>
            </a:r>
            <a:endParaRPr lang="en-US" sz="3300" dirty="0">
              <a:latin typeface="Poppins" panose="00000500000000000000" pitchFamily="2" charset="0"/>
              <a:cs typeface="Poppins" panose="00000500000000000000" pitchFamily="2" charset="0"/>
            </a:endParaRPr>
          </a:p>
        </p:txBody>
      </p:sp>
      <p:sp>
        <p:nvSpPr>
          <p:cNvPr id="166" name="Text 127">
            <a:extLst>
              <a:ext uri="{FF2B5EF4-FFF2-40B4-BE49-F238E27FC236}">
                <a16:creationId xmlns:a16="http://schemas.microsoft.com/office/drawing/2014/main" id="{7CA4977F-910A-2839-273F-AD7CD6B4B8D1}"/>
              </a:ext>
            </a:extLst>
          </p:cNvPr>
          <p:cNvSpPr/>
          <p:nvPr/>
        </p:nvSpPr>
        <p:spPr>
          <a:xfrm>
            <a:off x="7488936" y="4443984"/>
            <a:ext cx="1344168" cy="576072"/>
          </a:xfrm>
          <a:prstGeom prst="rect">
            <a:avLst/>
          </a:prstGeom>
          <a:noFill/>
          <a:ln/>
        </p:spPr>
        <p:txBody>
          <a:bodyPr wrap="square" lIns="0" tIns="0" rIns="0" bIns="0" rtlCol="0" anchor="ctr">
            <a:normAutofit/>
          </a:bodyPr>
          <a:lstStyle/>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MORE</a:t>
            </a:r>
            <a:endParaRPr lang="en-US" sz="1420" dirty="0">
              <a:latin typeface="Poppins" panose="00000500000000000000" pitchFamily="2" charset="0"/>
              <a:cs typeface="Poppins" panose="00000500000000000000" pitchFamily="2" charset="0"/>
            </a:endParaRPr>
          </a:p>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AUTONOMY</a:t>
            </a:r>
            <a:endParaRPr lang="en-US" sz="1420" dirty="0">
              <a:latin typeface="Poppins" panose="00000500000000000000" pitchFamily="2" charset="0"/>
              <a:cs typeface="Poppins" panose="00000500000000000000" pitchFamily="2" charset="0"/>
            </a:endParaRPr>
          </a:p>
        </p:txBody>
      </p:sp>
      <p:sp>
        <p:nvSpPr>
          <p:cNvPr id="168" name="Shape 128">
            <a:extLst>
              <a:ext uri="{FF2B5EF4-FFF2-40B4-BE49-F238E27FC236}">
                <a16:creationId xmlns:a16="http://schemas.microsoft.com/office/drawing/2014/main" id="{F1C1C914-2E68-4426-CF35-4DDFDEF8106F}"/>
              </a:ext>
            </a:extLst>
          </p:cNvPr>
          <p:cNvSpPr/>
          <p:nvPr/>
        </p:nvSpPr>
        <p:spPr>
          <a:xfrm>
            <a:off x="9436608" y="3456432"/>
            <a:ext cx="1600200" cy="1682496"/>
          </a:xfrm>
          <a:prstGeom prst="roundRect">
            <a:avLst>
              <a:gd name="adj" fmla="val 5143"/>
            </a:avLst>
          </a:prstGeom>
          <a:solidFill>
            <a:srgbClr val="101D32">
              <a:alpha val="97000"/>
            </a:srgbClr>
          </a:solidFill>
          <a:ln w="13970">
            <a:solidFill>
              <a:srgbClr val="735BFF"/>
            </a:solidFill>
            <a:prstDash val="solid"/>
          </a:ln>
          <a:effectLst>
            <a:outerShdw blurRad="25400" dist="50800" dir="2700000" algn="bl" rotWithShape="0">
              <a:srgbClr val="000000">
                <a:alpha val="20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70" name="Shape 129">
            <a:extLst>
              <a:ext uri="{FF2B5EF4-FFF2-40B4-BE49-F238E27FC236}">
                <a16:creationId xmlns:a16="http://schemas.microsoft.com/office/drawing/2014/main" id="{D7994522-72DE-32A5-0415-E42EB726DFEA}"/>
              </a:ext>
            </a:extLst>
          </p:cNvPr>
          <p:cNvSpPr/>
          <p:nvPr/>
        </p:nvSpPr>
        <p:spPr>
          <a:xfrm>
            <a:off x="9464040" y="3483864"/>
            <a:ext cx="1545336" cy="36576"/>
          </a:xfrm>
          <a:prstGeom prst="rect">
            <a:avLst/>
          </a:prstGeom>
          <a:solidFill>
            <a:srgbClr val="735BFF"/>
          </a:solidFill>
          <a:ln w="12700">
            <a:solidFill>
              <a:srgbClr val="735B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72" name="Text 130">
            <a:extLst>
              <a:ext uri="{FF2B5EF4-FFF2-40B4-BE49-F238E27FC236}">
                <a16:creationId xmlns:a16="http://schemas.microsoft.com/office/drawing/2014/main" id="{D14E843D-5986-9487-31B4-99F6DDB19CC6}"/>
              </a:ext>
            </a:extLst>
          </p:cNvPr>
          <p:cNvSpPr/>
          <p:nvPr/>
        </p:nvSpPr>
        <p:spPr>
          <a:xfrm>
            <a:off x="9793224" y="3730752"/>
            <a:ext cx="886968" cy="502920"/>
          </a:xfrm>
          <a:prstGeom prst="rect">
            <a:avLst/>
          </a:prstGeom>
          <a:noFill/>
          <a:ln/>
        </p:spPr>
        <p:txBody>
          <a:bodyPr wrap="square" lIns="0" tIns="0" rIns="0" bIns="0" rtlCol="0" anchor="ctr">
            <a:normAutofit/>
          </a:bodyPr>
          <a:lstStyle/>
          <a:p>
            <a:pPr marL="0" indent="0" algn="ctr">
              <a:buNone/>
            </a:pPr>
            <a:r>
              <a:rPr lang="en-US" sz="3300" b="1" dirty="0">
                <a:solidFill>
                  <a:srgbClr val="735BFF"/>
                </a:solidFill>
                <a:latin typeface="Poppins" panose="00000500000000000000" pitchFamily="2" charset="0"/>
                <a:ea typeface="Aptos" pitchFamily="34" charset="-122"/>
                <a:cs typeface="Poppins" panose="00000500000000000000" pitchFamily="2" charset="0"/>
              </a:rPr>
              <a:t>↻</a:t>
            </a:r>
            <a:endParaRPr lang="en-US" sz="3300" dirty="0">
              <a:latin typeface="Poppins" panose="00000500000000000000" pitchFamily="2" charset="0"/>
              <a:cs typeface="Poppins" panose="00000500000000000000" pitchFamily="2" charset="0"/>
            </a:endParaRPr>
          </a:p>
        </p:txBody>
      </p:sp>
      <p:sp>
        <p:nvSpPr>
          <p:cNvPr id="174" name="Text 131">
            <a:extLst>
              <a:ext uri="{FF2B5EF4-FFF2-40B4-BE49-F238E27FC236}">
                <a16:creationId xmlns:a16="http://schemas.microsoft.com/office/drawing/2014/main" id="{67A1319E-2DE9-4949-3CB2-612EFB4D9B4E}"/>
              </a:ext>
            </a:extLst>
          </p:cNvPr>
          <p:cNvSpPr/>
          <p:nvPr/>
        </p:nvSpPr>
        <p:spPr>
          <a:xfrm>
            <a:off x="9564624" y="4443984"/>
            <a:ext cx="1344168" cy="576072"/>
          </a:xfrm>
          <a:prstGeom prst="rect">
            <a:avLst/>
          </a:prstGeom>
          <a:noFill/>
          <a:ln/>
        </p:spPr>
        <p:txBody>
          <a:bodyPr wrap="square" lIns="0" tIns="0" rIns="0" bIns="0" rtlCol="0" anchor="ctr">
            <a:normAutofit/>
          </a:bodyPr>
          <a:lstStyle/>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NEXT</a:t>
            </a:r>
            <a:endParaRPr lang="en-US" sz="1420" dirty="0">
              <a:latin typeface="Poppins" panose="00000500000000000000" pitchFamily="2" charset="0"/>
              <a:cs typeface="Poppins" panose="00000500000000000000" pitchFamily="2" charset="0"/>
            </a:endParaRPr>
          </a:p>
          <a:p>
            <a:pPr marL="0" indent="0" algn="ctr">
              <a:buNone/>
            </a:pPr>
            <a:r>
              <a:rPr lang="en-US" sz="1420" b="1" dirty="0">
                <a:solidFill>
                  <a:srgbClr val="F7FBFF"/>
                </a:solidFill>
                <a:latin typeface="Poppins" panose="00000500000000000000" pitchFamily="2" charset="0"/>
                <a:ea typeface="Aptos" pitchFamily="34" charset="-122"/>
                <a:cs typeface="Poppins" panose="00000500000000000000" pitchFamily="2" charset="0"/>
              </a:rPr>
              <a:t>GAME</a:t>
            </a:r>
            <a:endParaRPr lang="en-US" sz="1420" dirty="0">
              <a:latin typeface="Poppins" panose="00000500000000000000" pitchFamily="2" charset="0"/>
              <a:cs typeface="Poppins" panose="00000500000000000000" pitchFamily="2" charset="0"/>
            </a:endParaRPr>
          </a:p>
        </p:txBody>
      </p:sp>
      <p:sp>
        <p:nvSpPr>
          <p:cNvPr id="176" name="Shape 132">
            <a:extLst>
              <a:ext uri="{FF2B5EF4-FFF2-40B4-BE49-F238E27FC236}">
                <a16:creationId xmlns:a16="http://schemas.microsoft.com/office/drawing/2014/main" id="{DC53C65C-FEAD-440D-1827-F2B32299A2D0}"/>
              </a:ext>
            </a:extLst>
          </p:cNvPr>
          <p:cNvSpPr/>
          <p:nvPr/>
        </p:nvSpPr>
        <p:spPr>
          <a:xfrm>
            <a:off x="1380744" y="5486400"/>
            <a:ext cx="9345168" cy="896112"/>
          </a:xfrm>
          <a:prstGeom prst="roundRect">
            <a:avLst>
              <a:gd name="adj" fmla="val 9184"/>
            </a:avLst>
          </a:prstGeom>
          <a:solidFill>
            <a:srgbClr val="101D32"/>
          </a:solidFill>
          <a:ln w="13970">
            <a:solidFill>
              <a:srgbClr val="3B6EA0"/>
            </a:solidFill>
            <a:prstDash val="solid"/>
          </a:ln>
          <a:effectLst>
            <a:outerShdw blurRad="25400" dist="50800" dir="2700000" algn="bl" rotWithShape="0">
              <a:srgbClr val="000000">
                <a:alpha val="20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78" name="Shape 133">
            <a:extLst>
              <a:ext uri="{FF2B5EF4-FFF2-40B4-BE49-F238E27FC236}">
                <a16:creationId xmlns:a16="http://schemas.microsoft.com/office/drawing/2014/main" id="{7F3A788C-D871-399A-6883-89CF9517F742}"/>
              </a:ext>
            </a:extLst>
          </p:cNvPr>
          <p:cNvSpPr/>
          <p:nvPr/>
        </p:nvSpPr>
        <p:spPr>
          <a:xfrm>
            <a:off x="1435608" y="5623560"/>
            <a:ext cx="50292" cy="630936"/>
          </a:xfrm>
          <a:prstGeom prst="rect">
            <a:avLst/>
          </a:prstGeom>
          <a:solidFill>
            <a:srgbClr val="2791FF"/>
          </a:solidFill>
          <a:ln w="12700">
            <a:solidFill>
              <a:srgbClr val="2791F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84" name="Text 136">
            <a:extLst>
              <a:ext uri="{FF2B5EF4-FFF2-40B4-BE49-F238E27FC236}">
                <a16:creationId xmlns:a16="http://schemas.microsoft.com/office/drawing/2014/main" id="{486B8A10-6182-CB02-3C7E-61F0D3CAC26E}"/>
              </a:ext>
            </a:extLst>
          </p:cNvPr>
          <p:cNvSpPr/>
          <p:nvPr/>
        </p:nvSpPr>
        <p:spPr>
          <a:xfrm>
            <a:off x="1815031" y="5676217"/>
            <a:ext cx="1033272" cy="466344"/>
          </a:xfrm>
          <a:prstGeom prst="rect">
            <a:avLst/>
          </a:prstGeom>
          <a:noFill/>
          <a:ln/>
        </p:spPr>
        <p:txBody>
          <a:bodyPr wrap="square" lIns="0" tIns="0" rIns="0" bIns="0" rtlCol="0" anchor="ctr">
            <a:normAutofit/>
          </a:bodyPr>
          <a:lstStyle/>
          <a:p>
            <a:pPr marL="0" indent="0" algn="l">
              <a:buNone/>
            </a:pPr>
            <a:r>
              <a:rPr lang="en-US" sz="1400" b="1" dirty="0">
                <a:solidFill>
                  <a:srgbClr val="2791FF"/>
                </a:solidFill>
                <a:latin typeface="Poppins" panose="00000500000000000000" pitchFamily="2" charset="0"/>
                <a:ea typeface="Aptos" pitchFamily="34" charset="-122"/>
                <a:cs typeface="Poppins" panose="00000500000000000000" pitchFamily="2" charset="0"/>
              </a:rPr>
              <a:t>Principle:</a:t>
            </a:r>
            <a:endParaRPr lang="en-US" sz="1400" dirty="0">
              <a:latin typeface="Poppins" panose="00000500000000000000" pitchFamily="2" charset="0"/>
              <a:cs typeface="Poppins" panose="00000500000000000000" pitchFamily="2" charset="0"/>
            </a:endParaRPr>
          </a:p>
        </p:txBody>
      </p:sp>
      <p:sp>
        <p:nvSpPr>
          <p:cNvPr id="186" name="Text 137">
            <a:extLst>
              <a:ext uri="{FF2B5EF4-FFF2-40B4-BE49-F238E27FC236}">
                <a16:creationId xmlns:a16="http://schemas.microsoft.com/office/drawing/2014/main" id="{27011AFD-1898-68D5-396C-AD6CD18644B8}"/>
              </a:ext>
            </a:extLst>
          </p:cNvPr>
          <p:cNvSpPr/>
          <p:nvPr/>
        </p:nvSpPr>
        <p:spPr>
          <a:xfrm>
            <a:off x="2898648" y="5705856"/>
            <a:ext cx="7159752" cy="374904"/>
          </a:xfrm>
          <a:prstGeom prst="rect">
            <a:avLst/>
          </a:prstGeom>
          <a:noFill/>
          <a:ln/>
        </p:spPr>
        <p:txBody>
          <a:bodyPr wrap="square" lIns="0" tIns="0" rIns="0" bIns="0" rtlCol="0" anchor="ctr">
            <a:normAutofit/>
          </a:bodyPr>
          <a:lstStyle/>
          <a:p>
            <a:pPr marL="0" indent="0" algn="l">
              <a:buNone/>
            </a:pPr>
            <a:r>
              <a:rPr lang="en-US" sz="1400" b="1" dirty="0">
                <a:solidFill>
                  <a:srgbClr val="F7FBFF"/>
                </a:solidFill>
                <a:latin typeface="Poppins" panose="00000500000000000000" pitchFamily="2" charset="0"/>
                <a:ea typeface="Aptos" pitchFamily="34" charset="-122"/>
                <a:cs typeface="Poppins" panose="00000500000000000000" pitchFamily="2" charset="0"/>
              </a:rPr>
              <a:t>if the user performs well, reduce help and make the task more transparent.</a:t>
            </a:r>
            <a:endParaRPr lang="en-US" sz="1400" dirty="0">
              <a:latin typeface="Poppins" panose="00000500000000000000" pitchFamily="2" charset="0"/>
              <a:cs typeface="Poppins" panose="00000500000000000000" pitchFamily="2"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781AB9C6-9436-FAFE-55B6-D9C6AE92045F}"/>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E2568566-0F74-8281-CCCC-791FF08162F8}"/>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09727DFB-70F4-F765-FD7F-59CB5153A83A}"/>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0DD11828-D995-FEB5-430D-1E640FD2EC3D}"/>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D9D36AB4-3310-C096-4067-443AE5D156D5}"/>
              </a:ext>
            </a:extLst>
          </p:cNvPr>
          <p:cNvSpPr txBox="1"/>
          <p:nvPr/>
        </p:nvSpPr>
        <p:spPr>
          <a:xfrm>
            <a:off x="685800" y="1142703"/>
            <a:ext cx="5381633" cy="3874522"/>
          </a:xfrm>
          <a:prstGeom prst="rect">
            <a:avLst/>
          </a:prstGeom>
          <a:effectLst>
            <a:outerShdw blurRad="50800" dist="38100" dir="2700000" algn="tl" rotWithShape="0">
              <a:prstClr val="black">
                <a:alpha val="40000"/>
              </a:prstClr>
            </a:outerShdw>
          </a:effectLst>
        </p:spPr>
        <p:txBody>
          <a:bodyPr lIns="0" tIns="0" rIns="0" bIns="0" rtlCol="0" anchor="t">
            <a:spAutoFit/>
          </a:bodyPr>
          <a:lstStyle/>
          <a:p>
            <a:pPr>
              <a:lnSpc>
                <a:spcPts val="33120"/>
              </a:lnSpc>
            </a:pPr>
            <a:r>
              <a:rPr lang="en-US" sz="23657" b="1" dirty="0">
                <a:solidFill>
                  <a:srgbClr val="A676FF"/>
                </a:solidFill>
                <a:latin typeface="Bebas Neue Bold"/>
                <a:ea typeface="Bebas Neue Bold"/>
                <a:cs typeface="Bebas Neue Bold"/>
                <a:sym typeface="Bebas Neue Bold"/>
              </a:rPr>
              <a:t>06.</a:t>
            </a:r>
          </a:p>
        </p:txBody>
      </p:sp>
      <p:sp>
        <p:nvSpPr>
          <p:cNvPr id="36" name="TextBox 8">
            <a:extLst>
              <a:ext uri="{FF2B5EF4-FFF2-40B4-BE49-F238E27FC236}">
                <a16:creationId xmlns:a16="http://schemas.microsoft.com/office/drawing/2014/main" id="{7EC8E363-EEB5-57D4-1539-4BE7388F2B37}"/>
              </a:ext>
            </a:extLst>
          </p:cNvPr>
          <p:cNvSpPr txBox="1"/>
          <p:nvPr/>
        </p:nvSpPr>
        <p:spPr>
          <a:xfrm>
            <a:off x="685800" y="5113026"/>
            <a:ext cx="11325578" cy="1231106"/>
          </a:xfrm>
          <a:prstGeom prst="rect">
            <a:avLst/>
          </a:prstGeom>
        </p:spPr>
        <p:txBody>
          <a:bodyPr wrap="square" lIns="0" tIns="0" rIns="0" bIns="0" rtlCol="0" anchor="t">
            <a:spAutoFit/>
          </a:bodyPr>
          <a:lstStyle/>
          <a:p>
            <a:r>
              <a:rPr lang="en-US" sz="8000" b="1" dirty="0">
                <a:solidFill>
                  <a:srgbClr val="002060"/>
                </a:solidFill>
                <a:latin typeface="Bebas Neue Bold" panose="020B0604020202020204" charset="0"/>
                <a:ea typeface="Arial Narrow" pitchFamily="34" charset="-122"/>
                <a:cs typeface="Poppins" panose="00000500000000000000" pitchFamily="2" charset="0"/>
              </a:rPr>
              <a:t>CONCLUSIONS</a:t>
            </a:r>
          </a:p>
        </p:txBody>
      </p:sp>
    </p:spTree>
    <p:extLst>
      <p:ext uri="{BB962C8B-B14F-4D97-AF65-F5344CB8AC3E}">
        <p14:creationId xmlns:p14="http://schemas.microsoft.com/office/powerpoint/2010/main" val="276625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BAF21406-0BE9-5BA2-ED2B-79E8E2AECE6B}"/>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C6C8F799-A578-C369-80A6-C879502E3B4F}"/>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CED67A92-64AB-7707-05FA-92F18DE96811}"/>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2BD0A921-C208-9232-EFEA-05120B974BCA}"/>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 name="Text 8">
            <a:extLst>
              <a:ext uri="{FF2B5EF4-FFF2-40B4-BE49-F238E27FC236}">
                <a16:creationId xmlns:a16="http://schemas.microsoft.com/office/drawing/2014/main" id="{A6F96A07-DA8D-902C-9BFF-2FEC11937345}"/>
              </a:ext>
            </a:extLst>
          </p:cNvPr>
          <p:cNvSpPr/>
          <p:nvPr/>
        </p:nvSpPr>
        <p:spPr>
          <a:xfrm>
            <a:off x="411480" y="320040"/>
            <a:ext cx="1005840" cy="502920"/>
          </a:xfrm>
          <a:prstGeom prst="rect">
            <a:avLst/>
          </a:prstGeom>
          <a:noFill/>
          <a:ln/>
        </p:spPr>
        <p:txBody>
          <a:bodyPr wrap="square" lIns="0" tIns="0" rIns="0" bIns="0" rtlCol="0" anchor="ctr"/>
          <a:lstStyle/>
          <a:p>
            <a:pPr marL="0" indent="0">
              <a:buNone/>
            </a:pPr>
            <a:r>
              <a:rPr lang="en-US" sz="3800" b="1" dirty="0">
                <a:solidFill>
                  <a:srgbClr val="FFC400"/>
                </a:solidFill>
                <a:latin typeface="Poppins" panose="00000500000000000000" pitchFamily="2" charset="0"/>
                <a:ea typeface="Arial Narrow" pitchFamily="34" charset="-122"/>
                <a:cs typeface="Poppins" panose="00000500000000000000" pitchFamily="2" charset="0"/>
              </a:rPr>
              <a:t>06.</a:t>
            </a:r>
            <a:endParaRPr lang="en-US" sz="3800" dirty="0">
              <a:latin typeface="Poppins" panose="00000500000000000000" pitchFamily="2" charset="0"/>
              <a:cs typeface="Poppins" panose="00000500000000000000" pitchFamily="2" charset="0"/>
            </a:endParaRPr>
          </a:p>
        </p:txBody>
      </p:sp>
      <p:sp>
        <p:nvSpPr>
          <p:cNvPr id="11" name="Text 9">
            <a:extLst>
              <a:ext uri="{FF2B5EF4-FFF2-40B4-BE49-F238E27FC236}">
                <a16:creationId xmlns:a16="http://schemas.microsoft.com/office/drawing/2014/main" id="{BAE88AC1-D74F-E901-D5BB-C73D60AABFA8}"/>
              </a:ext>
            </a:extLst>
          </p:cNvPr>
          <p:cNvSpPr/>
          <p:nvPr/>
        </p:nvSpPr>
        <p:spPr>
          <a:xfrm>
            <a:off x="1417320" y="310896"/>
            <a:ext cx="9509760" cy="594360"/>
          </a:xfrm>
          <a:prstGeom prst="rect">
            <a:avLst/>
          </a:prstGeom>
          <a:noFill/>
          <a:ln/>
        </p:spPr>
        <p:txBody>
          <a:bodyPr wrap="square" lIns="0" tIns="0" rIns="0" bIns="0" rtlCol="0" anchor="ctr">
            <a:normAutofit/>
          </a:bodyPr>
          <a:lstStyle/>
          <a:p>
            <a:pPr marL="0" indent="0">
              <a:buNone/>
            </a:pPr>
            <a:r>
              <a:rPr lang="en-US" sz="3700" b="1" dirty="0">
                <a:solidFill>
                  <a:srgbClr val="002060"/>
                </a:solidFill>
                <a:latin typeface="Poppins" panose="00000500000000000000" pitchFamily="2" charset="0"/>
                <a:ea typeface="Arial Narrow" pitchFamily="34" charset="-122"/>
                <a:cs typeface="Poppins" panose="00000500000000000000" pitchFamily="2" charset="0"/>
              </a:rPr>
              <a:t>DEMONSTRATION &amp; LOGGING</a:t>
            </a:r>
            <a:endParaRPr lang="en-US" sz="3700" dirty="0">
              <a:solidFill>
                <a:srgbClr val="002060"/>
              </a:solidFill>
              <a:latin typeface="Poppins" panose="00000500000000000000" pitchFamily="2" charset="0"/>
              <a:cs typeface="Poppins" panose="00000500000000000000" pitchFamily="2" charset="0"/>
            </a:endParaRPr>
          </a:p>
        </p:txBody>
      </p:sp>
      <p:sp>
        <p:nvSpPr>
          <p:cNvPr id="12" name="Text 10">
            <a:extLst>
              <a:ext uri="{FF2B5EF4-FFF2-40B4-BE49-F238E27FC236}">
                <a16:creationId xmlns:a16="http://schemas.microsoft.com/office/drawing/2014/main" id="{49BA6810-5CE4-B0FE-5F91-5184AE8A4A8C}"/>
              </a:ext>
            </a:extLst>
          </p:cNvPr>
          <p:cNvSpPr/>
          <p:nvPr/>
        </p:nvSpPr>
        <p:spPr>
          <a:xfrm>
            <a:off x="502919" y="987552"/>
            <a:ext cx="11045614" cy="329184"/>
          </a:xfrm>
          <a:prstGeom prst="rect">
            <a:avLst/>
          </a:prstGeom>
          <a:noFill/>
          <a:ln/>
        </p:spPr>
        <p:txBody>
          <a:bodyPr wrap="square" lIns="0" tIns="0" rIns="0" bIns="0" rtlCol="0" anchor="ctr"/>
          <a:lstStyle/>
          <a:p>
            <a:r>
              <a:rPr lang="en-US" sz="1550" b="1" dirty="0">
                <a:solidFill>
                  <a:srgbClr val="002060"/>
                </a:solidFill>
                <a:latin typeface="Poppins" panose="00000500000000000000" pitchFamily="2" charset="0"/>
                <a:ea typeface="Aptos" pitchFamily="34" charset="-122"/>
                <a:cs typeface="Poppins" panose="00000500000000000000" pitchFamily="2" charset="0"/>
              </a:rPr>
              <a:t>Live proof that transparent control, feedback, assistance, and data logging work together</a:t>
            </a:r>
            <a:endParaRPr lang="en-US" sz="1550" dirty="0">
              <a:solidFill>
                <a:srgbClr val="002060"/>
              </a:solidFill>
              <a:latin typeface="Poppins" panose="00000500000000000000" pitchFamily="2" charset="0"/>
              <a:cs typeface="Poppins" panose="00000500000000000000" pitchFamily="2" charset="0"/>
            </a:endParaRPr>
          </a:p>
        </p:txBody>
      </p:sp>
      <p:grpSp>
        <p:nvGrpSpPr>
          <p:cNvPr id="105" name="Group 116">
            <a:extLst>
              <a:ext uri="{FF2B5EF4-FFF2-40B4-BE49-F238E27FC236}">
                <a16:creationId xmlns:a16="http://schemas.microsoft.com/office/drawing/2014/main" id="{96454A22-C4EB-8263-8F36-E623D5FFC21D}"/>
              </a:ext>
            </a:extLst>
          </p:cNvPr>
          <p:cNvGrpSpPr/>
          <p:nvPr/>
        </p:nvGrpSpPr>
        <p:grpSpPr>
          <a:xfrm>
            <a:off x="302241" y="1912843"/>
            <a:ext cx="2534361" cy="3330511"/>
            <a:chOff x="0" y="0"/>
            <a:chExt cx="5068722" cy="6661023"/>
          </a:xfrm>
        </p:grpSpPr>
        <p:sp>
          <p:nvSpPr>
            <p:cNvPr id="106" name="Freeform 117">
              <a:extLst>
                <a:ext uri="{FF2B5EF4-FFF2-40B4-BE49-F238E27FC236}">
                  <a16:creationId xmlns:a16="http://schemas.microsoft.com/office/drawing/2014/main" id="{C3AD5587-67CF-5411-D7E0-6C7CF0818909}"/>
                </a:ext>
              </a:extLst>
            </p:cNvPr>
            <p:cNvSpPr/>
            <p:nvPr/>
          </p:nvSpPr>
          <p:spPr>
            <a:xfrm>
              <a:off x="0" y="0"/>
              <a:ext cx="5068697" cy="6661023"/>
            </a:xfrm>
            <a:custGeom>
              <a:avLst/>
              <a:gdLst/>
              <a:ahLst/>
              <a:cxnLst/>
              <a:rect l="l" t="t" r="r" b="b"/>
              <a:pathLst>
                <a:path w="5068697" h="6661023">
                  <a:moveTo>
                    <a:pt x="0" y="331724"/>
                  </a:moveTo>
                  <a:cubicBezTo>
                    <a:pt x="0" y="148590"/>
                    <a:pt x="148590" y="0"/>
                    <a:pt x="331724" y="0"/>
                  </a:cubicBezTo>
                  <a:lnTo>
                    <a:pt x="4736973" y="0"/>
                  </a:lnTo>
                  <a:cubicBezTo>
                    <a:pt x="4920234" y="0"/>
                    <a:pt x="5068697" y="148590"/>
                    <a:pt x="5068697" y="331724"/>
                  </a:cubicBezTo>
                  <a:lnTo>
                    <a:pt x="5068697" y="6329299"/>
                  </a:lnTo>
                  <a:cubicBezTo>
                    <a:pt x="5068697" y="6512560"/>
                    <a:pt x="4920107" y="6661023"/>
                    <a:pt x="4736973" y="6661023"/>
                  </a:cubicBezTo>
                  <a:lnTo>
                    <a:pt x="331724" y="6661023"/>
                  </a:lnTo>
                  <a:cubicBezTo>
                    <a:pt x="148590" y="6661023"/>
                    <a:pt x="0" y="6512433"/>
                    <a:pt x="0" y="6329299"/>
                  </a:cubicBezTo>
                  <a:close/>
                </a:path>
              </a:pathLst>
            </a:custGeom>
            <a:solidFill>
              <a:srgbClr val="041A30"/>
            </a:solidFill>
            <a:ln w="26691" cap="sq">
              <a:solidFill>
                <a:srgbClr val="24D6FF"/>
              </a:solidFill>
              <a:prstDash val="solid"/>
              <a:miter/>
            </a:ln>
          </p:spPr>
          <p:txBody>
            <a:bodyPr/>
            <a:lstStyle/>
            <a:p>
              <a:endParaRPr lang="en-US"/>
            </a:p>
          </p:txBody>
        </p:sp>
      </p:grpSp>
      <p:grpSp>
        <p:nvGrpSpPr>
          <p:cNvPr id="107" name="Group 118">
            <a:extLst>
              <a:ext uri="{FF2B5EF4-FFF2-40B4-BE49-F238E27FC236}">
                <a16:creationId xmlns:a16="http://schemas.microsoft.com/office/drawing/2014/main" id="{EDCC7D28-31F2-D2E4-ABB9-4DF190306C68}"/>
              </a:ext>
            </a:extLst>
          </p:cNvPr>
          <p:cNvGrpSpPr/>
          <p:nvPr/>
        </p:nvGrpSpPr>
        <p:grpSpPr>
          <a:xfrm>
            <a:off x="550278" y="2252390"/>
            <a:ext cx="656469" cy="656469"/>
            <a:chOff x="0" y="0"/>
            <a:chExt cx="1312939" cy="1312939"/>
          </a:xfrm>
        </p:grpSpPr>
        <p:sp>
          <p:nvSpPr>
            <p:cNvPr id="108" name="Freeform 119">
              <a:extLst>
                <a:ext uri="{FF2B5EF4-FFF2-40B4-BE49-F238E27FC236}">
                  <a16:creationId xmlns:a16="http://schemas.microsoft.com/office/drawing/2014/main" id="{E3F19341-35CB-34C1-DB1E-738F63155B61}"/>
                </a:ext>
              </a:extLst>
            </p:cNvPr>
            <p:cNvSpPr/>
            <p:nvPr/>
          </p:nvSpPr>
          <p:spPr>
            <a:xfrm>
              <a:off x="0" y="0"/>
              <a:ext cx="1312926" cy="1312926"/>
            </a:xfrm>
            <a:custGeom>
              <a:avLst/>
              <a:gdLst/>
              <a:ahLst/>
              <a:cxnLst/>
              <a:rect l="l" t="t" r="r" b="b"/>
              <a:pathLst>
                <a:path w="1312926" h="1312926">
                  <a:moveTo>
                    <a:pt x="0" y="656463"/>
                  </a:moveTo>
                  <a:cubicBezTo>
                    <a:pt x="0" y="293878"/>
                    <a:pt x="293878" y="0"/>
                    <a:pt x="656463" y="0"/>
                  </a:cubicBezTo>
                  <a:cubicBezTo>
                    <a:pt x="1019048" y="0"/>
                    <a:pt x="1312926" y="293878"/>
                    <a:pt x="1312926" y="656463"/>
                  </a:cubicBezTo>
                  <a:cubicBezTo>
                    <a:pt x="1312926" y="1019048"/>
                    <a:pt x="1019048" y="1312926"/>
                    <a:pt x="656463" y="1312926"/>
                  </a:cubicBezTo>
                  <a:cubicBezTo>
                    <a:pt x="293878" y="1312926"/>
                    <a:pt x="0" y="1019048"/>
                    <a:pt x="0" y="656463"/>
                  </a:cubicBezTo>
                  <a:close/>
                </a:path>
              </a:pathLst>
            </a:custGeom>
            <a:blipFill>
              <a:blip r:embed="rId3">
                <a:alphaModFix amt="0"/>
              </a:blip>
              <a:stretch>
                <a:fillRect l="-78304" r="-78305"/>
              </a:stretch>
            </a:blipFill>
            <a:ln w="23831" cap="sq">
              <a:solidFill>
                <a:srgbClr val="24D6FF"/>
              </a:solidFill>
              <a:prstDash val="solid"/>
              <a:miter/>
            </a:ln>
          </p:spPr>
          <p:txBody>
            <a:bodyPr/>
            <a:lstStyle/>
            <a:p>
              <a:endParaRPr lang="en-US"/>
            </a:p>
          </p:txBody>
        </p:sp>
      </p:grpSp>
      <p:grpSp>
        <p:nvGrpSpPr>
          <p:cNvPr id="109" name="Group 120">
            <a:extLst>
              <a:ext uri="{FF2B5EF4-FFF2-40B4-BE49-F238E27FC236}">
                <a16:creationId xmlns:a16="http://schemas.microsoft.com/office/drawing/2014/main" id="{3350F42B-CCA7-6AED-52E6-C0C476176FB3}"/>
              </a:ext>
            </a:extLst>
          </p:cNvPr>
          <p:cNvGrpSpPr/>
          <p:nvPr/>
        </p:nvGrpSpPr>
        <p:grpSpPr>
          <a:xfrm>
            <a:off x="713791" y="2360994"/>
            <a:ext cx="366046" cy="320287"/>
            <a:chOff x="0" y="0"/>
            <a:chExt cx="732092" cy="640575"/>
          </a:xfrm>
        </p:grpSpPr>
        <p:sp>
          <p:nvSpPr>
            <p:cNvPr id="110" name="Freeform 121">
              <a:extLst>
                <a:ext uri="{FF2B5EF4-FFF2-40B4-BE49-F238E27FC236}">
                  <a16:creationId xmlns:a16="http://schemas.microsoft.com/office/drawing/2014/main" id="{E7A43347-0667-9510-8A82-A048F6EBF9B2}"/>
                </a:ext>
              </a:extLst>
            </p:cNvPr>
            <p:cNvSpPr/>
            <p:nvPr/>
          </p:nvSpPr>
          <p:spPr>
            <a:xfrm>
              <a:off x="0" y="0"/>
              <a:ext cx="732092" cy="640580"/>
            </a:xfrm>
            <a:custGeom>
              <a:avLst/>
              <a:gdLst/>
              <a:ahLst/>
              <a:cxnLst/>
              <a:rect l="l" t="t" r="r" b="b"/>
              <a:pathLst>
                <a:path w="732092" h="640580">
                  <a:moveTo>
                    <a:pt x="0" y="0"/>
                  </a:moveTo>
                  <a:lnTo>
                    <a:pt x="732092" y="0"/>
                  </a:lnTo>
                  <a:lnTo>
                    <a:pt x="732092" y="640580"/>
                  </a:lnTo>
                  <a:lnTo>
                    <a:pt x="0" y="640580"/>
                  </a:lnTo>
                  <a:close/>
                </a:path>
              </a:pathLst>
            </a:custGeom>
            <a:blipFill>
              <a:blip r:embed="rId3">
                <a:alphaModFix amt="0"/>
              </a:blip>
              <a:stretch>
                <a:fillRect l="-62264" r="-62264"/>
              </a:stretch>
            </a:blipFill>
          </p:spPr>
          <p:txBody>
            <a:bodyPr/>
            <a:lstStyle/>
            <a:p>
              <a:endParaRPr lang="en-US"/>
            </a:p>
          </p:txBody>
        </p:sp>
        <p:sp>
          <p:nvSpPr>
            <p:cNvPr id="111" name="TextBox 122">
              <a:extLst>
                <a:ext uri="{FF2B5EF4-FFF2-40B4-BE49-F238E27FC236}">
                  <a16:creationId xmlns:a16="http://schemas.microsoft.com/office/drawing/2014/main" id="{2496BB9C-1C6E-A66E-AB2E-15800D81022A}"/>
                </a:ext>
              </a:extLst>
            </p:cNvPr>
            <p:cNvSpPr txBox="1"/>
            <p:nvPr/>
          </p:nvSpPr>
          <p:spPr>
            <a:xfrm>
              <a:off x="0" y="-28575"/>
              <a:ext cx="732092" cy="669150"/>
            </a:xfrm>
            <a:prstGeom prst="rect">
              <a:avLst/>
            </a:prstGeom>
          </p:spPr>
          <p:txBody>
            <a:bodyPr lIns="0" tIns="0" rIns="0" bIns="0" rtlCol="0" anchor="ctr"/>
            <a:lstStyle/>
            <a:p>
              <a:pPr algn="ctr">
                <a:lnSpc>
                  <a:spcPts val="2642"/>
                </a:lnSpc>
              </a:pPr>
              <a:r>
                <a:rPr lang="en-US" sz="2201" b="1">
                  <a:solidFill>
                    <a:srgbClr val="24D6FF"/>
                  </a:solidFill>
                  <a:latin typeface="Arial Bold"/>
                  <a:ea typeface="Arial Bold"/>
                  <a:cs typeface="Arial Bold"/>
                  <a:sym typeface="Arial Bold"/>
                </a:rPr>
                <a:t>1.</a:t>
              </a:r>
            </a:p>
          </p:txBody>
        </p:sp>
      </p:grpSp>
      <p:sp>
        <p:nvSpPr>
          <p:cNvPr id="113" name="Freeform 124">
            <a:extLst>
              <a:ext uri="{FF2B5EF4-FFF2-40B4-BE49-F238E27FC236}">
                <a16:creationId xmlns:a16="http://schemas.microsoft.com/office/drawing/2014/main" id="{D8F1AE07-908A-2910-C8D7-C937CCC1AD04}"/>
              </a:ext>
            </a:extLst>
          </p:cNvPr>
          <p:cNvSpPr/>
          <p:nvPr/>
        </p:nvSpPr>
        <p:spPr>
          <a:xfrm>
            <a:off x="1390974" y="2242033"/>
            <a:ext cx="915115" cy="622278"/>
          </a:xfrm>
          <a:custGeom>
            <a:avLst/>
            <a:gdLst/>
            <a:ahLst/>
            <a:cxnLst/>
            <a:rect l="l" t="t" r="r" b="b"/>
            <a:pathLst>
              <a:path w="1830230" h="1244556">
                <a:moveTo>
                  <a:pt x="0" y="0"/>
                </a:moveTo>
                <a:lnTo>
                  <a:pt x="1830230" y="0"/>
                </a:lnTo>
                <a:lnTo>
                  <a:pt x="1830230" y="1244556"/>
                </a:lnTo>
                <a:lnTo>
                  <a:pt x="0" y="1244556"/>
                </a:lnTo>
                <a:close/>
              </a:path>
            </a:pathLst>
          </a:custGeom>
          <a:blipFill>
            <a:blip r:embed="rId3">
              <a:alphaModFix amt="0"/>
            </a:blip>
            <a:stretch>
              <a:fillRect l="-37246" r="-37246"/>
            </a:stretch>
          </a:blipFill>
        </p:spPr>
        <p:txBody>
          <a:bodyPr/>
          <a:lstStyle/>
          <a:p>
            <a:endParaRPr lang="en-US"/>
          </a:p>
        </p:txBody>
      </p:sp>
      <p:grpSp>
        <p:nvGrpSpPr>
          <p:cNvPr id="115" name="Group 126">
            <a:extLst>
              <a:ext uri="{FF2B5EF4-FFF2-40B4-BE49-F238E27FC236}">
                <a16:creationId xmlns:a16="http://schemas.microsoft.com/office/drawing/2014/main" id="{F6A6373C-D9A1-4DC2-50CC-3836A0ADF284}"/>
              </a:ext>
            </a:extLst>
          </p:cNvPr>
          <p:cNvGrpSpPr/>
          <p:nvPr/>
        </p:nvGrpSpPr>
        <p:grpSpPr>
          <a:xfrm>
            <a:off x="585674" y="3065634"/>
            <a:ext cx="1967497" cy="347745"/>
            <a:chOff x="0" y="0"/>
            <a:chExt cx="3934993" cy="695490"/>
          </a:xfrm>
        </p:grpSpPr>
        <p:sp>
          <p:nvSpPr>
            <p:cNvPr id="116" name="Freeform 127">
              <a:extLst>
                <a:ext uri="{FF2B5EF4-FFF2-40B4-BE49-F238E27FC236}">
                  <a16:creationId xmlns:a16="http://schemas.microsoft.com/office/drawing/2014/main" id="{9BC396D1-9530-92BF-601E-D3392049F827}"/>
                </a:ext>
              </a:extLst>
            </p:cNvPr>
            <p:cNvSpPr/>
            <p:nvPr/>
          </p:nvSpPr>
          <p:spPr>
            <a:xfrm>
              <a:off x="0" y="0"/>
              <a:ext cx="3934994" cy="695487"/>
            </a:xfrm>
            <a:custGeom>
              <a:avLst/>
              <a:gdLst/>
              <a:ahLst/>
              <a:cxnLst/>
              <a:rect l="l" t="t" r="r" b="b"/>
              <a:pathLst>
                <a:path w="3934994" h="695487">
                  <a:moveTo>
                    <a:pt x="0" y="0"/>
                  </a:moveTo>
                  <a:lnTo>
                    <a:pt x="3934994" y="0"/>
                  </a:lnTo>
                  <a:lnTo>
                    <a:pt x="3934994" y="695487"/>
                  </a:lnTo>
                  <a:lnTo>
                    <a:pt x="0" y="695487"/>
                  </a:lnTo>
                  <a:close/>
                </a:path>
              </a:pathLst>
            </a:custGeom>
            <a:blipFill>
              <a:blip r:embed="rId3">
                <a:alphaModFix amt="0"/>
              </a:blip>
              <a:stretch>
                <a:fillRect t="-60244" b="-60244"/>
              </a:stretch>
            </a:blipFill>
          </p:spPr>
          <p:txBody>
            <a:bodyPr/>
            <a:lstStyle/>
            <a:p>
              <a:endParaRPr lang="en-US"/>
            </a:p>
          </p:txBody>
        </p:sp>
        <p:sp>
          <p:nvSpPr>
            <p:cNvPr id="117" name="TextBox 128">
              <a:extLst>
                <a:ext uri="{FF2B5EF4-FFF2-40B4-BE49-F238E27FC236}">
                  <a16:creationId xmlns:a16="http://schemas.microsoft.com/office/drawing/2014/main" id="{ABB3AC66-B571-9244-6508-0FAB2CD9E7BE}"/>
                </a:ext>
              </a:extLst>
            </p:cNvPr>
            <p:cNvSpPr txBox="1"/>
            <p:nvPr/>
          </p:nvSpPr>
          <p:spPr>
            <a:xfrm>
              <a:off x="0" y="-9525"/>
              <a:ext cx="3934993" cy="705015"/>
            </a:xfrm>
            <a:prstGeom prst="rect">
              <a:avLst/>
            </a:prstGeom>
          </p:spPr>
          <p:txBody>
            <a:bodyPr lIns="0" tIns="0" rIns="0" bIns="0" rtlCol="0" anchor="ctr"/>
            <a:lstStyle/>
            <a:p>
              <a:pPr>
                <a:lnSpc>
                  <a:spcPts val="2041"/>
                </a:lnSpc>
              </a:pPr>
              <a:r>
                <a:rPr lang="en-US" sz="1701" b="1">
                  <a:solidFill>
                    <a:srgbClr val="24D6FF"/>
                  </a:solidFill>
                  <a:latin typeface="Arial Bold"/>
                  <a:ea typeface="Arial Bold"/>
                  <a:cs typeface="Arial Bold"/>
                  <a:sym typeface="Arial Bold"/>
                </a:rPr>
                <a:t>USER INTERACTION</a:t>
              </a:r>
            </a:p>
          </p:txBody>
        </p:sp>
      </p:grpSp>
      <p:grpSp>
        <p:nvGrpSpPr>
          <p:cNvPr id="118" name="Group 129">
            <a:extLst>
              <a:ext uri="{FF2B5EF4-FFF2-40B4-BE49-F238E27FC236}">
                <a16:creationId xmlns:a16="http://schemas.microsoft.com/office/drawing/2014/main" id="{E4C3B456-07DF-3E48-8228-3882537139BF}"/>
              </a:ext>
            </a:extLst>
          </p:cNvPr>
          <p:cNvGrpSpPr/>
          <p:nvPr/>
        </p:nvGrpSpPr>
        <p:grpSpPr>
          <a:xfrm>
            <a:off x="578683" y="3488747"/>
            <a:ext cx="1981479" cy="13983"/>
            <a:chOff x="0" y="0"/>
            <a:chExt cx="3962959" cy="27965"/>
          </a:xfrm>
        </p:grpSpPr>
        <p:sp>
          <p:nvSpPr>
            <p:cNvPr id="119" name="Freeform 130">
              <a:extLst>
                <a:ext uri="{FF2B5EF4-FFF2-40B4-BE49-F238E27FC236}">
                  <a16:creationId xmlns:a16="http://schemas.microsoft.com/office/drawing/2014/main" id="{DFD37D9A-AC48-3620-8DD6-6D912FE6291A}"/>
                </a:ext>
              </a:extLst>
            </p:cNvPr>
            <p:cNvSpPr/>
            <p:nvPr/>
          </p:nvSpPr>
          <p:spPr>
            <a:xfrm>
              <a:off x="0" y="0"/>
              <a:ext cx="3962908" cy="27940"/>
            </a:xfrm>
            <a:custGeom>
              <a:avLst/>
              <a:gdLst/>
              <a:ahLst/>
              <a:cxnLst/>
              <a:rect l="l" t="t" r="r" b="b"/>
              <a:pathLst>
                <a:path w="3962908" h="27940">
                  <a:moveTo>
                    <a:pt x="0" y="0"/>
                  </a:moveTo>
                  <a:lnTo>
                    <a:pt x="3962908" y="27940"/>
                  </a:lnTo>
                </a:path>
              </a:pathLst>
            </a:custGeom>
            <a:blipFill>
              <a:blip r:embed="rId3">
                <a:alphaModFix amt="0"/>
              </a:blip>
              <a:stretch>
                <a:fillRect t="-2713676" r="-1" b="-2713767"/>
              </a:stretch>
            </a:blipFill>
            <a:ln w="20971" cap="sq">
              <a:solidFill>
                <a:srgbClr val="24D6FF"/>
              </a:solidFill>
              <a:prstDash val="solid"/>
              <a:miter/>
            </a:ln>
          </p:spPr>
          <p:txBody>
            <a:bodyPr/>
            <a:lstStyle/>
            <a:p>
              <a:endParaRPr lang="en-US"/>
            </a:p>
          </p:txBody>
        </p:sp>
      </p:grpSp>
      <p:grpSp>
        <p:nvGrpSpPr>
          <p:cNvPr id="120" name="Group 131">
            <a:extLst>
              <a:ext uri="{FF2B5EF4-FFF2-40B4-BE49-F238E27FC236}">
                <a16:creationId xmlns:a16="http://schemas.microsoft.com/office/drawing/2014/main" id="{0E9FCD89-415B-D62D-33D0-2A7F556CF67B}"/>
              </a:ext>
            </a:extLst>
          </p:cNvPr>
          <p:cNvGrpSpPr/>
          <p:nvPr/>
        </p:nvGrpSpPr>
        <p:grpSpPr>
          <a:xfrm>
            <a:off x="585674" y="3733667"/>
            <a:ext cx="146418" cy="164719"/>
            <a:chOff x="0" y="0"/>
            <a:chExt cx="292837" cy="329438"/>
          </a:xfrm>
        </p:grpSpPr>
        <p:sp>
          <p:nvSpPr>
            <p:cNvPr id="121" name="Freeform 132">
              <a:extLst>
                <a:ext uri="{FF2B5EF4-FFF2-40B4-BE49-F238E27FC236}">
                  <a16:creationId xmlns:a16="http://schemas.microsoft.com/office/drawing/2014/main" id="{1582CBFE-5653-47FD-04DC-7F7F4ABA9B52}"/>
                </a:ext>
              </a:extLst>
            </p:cNvPr>
            <p:cNvSpPr/>
            <p:nvPr/>
          </p:nvSpPr>
          <p:spPr>
            <a:xfrm>
              <a:off x="0" y="0"/>
              <a:ext cx="292837" cy="329441"/>
            </a:xfrm>
            <a:custGeom>
              <a:avLst/>
              <a:gdLst/>
              <a:ahLst/>
              <a:cxnLst/>
              <a:rect l="l" t="t" r="r" b="b"/>
              <a:pathLst>
                <a:path w="292837" h="329441">
                  <a:moveTo>
                    <a:pt x="0" y="0"/>
                  </a:moveTo>
                  <a:lnTo>
                    <a:pt x="292837" y="0"/>
                  </a:lnTo>
                  <a:lnTo>
                    <a:pt x="292837" y="329441"/>
                  </a:lnTo>
                  <a:lnTo>
                    <a:pt x="0" y="329441"/>
                  </a:lnTo>
                  <a:close/>
                </a:path>
              </a:pathLst>
            </a:custGeom>
            <a:blipFill>
              <a:blip r:embed="rId3">
                <a:alphaModFix amt="0"/>
              </a:blip>
              <a:stretch>
                <a:fillRect l="-94340" r="-94340" b="1"/>
              </a:stretch>
            </a:blipFill>
          </p:spPr>
          <p:txBody>
            <a:bodyPr/>
            <a:lstStyle/>
            <a:p>
              <a:endParaRPr lang="en-US"/>
            </a:p>
          </p:txBody>
        </p:sp>
        <p:sp>
          <p:nvSpPr>
            <p:cNvPr id="122" name="TextBox 133">
              <a:extLst>
                <a:ext uri="{FF2B5EF4-FFF2-40B4-BE49-F238E27FC236}">
                  <a16:creationId xmlns:a16="http://schemas.microsoft.com/office/drawing/2014/main" id="{3A50AD78-F7AA-3F6E-9906-DCD681FC5BB2}"/>
                </a:ext>
              </a:extLst>
            </p:cNvPr>
            <p:cNvSpPr txBox="1"/>
            <p:nvPr/>
          </p:nvSpPr>
          <p:spPr>
            <a:xfrm>
              <a:off x="0" y="-9525"/>
              <a:ext cx="292837" cy="338963"/>
            </a:xfrm>
            <a:prstGeom prst="rect">
              <a:avLst/>
            </a:prstGeom>
          </p:spPr>
          <p:txBody>
            <a:bodyPr lIns="0" tIns="0" rIns="0" bIns="0" rtlCol="0" anchor="ctr"/>
            <a:lstStyle/>
            <a:p>
              <a:pPr algn="ctr">
                <a:lnSpc>
                  <a:spcPts val="1921"/>
                </a:lnSpc>
              </a:pPr>
              <a:r>
                <a:rPr lang="en-US" sz="1601" b="1">
                  <a:solidFill>
                    <a:srgbClr val="24D6FF"/>
                  </a:solidFill>
                  <a:latin typeface="Arial Bold"/>
                  <a:ea typeface="Arial Bold"/>
                  <a:cs typeface="Arial Bold"/>
                  <a:sym typeface="Arial Bold"/>
                </a:rPr>
                <a:t>•</a:t>
              </a:r>
            </a:p>
          </p:txBody>
        </p:sp>
      </p:grpSp>
      <p:sp>
        <p:nvSpPr>
          <p:cNvPr id="123" name="TextBox 134">
            <a:extLst>
              <a:ext uri="{FF2B5EF4-FFF2-40B4-BE49-F238E27FC236}">
                <a16:creationId xmlns:a16="http://schemas.microsoft.com/office/drawing/2014/main" id="{5C8178AD-7396-3A06-1A48-6BAF0F32F84A}"/>
              </a:ext>
            </a:extLst>
          </p:cNvPr>
          <p:cNvSpPr txBox="1"/>
          <p:nvPr/>
        </p:nvSpPr>
        <p:spPr>
          <a:xfrm>
            <a:off x="768700" y="3702666"/>
            <a:ext cx="1802778" cy="168508"/>
          </a:xfrm>
          <a:prstGeom prst="rect">
            <a:avLst/>
          </a:prstGeom>
        </p:spPr>
        <p:txBody>
          <a:bodyPr lIns="0" tIns="0" rIns="0" bIns="0" rtlCol="0" anchor="t">
            <a:spAutoFit/>
          </a:bodyPr>
          <a:lstStyle/>
          <a:p>
            <a:pPr>
              <a:lnSpc>
                <a:spcPts val="1393"/>
              </a:lnSpc>
            </a:pPr>
            <a:r>
              <a:rPr lang="en-US" sz="1161" dirty="0">
                <a:solidFill>
                  <a:srgbClr val="FFFFFF"/>
                </a:solidFill>
                <a:latin typeface="Arial"/>
                <a:ea typeface="Arial"/>
                <a:cs typeface="Arial"/>
                <a:sym typeface="Arial"/>
              </a:rPr>
              <a:t>60-second rehab session</a:t>
            </a:r>
          </a:p>
        </p:txBody>
      </p:sp>
      <p:grpSp>
        <p:nvGrpSpPr>
          <p:cNvPr id="124" name="Group 135">
            <a:extLst>
              <a:ext uri="{FF2B5EF4-FFF2-40B4-BE49-F238E27FC236}">
                <a16:creationId xmlns:a16="http://schemas.microsoft.com/office/drawing/2014/main" id="{CE8888E6-12C8-7E03-D583-A67078185117}"/>
              </a:ext>
            </a:extLst>
          </p:cNvPr>
          <p:cNvGrpSpPr/>
          <p:nvPr/>
        </p:nvGrpSpPr>
        <p:grpSpPr>
          <a:xfrm>
            <a:off x="585674" y="4127171"/>
            <a:ext cx="146418" cy="164719"/>
            <a:chOff x="0" y="0"/>
            <a:chExt cx="292837" cy="329438"/>
          </a:xfrm>
        </p:grpSpPr>
        <p:sp>
          <p:nvSpPr>
            <p:cNvPr id="125" name="Freeform 136">
              <a:extLst>
                <a:ext uri="{FF2B5EF4-FFF2-40B4-BE49-F238E27FC236}">
                  <a16:creationId xmlns:a16="http://schemas.microsoft.com/office/drawing/2014/main" id="{59F7F5C3-0C82-7D87-01B2-FB4DD6B67144}"/>
                </a:ext>
              </a:extLst>
            </p:cNvPr>
            <p:cNvSpPr/>
            <p:nvPr/>
          </p:nvSpPr>
          <p:spPr>
            <a:xfrm>
              <a:off x="0" y="0"/>
              <a:ext cx="292837" cy="329441"/>
            </a:xfrm>
            <a:custGeom>
              <a:avLst/>
              <a:gdLst/>
              <a:ahLst/>
              <a:cxnLst/>
              <a:rect l="l" t="t" r="r" b="b"/>
              <a:pathLst>
                <a:path w="292837" h="329441">
                  <a:moveTo>
                    <a:pt x="0" y="0"/>
                  </a:moveTo>
                  <a:lnTo>
                    <a:pt x="292837" y="0"/>
                  </a:lnTo>
                  <a:lnTo>
                    <a:pt x="292837" y="329441"/>
                  </a:lnTo>
                  <a:lnTo>
                    <a:pt x="0" y="329441"/>
                  </a:lnTo>
                  <a:close/>
                </a:path>
              </a:pathLst>
            </a:custGeom>
            <a:blipFill>
              <a:blip r:embed="rId3">
                <a:alphaModFix amt="0"/>
              </a:blip>
              <a:stretch>
                <a:fillRect l="-94340" r="-94340" b="1"/>
              </a:stretch>
            </a:blipFill>
          </p:spPr>
          <p:txBody>
            <a:bodyPr/>
            <a:lstStyle/>
            <a:p>
              <a:endParaRPr lang="en-US"/>
            </a:p>
          </p:txBody>
        </p:sp>
        <p:sp>
          <p:nvSpPr>
            <p:cNvPr id="126" name="TextBox 137">
              <a:extLst>
                <a:ext uri="{FF2B5EF4-FFF2-40B4-BE49-F238E27FC236}">
                  <a16:creationId xmlns:a16="http://schemas.microsoft.com/office/drawing/2014/main" id="{79C42FD1-4C94-46B9-B569-E107E67F4763}"/>
                </a:ext>
              </a:extLst>
            </p:cNvPr>
            <p:cNvSpPr txBox="1"/>
            <p:nvPr/>
          </p:nvSpPr>
          <p:spPr>
            <a:xfrm>
              <a:off x="0" y="-9525"/>
              <a:ext cx="292837" cy="338963"/>
            </a:xfrm>
            <a:prstGeom prst="rect">
              <a:avLst/>
            </a:prstGeom>
          </p:spPr>
          <p:txBody>
            <a:bodyPr lIns="0" tIns="0" rIns="0" bIns="0" rtlCol="0" anchor="ctr"/>
            <a:lstStyle/>
            <a:p>
              <a:pPr algn="ctr">
                <a:lnSpc>
                  <a:spcPts val="1921"/>
                </a:lnSpc>
              </a:pPr>
              <a:r>
                <a:rPr lang="en-US" sz="1601" b="1">
                  <a:solidFill>
                    <a:srgbClr val="24D6FF"/>
                  </a:solidFill>
                  <a:latin typeface="Arial Bold"/>
                  <a:ea typeface="Arial Bold"/>
                  <a:cs typeface="Arial Bold"/>
                  <a:sym typeface="Arial Bold"/>
                </a:rPr>
                <a:t>•</a:t>
              </a:r>
            </a:p>
          </p:txBody>
        </p:sp>
      </p:grpSp>
      <p:sp>
        <p:nvSpPr>
          <p:cNvPr id="127" name="TextBox 138">
            <a:extLst>
              <a:ext uri="{FF2B5EF4-FFF2-40B4-BE49-F238E27FC236}">
                <a16:creationId xmlns:a16="http://schemas.microsoft.com/office/drawing/2014/main" id="{8364AF5D-40D2-1EF2-D6F6-D7471AAFC8C1}"/>
              </a:ext>
            </a:extLst>
          </p:cNvPr>
          <p:cNvSpPr txBox="1"/>
          <p:nvPr/>
        </p:nvSpPr>
        <p:spPr>
          <a:xfrm>
            <a:off x="768700" y="4096169"/>
            <a:ext cx="1802778" cy="348044"/>
          </a:xfrm>
          <a:prstGeom prst="rect">
            <a:avLst/>
          </a:prstGeom>
        </p:spPr>
        <p:txBody>
          <a:bodyPr lIns="0" tIns="0" rIns="0" bIns="0" rtlCol="0" anchor="t">
            <a:spAutoFit/>
          </a:bodyPr>
          <a:lstStyle/>
          <a:p>
            <a:pPr>
              <a:lnSpc>
                <a:spcPts val="1393"/>
              </a:lnSpc>
            </a:pPr>
            <a:r>
              <a:rPr lang="en-US" sz="1161">
                <a:solidFill>
                  <a:srgbClr val="FFFFFF"/>
                </a:solidFill>
                <a:latin typeface="Arial"/>
                <a:ea typeface="Arial"/>
                <a:cs typeface="Arial"/>
                <a:sym typeface="Arial"/>
              </a:rPr>
              <a:t>EduExo arm controls paddle</a:t>
            </a:r>
          </a:p>
        </p:txBody>
      </p:sp>
      <p:grpSp>
        <p:nvGrpSpPr>
          <p:cNvPr id="128" name="Group 139">
            <a:extLst>
              <a:ext uri="{FF2B5EF4-FFF2-40B4-BE49-F238E27FC236}">
                <a16:creationId xmlns:a16="http://schemas.microsoft.com/office/drawing/2014/main" id="{13D8CD4A-F94C-18FA-3E17-F9EC2FCC5866}"/>
              </a:ext>
            </a:extLst>
          </p:cNvPr>
          <p:cNvGrpSpPr/>
          <p:nvPr/>
        </p:nvGrpSpPr>
        <p:grpSpPr>
          <a:xfrm>
            <a:off x="585674" y="4520667"/>
            <a:ext cx="146418" cy="164719"/>
            <a:chOff x="0" y="0"/>
            <a:chExt cx="292837" cy="329438"/>
          </a:xfrm>
        </p:grpSpPr>
        <p:sp>
          <p:nvSpPr>
            <p:cNvPr id="129" name="Freeform 140">
              <a:extLst>
                <a:ext uri="{FF2B5EF4-FFF2-40B4-BE49-F238E27FC236}">
                  <a16:creationId xmlns:a16="http://schemas.microsoft.com/office/drawing/2014/main" id="{94F03B79-3EFE-87A5-BA40-9D108EAEDF4A}"/>
                </a:ext>
              </a:extLst>
            </p:cNvPr>
            <p:cNvSpPr/>
            <p:nvPr/>
          </p:nvSpPr>
          <p:spPr>
            <a:xfrm>
              <a:off x="0" y="0"/>
              <a:ext cx="292837" cy="329441"/>
            </a:xfrm>
            <a:custGeom>
              <a:avLst/>
              <a:gdLst/>
              <a:ahLst/>
              <a:cxnLst/>
              <a:rect l="l" t="t" r="r" b="b"/>
              <a:pathLst>
                <a:path w="292837" h="329441">
                  <a:moveTo>
                    <a:pt x="0" y="0"/>
                  </a:moveTo>
                  <a:lnTo>
                    <a:pt x="292837" y="0"/>
                  </a:lnTo>
                  <a:lnTo>
                    <a:pt x="292837" y="329441"/>
                  </a:lnTo>
                  <a:lnTo>
                    <a:pt x="0" y="329441"/>
                  </a:lnTo>
                  <a:close/>
                </a:path>
              </a:pathLst>
            </a:custGeom>
            <a:blipFill>
              <a:blip r:embed="rId3">
                <a:alphaModFix amt="0"/>
              </a:blip>
              <a:stretch>
                <a:fillRect l="-94340" r="-94340" b="1"/>
              </a:stretch>
            </a:blipFill>
          </p:spPr>
          <p:txBody>
            <a:bodyPr/>
            <a:lstStyle/>
            <a:p>
              <a:endParaRPr lang="en-US"/>
            </a:p>
          </p:txBody>
        </p:sp>
        <p:sp>
          <p:nvSpPr>
            <p:cNvPr id="130" name="TextBox 141">
              <a:extLst>
                <a:ext uri="{FF2B5EF4-FFF2-40B4-BE49-F238E27FC236}">
                  <a16:creationId xmlns:a16="http://schemas.microsoft.com/office/drawing/2014/main" id="{6B59A8C0-FA49-DAB8-84B4-FD58E81DEEB2}"/>
                </a:ext>
              </a:extLst>
            </p:cNvPr>
            <p:cNvSpPr txBox="1"/>
            <p:nvPr/>
          </p:nvSpPr>
          <p:spPr>
            <a:xfrm>
              <a:off x="0" y="-9525"/>
              <a:ext cx="292837" cy="338963"/>
            </a:xfrm>
            <a:prstGeom prst="rect">
              <a:avLst/>
            </a:prstGeom>
          </p:spPr>
          <p:txBody>
            <a:bodyPr lIns="0" tIns="0" rIns="0" bIns="0" rtlCol="0" anchor="ctr"/>
            <a:lstStyle/>
            <a:p>
              <a:pPr algn="ctr">
                <a:lnSpc>
                  <a:spcPts val="1921"/>
                </a:lnSpc>
              </a:pPr>
              <a:r>
                <a:rPr lang="en-US" sz="1601" b="1">
                  <a:solidFill>
                    <a:srgbClr val="24D6FF"/>
                  </a:solidFill>
                  <a:latin typeface="Arial Bold"/>
                  <a:ea typeface="Arial Bold"/>
                  <a:cs typeface="Arial Bold"/>
                  <a:sym typeface="Arial Bold"/>
                </a:rPr>
                <a:t>•</a:t>
              </a:r>
            </a:p>
          </p:txBody>
        </p:sp>
      </p:grpSp>
      <p:sp>
        <p:nvSpPr>
          <p:cNvPr id="131" name="TextBox 142">
            <a:extLst>
              <a:ext uri="{FF2B5EF4-FFF2-40B4-BE49-F238E27FC236}">
                <a16:creationId xmlns:a16="http://schemas.microsoft.com/office/drawing/2014/main" id="{ADE09ACC-4E8B-ACA5-0517-3903C388BB94}"/>
              </a:ext>
            </a:extLst>
          </p:cNvPr>
          <p:cNvSpPr txBox="1"/>
          <p:nvPr/>
        </p:nvSpPr>
        <p:spPr>
          <a:xfrm>
            <a:off x="768700" y="4489666"/>
            <a:ext cx="1802778" cy="348044"/>
          </a:xfrm>
          <a:prstGeom prst="rect">
            <a:avLst/>
          </a:prstGeom>
        </p:spPr>
        <p:txBody>
          <a:bodyPr lIns="0" tIns="0" rIns="0" bIns="0" rtlCol="0" anchor="t">
            <a:spAutoFit/>
          </a:bodyPr>
          <a:lstStyle/>
          <a:p>
            <a:pPr>
              <a:lnSpc>
                <a:spcPts val="1393"/>
              </a:lnSpc>
            </a:pPr>
            <a:r>
              <a:rPr lang="en-US" sz="1161">
                <a:solidFill>
                  <a:srgbClr val="FFFFFF"/>
                </a:solidFill>
                <a:latin typeface="Arial"/>
                <a:ea typeface="Arial"/>
                <a:cs typeface="Arial"/>
                <a:sym typeface="Arial"/>
              </a:rPr>
              <a:t>Transparent mode</a:t>
            </a:r>
          </a:p>
          <a:p>
            <a:pPr>
              <a:lnSpc>
                <a:spcPts val="1393"/>
              </a:lnSpc>
            </a:pPr>
            <a:r>
              <a:rPr lang="en-US" sz="1161">
                <a:solidFill>
                  <a:srgbClr val="FFFFFF"/>
                </a:solidFill>
                <a:latin typeface="Arial"/>
                <a:ea typeface="Arial"/>
                <a:cs typeface="Arial"/>
                <a:sym typeface="Arial"/>
              </a:rPr>
              <a:t>inside the band</a:t>
            </a:r>
          </a:p>
        </p:txBody>
      </p:sp>
      <p:grpSp>
        <p:nvGrpSpPr>
          <p:cNvPr id="132" name="Group 143">
            <a:extLst>
              <a:ext uri="{FF2B5EF4-FFF2-40B4-BE49-F238E27FC236}">
                <a16:creationId xmlns:a16="http://schemas.microsoft.com/office/drawing/2014/main" id="{42B8CA20-7A40-6902-80CE-FEB22219354F}"/>
              </a:ext>
            </a:extLst>
          </p:cNvPr>
          <p:cNvGrpSpPr/>
          <p:nvPr/>
        </p:nvGrpSpPr>
        <p:grpSpPr>
          <a:xfrm>
            <a:off x="3212306" y="1912843"/>
            <a:ext cx="2534361" cy="3330511"/>
            <a:chOff x="0" y="0"/>
            <a:chExt cx="5068722" cy="6661023"/>
          </a:xfrm>
        </p:grpSpPr>
        <p:sp>
          <p:nvSpPr>
            <p:cNvPr id="133" name="Freeform 144">
              <a:extLst>
                <a:ext uri="{FF2B5EF4-FFF2-40B4-BE49-F238E27FC236}">
                  <a16:creationId xmlns:a16="http://schemas.microsoft.com/office/drawing/2014/main" id="{8C69988B-633C-1A42-CFB1-4FD8BC524515}"/>
                </a:ext>
              </a:extLst>
            </p:cNvPr>
            <p:cNvSpPr/>
            <p:nvPr/>
          </p:nvSpPr>
          <p:spPr>
            <a:xfrm>
              <a:off x="0" y="0"/>
              <a:ext cx="5068697" cy="6661023"/>
            </a:xfrm>
            <a:custGeom>
              <a:avLst/>
              <a:gdLst/>
              <a:ahLst/>
              <a:cxnLst/>
              <a:rect l="l" t="t" r="r" b="b"/>
              <a:pathLst>
                <a:path w="5068697" h="6661023">
                  <a:moveTo>
                    <a:pt x="0" y="331724"/>
                  </a:moveTo>
                  <a:cubicBezTo>
                    <a:pt x="0" y="148590"/>
                    <a:pt x="148590" y="0"/>
                    <a:pt x="331724" y="0"/>
                  </a:cubicBezTo>
                  <a:lnTo>
                    <a:pt x="4736973" y="0"/>
                  </a:lnTo>
                  <a:cubicBezTo>
                    <a:pt x="4920234" y="0"/>
                    <a:pt x="5068697" y="148590"/>
                    <a:pt x="5068697" y="331724"/>
                  </a:cubicBezTo>
                  <a:lnTo>
                    <a:pt x="5068697" y="6329299"/>
                  </a:lnTo>
                  <a:cubicBezTo>
                    <a:pt x="5068697" y="6512560"/>
                    <a:pt x="4920107" y="6661023"/>
                    <a:pt x="4736973" y="6661023"/>
                  </a:cubicBezTo>
                  <a:lnTo>
                    <a:pt x="331724" y="6661023"/>
                  </a:lnTo>
                  <a:cubicBezTo>
                    <a:pt x="148590" y="6661023"/>
                    <a:pt x="0" y="6512433"/>
                    <a:pt x="0" y="6329299"/>
                  </a:cubicBezTo>
                  <a:close/>
                </a:path>
              </a:pathLst>
            </a:custGeom>
            <a:solidFill>
              <a:srgbClr val="041A30"/>
            </a:solidFill>
            <a:ln w="26691" cap="sq">
              <a:solidFill>
                <a:srgbClr val="FF5FD1"/>
              </a:solidFill>
              <a:prstDash val="solid"/>
              <a:miter/>
            </a:ln>
          </p:spPr>
          <p:txBody>
            <a:bodyPr/>
            <a:lstStyle/>
            <a:p>
              <a:endParaRPr lang="en-US"/>
            </a:p>
          </p:txBody>
        </p:sp>
      </p:grpSp>
      <p:grpSp>
        <p:nvGrpSpPr>
          <p:cNvPr id="134" name="Group 145">
            <a:extLst>
              <a:ext uri="{FF2B5EF4-FFF2-40B4-BE49-F238E27FC236}">
                <a16:creationId xmlns:a16="http://schemas.microsoft.com/office/drawing/2014/main" id="{313B178F-ABB0-B29C-428D-C9FE86217699}"/>
              </a:ext>
            </a:extLst>
          </p:cNvPr>
          <p:cNvGrpSpPr/>
          <p:nvPr/>
        </p:nvGrpSpPr>
        <p:grpSpPr>
          <a:xfrm>
            <a:off x="3460344" y="2252390"/>
            <a:ext cx="656469" cy="656469"/>
            <a:chOff x="0" y="0"/>
            <a:chExt cx="1312939" cy="1312939"/>
          </a:xfrm>
        </p:grpSpPr>
        <p:sp>
          <p:nvSpPr>
            <p:cNvPr id="135" name="Freeform 146">
              <a:extLst>
                <a:ext uri="{FF2B5EF4-FFF2-40B4-BE49-F238E27FC236}">
                  <a16:creationId xmlns:a16="http://schemas.microsoft.com/office/drawing/2014/main" id="{7E5A4139-4E25-BBFF-B143-FE74BCB37DAE}"/>
                </a:ext>
              </a:extLst>
            </p:cNvPr>
            <p:cNvSpPr/>
            <p:nvPr/>
          </p:nvSpPr>
          <p:spPr>
            <a:xfrm>
              <a:off x="0" y="0"/>
              <a:ext cx="1312926" cy="1312926"/>
            </a:xfrm>
            <a:custGeom>
              <a:avLst/>
              <a:gdLst/>
              <a:ahLst/>
              <a:cxnLst/>
              <a:rect l="l" t="t" r="r" b="b"/>
              <a:pathLst>
                <a:path w="1312926" h="1312926">
                  <a:moveTo>
                    <a:pt x="0" y="656463"/>
                  </a:moveTo>
                  <a:cubicBezTo>
                    <a:pt x="0" y="293878"/>
                    <a:pt x="293878" y="0"/>
                    <a:pt x="656463" y="0"/>
                  </a:cubicBezTo>
                  <a:cubicBezTo>
                    <a:pt x="1019048" y="0"/>
                    <a:pt x="1312926" y="293878"/>
                    <a:pt x="1312926" y="656463"/>
                  </a:cubicBezTo>
                  <a:cubicBezTo>
                    <a:pt x="1312926" y="1019048"/>
                    <a:pt x="1019048" y="1312926"/>
                    <a:pt x="656463" y="1312926"/>
                  </a:cubicBezTo>
                  <a:cubicBezTo>
                    <a:pt x="293878" y="1312926"/>
                    <a:pt x="0" y="1019048"/>
                    <a:pt x="0" y="656463"/>
                  </a:cubicBezTo>
                  <a:close/>
                </a:path>
              </a:pathLst>
            </a:custGeom>
            <a:blipFill>
              <a:blip r:embed="rId3">
                <a:alphaModFix amt="0"/>
              </a:blip>
              <a:stretch>
                <a:fillRect l="-78304" r="-78305"/>
              </a:stretch>
            </a:blipFill>
            <a:ln w="23831" cap="sq">
              <a:solidFill>
                <a:srgbClr val="FF5FD1"/>
              </a:solidFill>
              <a:prstDash val="solid"/>
              <a:miter/>
            </a:ln>
          </p:spPr>
          <p:txBody>
            <a:bodyPr/>
            <a:lstStyle/>
            <a:p>
              <a:endParaRPr lang="en-US"/>
            </a:p>
          </p:txBody>
        </p:sp>
      </p:grpSp>
      <p:grpSp>
        <p:nvGrpSpPr>
          <p:cNvPr id="136" name="Group 147">
            <a:extLst>
              <a:ext uri="{FF2B5EF4-FFF2-40B4-BE49-F238E27FC236}">
                <a16:creationId xmlns:a16="http://schemas.microsoft.com/office/drawing/2014/main" id="{4A4ED2B4-9ED2-9129-6005-334A09149FE4}"/>
              </a:ext>
            </a:extLst>
          </p:cNvPr>
          <p:cNvGrpSpPr/>
          <p:nvPr/>
        </p:nvGrpSpPr>
        <p:grpSpPr>
          <a:xfrm>
            <a:off x="3623856" y="2360994"/>
            <a:ext cx="366046" cy="320287"/>
            <a:chOff x="0" y="0"/>
            <a:chExt cx="732092" cy="640575"/>
          </a:xfrm>
        </p:grpSpPr>
        <p:sp>
          <p:nvSpPr>
            <p:cNvPr id="137" name="Freeform 148">
              <a:extLst>
                <a:ext uri="{FF2B5EF4-FFF2-40B4-BE49-F238E27FC236}">
                  <a16:creationId xmlns:a16="http://schemas.microsoft.com/office/drawing/2014/main" id="{91DE0001-AA06-B4FA-CC27-827965761F86}"/>
                </a:ext>
              </a:extLst>
            </p:cNvPr>
            <p:cNvSpPr/>
            <p:nvPr/>
          </p:nvSpPr>
          <p:spPr>
            <a:xfrm>
              <a:off x="0" y="0"/>
              <a:ext cx="732092" cy="640580"/>
            </a:xfrm>
            <a:custGeom>
              <a:avLst/>
              <a:gdLst/>
              <a:ahLst/>
              <a:cxnLst/>
              <a:rect l="l" t="t" r="r" b="b"/>
              <a:pathLst>
                <a:path w="732092" h="640580">
                  <a:moveTo>
                    <a:pt x="0" y="0"/>
                  </a:moveTo>
                  <a:lnTo>
                    <a:pt x="732092" y="0"/>
                  </a:lnTo>
                  <a:lnTo>
                    <a:pt x="732092" y="640580"/>
                  </a:lnTo>
                  <a:lnTo>
                    <a:pt x="0" y="640580"/>
                  </a:lnTo>
                  <a:close/>
                </a:path>
              </a:pathLst>
            </a:custGeom>
            <a:blipFill>
              <a:blip r:embed="rId3">
                <a:alphaModFix amt="0"/>
              </a:blip>
              <a:stretch>
                <a:fillRect l="-62264" r="-62264"/>
              </a:stretch>
            </a:blipFill>
          </p:spPr>
          <p:txBody>
            <a:bodyPr/>
            <a:lstStyle/>
            <a:p>
              <a:endParaRPr lang="en-US"/>
            </a:p>
          </p:txBody>
        </p:sp>
        <p:sp>
          <p:nvSpPr>
            <p:cNvPr id="138" name="TextBox 149">
              <a:extLst>
                <a:ext uri="{FF2B5EF4-FFF2-40B4-BE49-F238E27FC236}">
                  <a16:creationId xmlns:a16="http://schemas.microsoft.com/office/drawing/2014/main" id="{795F2CD2-11BD-F052-379D-19ECED0D533A}"/>
                </a:ext>
              </a:extLst>
            </p:cNvPr>
            <p:cNvSpPr txBox="1"/>
            <p:nvPr/>
          </p:nvSpPr>
          <p:spPr>
            <a:xfrm>
              <a:off x="0" y="-28575"/>
              <a:ext cx="732092" cy="669150"/>
            </a:xfrm>
            <a:prstGeom prst="rect">
              <a:avLst/>
            </a:prstGeom>
          </p:spPr>
          <p:txBody>
            <a:bodyPr lIns="0" tIns="0" rIns="0" bIns="0" rtlCol="0" anchor="ctr"/>
            <a:lstStyle/>
            <a:p>
              <a:pPr algn="ctr">
                <a:lnSpc>
                  <a:spcPts val="2642"/>
                </a:lnSpc>
              </a:pPr>
              <a:r>
                <a:rPr lang="en-US" sz="2201" b="1">
                  <a:solidFill>
                    <a:srgbClr val="FF5FD1"/>
                  </a:solidFill>
                  <a:latin typeface="Arial Bold"/>
                  <a:ea typeface="Arial Bold"/>
                  <a:cs typeface="Arial Bold"/>
                  <a:sym typeface="Arial Bold"/>
                </a:rPr>
                <a:t>2.</a:t>
              </a:r>
            </a:p>
          </p:txBody>
        </p:sp>
      </p:grpSp>
      <p:grpSp>
        <p:nvGrpSpPr>
          <p:cNvPr id="139" name="Group 150">
            <a:extLst>
              <a:ext uri="{FF2B5EF4-FFF2-40B4-BE49-F238E27FC236}">
                <a16:creationId xmlns:a16="http://schemas.microsoft.com/office/drawing/2014/main" id="{F83AC724-42B0-759C-652E-8868FB687728}"/>
              </a:ext>
            </a:extLst>
          </p:cNvPr>
          <p:cNvGrpSpPr/>
          <p:nvPr/>
        </p:nvGrpSpPr>
        <p:grpSpPr>
          <a:xfrm>
            <a:off x="4301040" y="2242033"/>
            <a:ext cx="915117" cy="622281"/>
            <a:chOff x="0" y="0"/>
            <a:chExt cx="1830235" cy="1244562"/>
          </a:xfrm>
        </p:grpSpPr>
        <p:sp>
          <p:nvSpPr>
            <p:cNvPr id="140" name="Freeform 151">
              <a:extLst>
                <a:ext uri="{FF2B5EF4-FFF2-40B4-BE49-F238E27FC236}">
                  <a16:creationId xmlns:a16="http://schemas.microsoft.com/office/drawing/2014/main" id="{ECA52B6D-1AF8-BBE1-E59D-4B8B74629D68}"/>
                </a:ext>
              </a:extLst>
            </p:cNvPr>
            <p:cNvSpPr/>
            <p:nvPr/>
          </p:nvSpPr>
          <p:spPr>
            <a:xfrm>
              <a:off x="0" y="0"/>
              <a:ext cx="1830230" cy="1244556"/>
            </a:xfrm>
            <a:custGeom>
              <a:avLst/>
              <a:gdLst/>
              <a:ahLst/>
              <a:cxnLst/>
              <a:rect l="l" t="t" r="r" b="b"/>
              <a:pathLst>
                <a:path w="1830230" h="1244556">
                  <a:moveTo>
                    <a:pt x="0" y="0"/>
                  </a:moveTo>
                  <a:lnTo>
                    <a:pt x="1830230" y="0"/>
                  </a:lnTo>
                  <a:lnTo>
                    <a:pt x="1830230" y="1244556"/>
                  </a:lnTo>
                  <a:lnTo>
                    <a:pt x="0" y="1244556"/>
                  </a:lnTo>
                  <a:close/>
                </a:path>
              </a:pathLst>
            </a:custGeom>
            <a:blipFill>
              <a:blip r:embed="rId3">
                <a:alphaModFix amt="0"/>
              </a:blip>
              <a:stretch>
                <a:fillRect l="-37246" r="-37246"/>
              </a:stretch>
            </a:blipFill>
          </p:spPr>
          <p:txBody>
            <a:bodyPr/>
            <a:lstStyle/>
            <a:p>
              <a:endParaRPr lang="en-US"/>
            </a:p>
          </p:txBody>
        </p:sp>
        <p:sp>
          <p:nvSpPr>
            <p:cNvPr id="141" name="TextBox 152">
              <a:extLst>
                <a:ext uri="{FF2B5EF4-FFF2-40B4-BE49-F238E27FC236}">
                  <a16:creationId xmlns:a16="http://schemas.microsoft.com/office/drawing/2014/main" id="{55FD7A35-54C9-DC60-9197-12DE3FAB05E0}"/>
                </a:ext>
              </a:extLst>
            </p:cNvPr>
            <p:cNvSpPr txBox="1"/>
            <p:nvPr/>
          </p:nvSpPr>
          <p:spPr>
            <a:xfrm>
              <a:off x="0" y="-19050"/>
              <a:ext cx="1830235" cy="1263612"/>
            </a:xfrm>
            <a:prstGeom prst="rect">
              <a:avLst/>
            </a:prstGeom>
          </p:spPr>
          <p:txBody>
            <a:bodyPr lIns="0" tIns="0" rIns="0" bIns="0" rtlCol="0" anchor="ctr"/>
            <a:lstStyle/>
            <a:p>
              <a:pPr algn="ctr">
                <a:lnSpc>
                  <a:spcPts val="3843"/>
                </a:lnSpc>
              </a:pPr>
              <a:r>
                <a:rPr lang="en-US" sz="3202">
                  <a:solidFill>
                    <a:srgbClr val="FF5FD1"/>
                  </a:solidFill>
                  <a:latin typeface="Arial"/>
                  <a:ea typeface="Arial"/>
                  <a:cs typeface="Arial"/>
                  <a:sym typeface="Arial"/>
                </a:rPr>
                <a:t>◷  ▥</a:t>
              </a:r>
            </a:p>
          </p:txBody>
        </p:sp>
      </p:grpSp>
      <p:grpSp>
        <p:nvGrpSpPr>
          <p:cNvPr id="142" name="Group 153">
            <a:extLst>
              <a:ext uri="{FF2B5EF4-FFF2-40B4-BE49-F238E27FC236}">
                <a16:creationId xmlns:a16="http://schemas.microsoft.com/office/drawing/2014/main" id="{17B3DC82-BF7B-7684-FCD4-3BA93CFA0FE0}"/>
              </a:ext>
            </a:extLst>
          </p:cNvPr>
          <p:cNvGrpSpPr/>
          <p:nvPr/>
        </p:nvGrpSpPr>
        <p:grpSpPr>
          <a:xfrm>
            <a:off x="3495739" y="3065634"/>
            <a:ext cx="1967497" cy="347745"/>
            <a:chOff x="0" y="0"/>
            <a:chExt cx="3934993" cy="695490"/>
          </a:xfrm>
        </p:grpSpPr>
        <p:sp>
          <p:nvSpPr>
            <p:cNvPr id="143" name="Freeform 154">
              <a:extLst>
                <a:ext uri="{FF2B5EF4-FFF2-40B4-BE49-F238E27FC236}">
                  <a16:creationId xmlns:a16="http://schemas.microsoft.com/office/drawing/2014/main" id="{D66744B0-A87C-883B-53AD-44C768DF3660}"/>
                </a:ext>
              </a:extLst>
            </p:cNvPr>
            <p:cNvSpPr/>
            <p:nvPr/>
          </p:nvSpPr>
          <p:spPr>
            <a:xfrm>
              <a:off x="0" y="0"/>
              <a:ext cx="3934994" cy="695487"/>
            </a:xfrm>
            <a:custGeom>
              <a:avLst/>
              <a:gdLst/>
              <a:ahLst/>
              <a:cxnLst/>
              <a:rect l="l" t="t" r="r" b="b"/>
              <a:pathLst>
                <a:path w="3934994" h="695487">
                  <a:moveTo>
                    <a:pt x="0" y="0"/>
                  </a:moveTo>
                  <a:lnTo>
                    <a:pt x="3934994" y="0"/>
                  </a:lnTo>
                  <a:lnTo>
                    <a:pt x="3934994" y="695487"/>
                  </a:lnTo>
                  <a:lnTo>
                    <a:pt x="0" y="695487"/>
                  </a:lnTo>
                  <a:close/>
                </a:path>
              </a:pathLst>
            </a:custGeom>
            <a:blipFill>
              <a:blip r:embed="rId3">
                <a:alphaModFix amt="0"/>
              </a:blip>
              <a:stretch>
                <a:fillRect t="-60244" b="-60244"/>
              </a:stretch>
            </a:blipFill>
          </p:spPr>
          <p:txBody>
            <a:bodyPr/>
            <a:lstStyle/>
            <a:p>
              <a:endParaRPr lang="en-US"/>
            </a:p>
          </p:txBody>
        </p:sp>
        <p:sp>
          <p:nvSpPr>
            <p:cNvPr id="144" name="TextBox 155">
              <a:extLst>
                <a:ext uri="{FF2B5EF4-FFF2-40B4-BE49-F238E27FC236}">
                  <a16:creationId xmlns:a16="http://schemas.microsoft.com/office/drawing/2014/main" id="{F5527D13-7CB3-280A-283C-0CDDA2153A2E}"/>
                </a:ext>
              </a:extLst>
            </p:cNvPr>
            <p:cNvSpPr txBox="1"/>
            <p:nvPr/>
          </p:nvSpPr>
          <p:spPr>
            <a:xfrm>
              <a:off x="0" y="-9525"/>
              <a:ext cx="3934993" cy="705015"/>
            </a:xfrm>
            <a:prstGeom prst="rect">
              <a:avLst/>
            </a:prstGeom>
          </p:spPr>
          <p:txBody>
            <a:bodyPr lIns="0" tIns="0" rIns="0" bIns="0" rtlCol="0" anchor="ctr"/>
            <a:lstStyle/>
            <a:p>
              <a:pPr>
                <a:lnSpc>
                  <a:spcPts val="2041"/>
                </a:lnSpc>
              </a:pPr>
              <a:r>
                <a:rPr lang="en-US" sz="1701" b="1">
                  <a:solidFill>
                    <a:srgbClr val="FF5FD1"/>
                  </a:solidFill>
                  <a:latin typeface="Arial Bold"/>
                  <a:ea typeface="Arial Bold"/>
                  <a:cs typeface="Arial Bold"/>
                  <a:sym typeface="Arial Bold"/>
                </a:rPr>
                <a:t>REAL-TIME RESPONSE</a:t>
              </a:r>
            </a:p>
          </p:txBody>
        </p:sp>
      </p:grpSp>
      <p:grpSp>
        <p:nvGrpSpPr>
          <p:cNvPr id="145" name="Group 156">
            <a:extLst>
              <a:ext uri="{FF2B5EF4-FFF2-40B4-BE49-F238E27FC236}">
                <a16:creationId xmlns:a16="http://schemas.microsoft.com/office/drawing/2014/main" id="{329B0179-5F0E-F280-E076-0879899CE60B}"/>
              </a:ext>
            </a:extLst>
          </p:cNvPr>
          <p:cNvGrpSpPr/>
          <p:nvPr/>
        </p:nvGrpSpPr>
        <p:grpSpPr>
          <a:xfrm>
            <a:off x="3488748" y="3488747"/>
            <a:ext cx="1981479" cy="13983"/>
            <a:chOff x="0" y="0"/>
            <a:chExt cx="3962959" cy="27965"/>
          </a:xfrm>
        </p:grpSpPr>
        <p:sp>
          <p:nvSpPr>
            <p:cNvPr id="146" name="Freeform 157">
              <a:extLst>
                <a:ext uri="{FF2B5EF4-FFF2-40B4-BE49-F238E27FC236}">
                  <a16:creationId xmlns:a16="http://schemas.microsoft.com/office/drawing/2014/main" id="{A68B3D3C-7AB1-1880-2810-BFCA3A94330F}"/>
                </a:ext>
              </a:extLst>
            </p:cNvPr>
            <p:cNvSpPr/>
            <p:nvPr/>
          </p:nvSpPr>
          <p:spPr>
            <a:xfrm>
              <a:off x="0" y="0"/>
              <a:ext cx="3962908" cy="27940"/>
            </a:xfrm>
            <a:custGeom>
              <a:avLst/>
              <a:gdLst/>
              <a:ahLst/>
              <a:cxnLst/>
              <a:rect l="l" t="t" r="r" b="b"/>
              <a:pathLst>
                <a:path w="3962908" h="27940">
                  <a:moveTo>
                    <a:pt x="0" y="0"/>
                  </a:moveTo>
                  <a:lnTo>
                    <a:pt x="3962908" y="27940"/>
                  </a:lnTo>
                </a:path>
              </a:pathLst>
            </a:custGeom>
            <a:blipFill>
              <a:blip r:embed="rId3">
                <a:alphaModFix amt="0"/>
              </a:blip>
              <a:stretch>
                <a:fillRect t="-2713676" r="-1" b="-2713767"/>
              </a:stretch>
            </a:blipFill>
            <a:ln w="20971" cap="sq">
              <a:solidFill>
                <a:srgbClr val="FF5FD1"/>
              </a:solidFill>
              <a:prstDash val="solid"/>
              <a:miter/>
            </a:ln>
          </p:spPr>
          <p:txBody>
            <a:bodyPr/>
            <a:lstStyle/>
            <a:p>
              <a:endParaRPr lang="en-US"/>
            </a:p>
          </p:txBody>
        </p:sp>
      </p:grpSp>
      <p:grpSp>
        <p:nvGrpSpPr>
          <p:cNvPr id="147" name="Group 158">
            <a:extLst>
              <a:ext uri="{FF2B5EF4-FFF2-40B4-BE49-F238E27FC236}">
                <a16:creationId xmlns:a16="http://schemas.microsoft.com/office/drawing/2014/main" id="{8D112034-4839-EA76-E8D7-97E812342A08}"/>
              </a:ext>
            </a:extLst>
          </p:cNvPr>
          <p:cNvGrpSpPr/>
          <p:nvPr/>
        </p:nvGrpSpPr>
        <p:grpSpPr>
          <a:xfrm>
            <a:off x="3495739" y="3733667"/>
            <a:ext cx="146418" cy="164719"/>
            <a:chOff x="0" y="0"/>
            <a:chExt cx="292837" cy="329438"/>
          </a:xfrm>
        </p:grpSpPr>
        <p:sp>
          <p:nvSpPr>
            <p:cNvPr id="148" name="Freeform 159">
              <a:extLst>
                <a:ext uri="{FF2B5EF4-FFF2-40B4-BE49-F238E27FC236}">
                  <a16:creationId xmlns:a16="http://schemas.microsoft.com/office/drawing/2014/main" id="{46170057-8762-B8FC-0205-70DF984FB075}"/>
                </a:ext>
              </a:extLst>
            </p:cNvPr>
            <p:cNvSpPr/>
            <p:nvPr/>
          </p:nvSpPr>
          <p:spPr>
            <a:xfrm>
              <a:off x="0" y="0"/>
              <a:ext cx="292837" cy="329441"/>
            </a:xfrm>
            <a:custGeom>
              <a:avLst/>
              <a:gdLst/>
              <a:ahLst/>
              <a:cxnLst/>
              <a:rect l="l" t="t" r="r" b="b"/>
              <a:pathLst>
                <a:path w="292837" h="329441">
                  <a:moveTo>
                    <a:pt x="0" y="0"/>
                  </a:moveTo>
                  <a:lnTo>
                    <a:pt x="292837" y="0"/>
                  </a:lnTo>
                  <a:lnTo>
                    <a:pt x="292837" y="329441"/>
                  </a:lnTo>
                  <a:lnTo>
                    <a:pt x="0" y="329441"/>
                  </a:lnTo>
                  <a:close/>
                </a:path>
              </a:pathLst>
            </a:custGeom>
            <a:blipFill>
              <a:blip r:embed="rId3">
                <a:alphaModFix amt="0"/>
              </a:blip>
              <a:stretch>
                <a:fillRect l="-94340" r="-94340" b="1"/>
              </a:stretch>
            </a:blipFill>
          </p:spPr>
          <p:txBody>
            <a:bodyPr/>
            <a:lstStyle/>
            <a:p>
              <a:endParaRPr lang="en-US"/>
            </a:p>
          </p:txBody>
        </p:sp>
        <p:sp>
          <p:nvSpPr>
            <p:cNvPr id="149" name="TextBox 160">
              <a:extLst>
                <a:ext uri="{FF2B5EF4-FFF2-40B4-BE49-F238E27FC236}">
                  <a16:creationId xmlns:a16="http://schemas.microsoft.com/office/drawing/2014/main" id="{181054D1-A592-9DFC-D12C-21329DC1649D}"/>
                </a:ext>
              </a:extLst>
            </p:cNvPr>
            <p:cNvSpPr txBox="1"/>
            <p:nvPr/>
          </p:nvSpPr>
          <p:spPr>
            <a:xfrm>
              <a:off x="0" y="-9525"/>
              <a:ext cx="292837" cy="338963"/>
            </a:xfrm>
            <a:prstGeom prst="rect">
              <a:avLst/>
            </a:prstGeom>
          </p:spPr>
          <p:txBody>
            <a:bodyPr lIns="0" tIns="0" rIns="0" bIns="0" rtlCol="0" anchor="ctr"/>
            <a:lstStyle/>
            <a:p>
              <a:pPr algn="ctr">
                <a:lnSpc>
                  <a:spcPts val="1921"/>
                </a:lnSpc>
              </a:pPr>
              <a:r>
                <a:rPr lang="en-US" sz="1601" b="1">
                  <a:solidFill>
                    <a:srgbClr val="FF5FD1"/>
                  </a:solidFill>
                  <a:latin typeface="Arial Bold"/>
                  <a:ea typeface="Arial Bold"/>
                  <a:cs typeface="Arial Bold"/>
                  <a:sym typeface="Arial Bold"/>
                </a:rPr>
                <a:t>•</a:t>
              </a:r>
            </a:p>
          </p:txBody>
        </p:sp>
      </p:grpSp>
      <p:sp>
        <p:nvSpPr>
          <p:cNvPr id="150" name="TextBox 161">
            <a:extLst>
              <a:ext uri="{FF2B5EF4-FFF2-40B4-BE49-F238E27FC236}">
                <a16:creationId xmlns:a16="http://schemas.microsoft.com/office/drawing/2014/main" id="{1CAB7E27-BED3-D83C-4BA5-6EA91398B83D}"/>
              </a:ext>
            </a:extLst>
          </p:cNvPr>
          <p:cNvSpPr txBox="1"/>
          <p:nvPr/>
        </p:nvSpPr>
        <p:spPr>
          <a:xfrm>
            <a:off x="3678765" y="3702666"/>
            <a:ext cx="1802778" cy="168508"/>
          </a:xfrm>
          <a:prstGeom prst="rect">
            <a:avLst/>
          </a:prstGeom>
        </p:spPr>
        <p:txBody>
          <a:bodyPr lIns="0" tIns="0" rIns="0" bIns="0" rtlCol="0" anchor="t">
            <a:spAutoFit/>
          </a:bodyPr>
          <a:lstStyle/>
          <a:p>
            <a:pPr>
              <a:lnSpc>
                <a:spcPts val="1393"/>
              </a:lnSpc>
            </a:pPr>
            <a:r>
              <a:rPr lang="en-US" sz="1161" dirty="0">
                <a:solidFill>
                  <a:srgbClr val="FFFFFF"/>
                </a:solidFill>
                <a:latin typeface="Arial"/>
                <a:ea typeface="Arial"/>
                <a:cs typeface="Arial"/>
                <a:sym typeface="Arial"/>
              </a:rPr>
              <a:t>Ball color feedback</a:t>
            </a:r>
          </a:p>
        </p:txBody>
      </p:sp>
      <p:grpSp>
        <p:nvGrpSpPr>
          <p:cNvPr id="151" name="Group 162">
            <a:extLst>
              <a:ext uri="{FF2B5EF4-FFF2-40B4-BE49-F238E27FC236}">
                <a16:creationId xmlns:a16="http://schemas.microsoft.com/office/drawing/2014/main" id="{4D8ABBFB-2868-163C-C4C5-8E6F117615EB}"/>
              </a:ext>
            </a:extLst>
          </p:cNvPr>
          <p:cNvGrpSpPr/>
          <p:nvPr/>
        </p:nvGrpSpPr>
        <p:grpSpPr>
          <a:xfrm>
            <a:off x="3495739" y="4127171"/>
            <a:ext cx="146418" cy="164719"/>
            <a:chOff x="0" y="0"/>
            <a:chExt cx="292837" cy="329438"/>
          </a:xfrm>
        </p:grpSpPr>
        <p:sp>
          <p:nvSpPr>
            <p:cNvPr id="152" name="Freeform 163">
              <a:extLst>
                <a:ext uri="{FF2B5EF4-FFF2-40B4-BE49-F238E27FC236}">
                  <a16:creationId xmlns:a16="http://schemas.microsoft.com/office/drawing/2014/main" id="{0CD8843D-74A0-1892-6334-8869C921222C}"/>
                </a:ext>
              </a:extLst>
            </p:cNvPr>
            <p:cNvSpPr/>
            <p:nvPr/>
          </p:nvSpPr>
          <p:spPr>
            <a:xfrm>
              <a:off x="0" y="0"/>
              <a:ext cx="292837" cy="329441"/>
            </a:xfrm>
            <a:custGeom>
              <a:avLst/>
              <a:gdLst/>
              <a:ahLst/>
              <a:cxnLst/>
              <a:rect l="l" t="t" r="r" b="b"/>
              <a:pathLst>
                <a:path w="292837" h="329441">
                  <a:moveTo>
                    <a:pt x="0" y="0"/>
                  </a:moveTo>
                  <a:lnTo>
                    <a:pt x="292837" y="0"/>
                  </a:lnTo>
                  <a:lnTo>
                    <a:pt x="292837" y="329441"/>
                  </a:lnTo>
                  <a:lnTo>
                    <a:pt x="0" y="329441"/>
                  </a:lnTo>
                  <a:close/>
                </a:path>
              </a:pathLst>
            </a:custGeom>
            <a:blipFill>
              <a:blip r:embed="rId3">
                <a:alphaModFix amt="0"/>
              </a:blip>
              <a:stretch>
                <a:fillRect l="-94340" r="-94340" b="1"/>
              </a:stretch>
            </a:blipFill>
          </p:spPr>
          <p:txBody>
            <a:bodyPr/>
            <a:lstStyle/>
            <a:p>
              <a:endParaRPr lang="en-US"/>
            </a:p>
          </p:txBody>
        </p:sp>
        <p:sp>
          <p:nvSpPr>
            <p:cNvPr id="153" name="TextBox 164">
              <a:extLst>
                <a:ext uri="{FF2B5EF4-FFF2-40B4-BE49-F238E27FC236}">
                  <a16:creationId xmlns:a16="http://schemas.microsoft.com/office/drawing/2014/main" id="{D1E2F225-08D4-2963-51D8-04AA10AFC8EF}"/>
                </a:ext>
              </a:extLst>
            </p:cNvPr>
            <p:cNvSpPr txBox="1"/>
            <p:nvPr/>
          </p:nvSpPr>
          <p:spPr>
            <a:xfrm>
              <a:off x="0" y="-9525"/>
              <a:ext cx="292837" cy="338963"/>
            </a:xfrm>
            <a:prstGeom prst="rect">
              <a:avLst/>
            </a:prstGeom>
          </p:spPr>
          <p:txBody>
            <a:bodyPr lIns="0" tIns="0" rIns="0" bIns="0" rtlCol="0" anchor="ctr"/>
            <a:lstStyle/>
            <a:p>
              <a:pPr algn="ctr">
                <a:lnSpc>
                  <a:spcPts val="1921"/>
                </a:lnSpc>
              </a:pPr>
              <a:r>
                <a:rPr lang="en-US" sz="1601" b="1">
                  <a:solidFill>
                    <a:srgbClr val="FF5FD1"/>
                  </a:solidFill>
                  <a:latin typeface="Arial Bold"/>
                  <a:ea typeface="Arial Bold"/>
                  <a:cs typeface="Arial Bold"/>
                  <a:sym typeface="Arial Bold"/>
                </a:rPr>
                <a:t>•</a:t>
              </a:r>
            </a:p>
          </p:txBody>
        </p:sp>
      </p:grpSp>
      <p:sp>
        <p:nvSpPr>
          <p:cNvPr id="154" name="TextBox 165">
            <a:extLst>
              <a:ext uri="{FF2B5EF4-FFF2-40B4-BE49-F238E27FC236}">
                <a16:creationId xmlns:a16="http://schemas.microsoft.com/office/drawing/2014/main" id="{52E40E4C-7AAF-A6CD-53F0-CEAD6FF9FE1A}"/>
              </a:ext>
            </a:extLst>
          </p:cNvPr>
          <p:cNvSpPr txBox="1"/>
          <p:nvPr/>
        </p:nvSpPr>
        <p:spPr>
          <a:xfrm>
            <a:off x="3678765" y="4096169"/>
            <a:ext cx="1802778" cy="348044"/>
          </a:xfrm>
          <a:prstGeom prst="rect">
            <a:avLst/>
          </a:prstGeom>
        </p:spPr>
        <p:txBody>
          <a:bodyPr lIns="0" tIns="0" rIns="0" bIns="0" rtlCol="0" anchor="t">
            <a:spAutoFit/>
          </a:bodyPr>
          <a:lstStyle/>
          <a:p>
            <a:pPr>
              <a:lnSpc>
                <a:spcPts val="1393"/>
              </a:lnSpc>
            </a:pPr>
            <a:r>
              <a:rPr lang="en-US" sz="1161">
                <a:solidFill>
                  <a:srgbClr val="FFFFFF"/>
                </a:solidFill>
                <a:latin typeface="Arial"/>
                <a:ea typeface="Arial"/>
                <a:cs typeface="Arial"/>
                <a:sym typeface="Arial"/>
              </a:rPr>
              <a:t>Assistance outside the band</a:t>
            </a:r>
          </a:p>
        </p:txBody>
      </p:sp>
      <p:grpSp>
        <p:nvGrpSpPr>
          <p:cNvPr id="155" name="Group 166">
            <a:extLst>
              <a:ext uri="{FF2B5EF4-FFF2-40B4-BE49-F238E27FC236}">
                <a16:creationId xmlns:a16="http://schemas.microsoft.com/office/drawing/2014/main" id="{32E61DF8-8E5F-A3C0-FDA4-F8EBC7D42CA3}"/>
              </a:ext>
            </a:extLst>
          </p:cNvPr>
          <p:cNvGrpSpPr/>
          <p:nvPr/>
        </p:nvGrpSpPr>
        <p:grpSpPr>
          <a:xfrm>
            <a:off x="3495739" y="4520667"/>
            <a:ext cx="146418" cy="164719"/>
            <a:chOff x="0" y="0"/>
            <a:chExt cx="292837" cy="329438"/>
          </a:xfrm>
        </p:grpSpPr>
        <p:sp>
          <p:nvSpPr>
            <p:cNvPr id="156" name="Freeform 167">
              <a:extLst>
                <a:ext uri="{FF2B5EF4-FFF2-40B4-BE49-F238E27FC236}">
                  <a16:creationId xmlns:a16="http://schemas.microsoft.com/office/drawing/2014/main" id="{2C71C9F3-5B1F-A035-6AAC-96B3F40F5A69}"/>
                </a:ext>
              </a:extLst>
            </p:cNvPr>
            <p:cNvSpPr/>
            <p:nvPr/>
          </p:nvSpPr>
          <p:spPr>
            <a:xfrm>
              <a:off x="0" y="0"/>
              <a:ext cx="292837" cy="329441"/>
            </a:xfrm>
            <a:custGeom>
              <a:avLst/>
              <a:gdLst/>
              <a:ahLst/>
              <a:cxnLst/>
              <a:rect l="l" t="t" r="r" b="b"/>
              <a:pathLst>
                <a:path w="292837" h="329441">
                  <a:moveTo>
                    <a:pt x="0" y="0"/>
                  </a:moveTo>
                  <a:lnTo>
                    <a:pt x="292837" y="0"/>
                  </a:lnTo>
                  <a:lnTo>
                    <a:pt x="292837" y="329441"/>
                  </a:lnTo>
                  <a:lnTo>
                    <a:pt x="0" y="329441"/>
                  </a:lnTo>
                  <a:close/>
                </a:path>
              </a:pathLst>
            </a:custGeom>
            <a:blipFill>
              <a:blip r:embed="rId3">
                <a:alphaModFix amt="0"/>
              </a:blip>
              <a:stretch>
                <a:fillRect l="-94340" r="-94340" b="1"/>
              </a:stretch>
            </a:blipFill>
          </p:spPr>
          <p:txBody>
            <a:bodyPr/>
            <a:lstStyle/>
            <a:p>
              <a:endParaRPr lang="en-US"/>
            </a:p>
          </p:txBody>
        </p:sp>
        <p:sp>
          <p:nvSpPr>
            <p:cNvPr id="157" name="TextBox 168">
              <a:extLst>
                <a:ext uri="{FF2B5EF4-FFF2-40B4-BE49-F238E27FC236}">
                  <a16:creationId xmlns:a16="http://schemas.microsoft.com/office/drawing/2014/main" id="{CF33652D-8F80-07A6-4656-39D0BA0F66C4}"/>
                </a:ext>
              </a:extLst>
            </p:cNvPr>
            <p:cNvSpPr txBox="1"/>
            <p:nvPr/>
          </p:nvSpPr>
          <p:spPr>
            <a:xfrm>
              <a:off x="0" y="-9525"/>
              <a:ext cx="292837" cy="338963"/>
            </a:xfrm>
            <a:prstGeom prst="rect">
              <a:avLst/>
            </a:prstGeom>
          </p:spPr>
          <p:txBody>
            <a:bodyPr lIns="0" tIns="0" rIns="0" bIns="0" rtlCol="0" anchor="ctr"/>
            <a:lstStyle/>
            <a:p>
              <a:pPr algn="ctr">
                <a:lnSpc>
                  <a:spcPts val="1921"/>
                </a:lnSpc>
              </a:pPr>
              <a:r>
                <a:rPr lang="en-US" sz="1601" b="1">
                  <a:solidFill>
                    <a:srgbClr val="FF5FD1"/>
                  </a:solidFill>
                  <a:latin typeface="Arial Bold"/>
                  <a:ea typeface="Arial Bold"/>
                  <a:cs typeface="Arial Bold"/>
                  <a:sym typeface="Arial Bold"/>
                </a:rPr>
                <a:t>•</a:t>
              </a:r>
            </a:p>
          </p:txBody>
        </p:sp>
      </p:grpSp>
      <p:sp>
        <p:nvSpPr>
          <p:cNvPr id="158" name="TextBox 169">
            <a:extLst>
              <a:ext uri="{FF2B5EF4-FFF2-40B4-BE49-F238E27FC236}">
                <a16:creationId xmlns:a16="http://schemas.microsoft.com/office/drawing/2014/main" id="{8C881AC7-6E2C-76BF-08CA-FDEB9A648DF5}"/>
              </a:ext>
            </a:extLst>
          </p:cNvPr>
          <p:cNvSpPr txBox="1"/>
          <p:nvPr/>
        </p:nvSpPr>
        <p:spPr>
          <a:xfrm>
            <a:off x="3678765" y="4489666"/>
            <a:ext cx="1802778" cy="348044"/>
          </a:xfrm>
          <a:prstGeom prst="rect">
            <a:avLst/>
          </a:prstGeom>
        </p:spPr>
        <p:txBody>
          <a:bodyPr lIns="0" tIns="0" rIns="0" bIns="0" rtlCol="0" anchor="t">
            <a:spAutoFit/>
          </a:bodyPr>
          <a:lstStyle/>
          <a:p>
            <a:pPr>
              <a:lnSpc>
                <a:spcPts val="1393"/>
              </a:lnSpc>
            </a:pPr>
            <a:r>
              <a:rPr lang="en-US" sz="1161">
                <a:solidFill>
                  <a:srgbClr val="FFFFFF"/>
                </a:solidFill>
                <a:latin typeface="Arial"/>
                <a:ea typeface="Arial"/>
                <a:cs typeface="Arial"/>
                <a:sym typeface="Arial"/>
              </a:rPr>
              <a:t>Performance shown</a:t>
            </a:r>
          </a:p>
          <a:p>
            <a:pPr>
              <a:lnSpc>
                <a:spcPts val="1393"/>
              </a:lnSpc>
            </a:pPr>
            <a:r>
              <a:rPr lang="en-US" sz="1161">
                <a:solidFill>
                  <a:srgbClr val="FFFFFF"/>
                </a:solidFill>
                <a:latin typeface="Arial"/>
                <a:ea typeface="Arial"/>
                <a:cs typeface="Arial"/>
                <a:sym typeface="Arial"/>
              </a:rPr>
              <a:t>at session end</a:t>
            </a:r>
          </a:p>
        </p:txBody>
      </p:sp>
      <p:grpSp>
        <p:nvGrpSpPr>
          <p:cNvPr id="159" name="Group 170">
            <a:extLst>
              <a:ext uri="{FF2B5EF4-FFF2-40B4-BE49-F238E27FC236}">
                <a16:creationId xmlns:a16="http://schemas.microsoft.com/office/drawing/2014/main" id="{FE56674B-7BAC-0730-9712-FBC00C55ACDF}"/>
              </a:ext>
            </a:extLst>
          </p:cNvPr>
          <p:cNvGrpSpPr/>
          <p:nvPr/>
        </p:nvGrpSpPr>
        <p:grpSpPr>
          <a:xfrm>
            <a:off x="6122372" y="1912843"/>
            <a:ext cx="2534361" cy="3330511"/>
            <a:chOff x="0" y="0"/>
            <a:chExt cx="5068722" cy="6661023"/>
          </a:xfrm>
        </p:grpSpPr>
        <p:sp>
          <p:nvSpPr>
            <p:cNvPr id="160" name="Freeform 171">
              <a:extLst>
                <a:ext uri="{FF2B5EF4-FFF2-40B4-BE49-F238E27FC236}">
                  <a16:creationId xmlns:a16="http://schemas.microsoft.com/office/drawing/2014/main" id="{AD979883-B268-855B-8DF0-01520AB0B351}"/>
                </a:ext>
              </a:extLst>
            </p:cNvPr>
            <p:cNvSpPr/>
            <p:nvPr/>
          </p:nvSpPr>
          <p:spPr>
            <a:xfrm>
              <a:off x="0" y="0"/>
              <a:ext cx="5068697" cy="6661023"/>
            </a:xfrm>
            <a:custGeom>
              <a:avLst/>
              <a:gdLst/>
              <a:ahLst/>
              <a:cxnLst/>
              <a:rect l="l" t="t" r="r" b="b"/>
              <a:pathLst>
                <a:path w="5068697" h="6661023">
                  <a:moveTo>
                    <a:pt x="0" y="331724"/>
                  </a:moveTo>
                  <a:cubicBezTo>
                    <a:pt x="0" y="148590"/>
                    <a:pt x="148590" y="0"/>
                    <a:pt x="331724" y="0"/>
                  </a:cubicBezTo>
                  <a:lnTo>
                    <a:pt x="4736973" y="0"/>
                  </a:lnTo>
                  <a:cubicBezTo>
                    <a:pt x="4920234" y="0"/>
                    <a:pt x="5068697" y="148590"/>
                    <a:pt x="5068697" y="331724"/>
                  </a:cubicBezTo>
                  <a:lnTo>
                    <a:pt x="5068697" y="6329299"/>
                  </a:lnTo>
                  <a:cubicBezTo>
                    <a:pt x="5068697" y="6512560"/>
                    <a:pt x="4920107" y="6661023"/>
                    <a:pt x="4736973" y="6661023"/>
                  </a:cubicBezTo>
                  <a:lnTo>
                    <a:pt x="331724" y="6661023"/>
                  </a:lnTo>
                  <a:cubicBezTo>
                    <a:pt x="148590" y="6661023"/>
                    <a:pt x="0" y="6512433"/>
                    <a:pt x="0" y="6329299"/>
                  </a:cubicBezTo>
                  <a:close/>
                </a:path>
              </a:pathLst>
            </a:custGeom>
            <a:solidFill>
              <a:srgbClr val="041A30"/>
            </a:solidFill>
            <a:ln w="26691" cap="sq">
              <a:solidFill>
                <a:srgbClr val="A6EE39"/>
              </a:solidFill>
              <a:prstDash val="solid"/>
              <a:miter/>
            </a:ln>
          </p:spPr>
          <p:txBody>
            <a:bodyPr/>
            <a:lstStyle/>
            <a:p>
              <a:endParaRPr lang="en-US"/>
            </a:p>
          </p:txBody>
        </p:sp>
      </p:grpSp>
      <p:grpSp>
        <p:nvGrpSpPr>
          <p:cNvPr id="161" name="Group 172">
            <a:extLst>
              <a:ext uri="{FF2B5EF4-FFF2-40B4-BE49-F238E27FC236}">
                <a16:creationId xmlns:a16="http://schemas.microsoft.com/office/drawing/2014/main" id="{601CCC5A-4A3F-500C-CC71-FAD3BAC822B6}"/>
              </a:ext>
            </a:extLst>
          </p:cNvPr>
          <p:cNvGrpSpPr/>
          <p:nvPr/>
        </p:nvGrpSpPr>
        <p:grpSpPr>
          <a:xfrm>
            <a:off x="6370409" y="2252390"/>
            <a:ext cx="656469" cy="656469"/>
            <a:chOff x="0" y="0"/>
            <a:chExt cx="1312939" cy="1312939"/>
          </a:xfrm>
        </p:grpSpPr>
        <p:sp>
          <p:nvSpPr>
            <p:cNvPr id="162" name="Freeform 173">
              <a:extLst>
                <a:ext uri="{FF2B5EF4-FFF2-40B4-BE49-F238E27FC236}">
                  <a16:creationId xmlns:a16="http://schemas.microsoft.com/office/drawing/2014/main" id="{0DCEDF28-A883-EF13-2B76-AA3F75E0B521}"/>
                </a:ext>
              </a:extLst>
            </p:cNvPr>
            <p:cNvSpPr/>
            <p:nvPr/>
          </p:nvSpPr>
          <p:spPr>
            <a:xfrm>
              <a:off x="0" y="0"/>
              <a:ext cx="1312926" cy="1312926"/>
            </a:xfrm>
            <a:custGeom>
              <a:avLst/>
              <a:gdLst/>
              <a:ahLst/>
              <a:cxnLst/>
              <a:rect l="l" t="t" r="r" b="b"/>
              <a:pathLst>
                <a:path w="1312926" h="1312926">
                  <a:moveTo>
                    <a:pt x="0" y="656463"/>
                  </a:moveTo>
                  <a:cubicBezTo>
                    <a:pt x="0" y="293878"/>
                    <a:pt x="293878" y="0"/>
                    <a:pt x="656463" y="0"/>
                  </a:cubicBezTo>
                  <a:cubicBezTo>
                    <a:pt x="1019048" y="0"/>
                    <a:pt x="1312926" y="293878"/>
                    <a:pt x="1312926" y="656463"/>
                  </a:cubicBezTo>
                  <a:cubicBezTo>
                    <a:pt x="1312926" y="1019048"/>
                    <a:pt x="1019048" y="1312926"/>
                    <a:pt x="656463" y="1312926"/>
                  </a:cubicBezTo>
                  <a:cubicBezTo>
                    <a:pt x="293878" y="1312926"/>
                    <a:pt x="0" y="1019048"/>
                    <a:pt x="0" y="656463"/>
                  </a:cubicBezTo>
                  <a:close/>
                </a:path>
              </a:pathLst>
            </a:custGeom>
            <a:blipFill>
              <a:blip r:embed="rId3">
                <a:alphaModFix amt="0"/>
              </a:blip>
              <a:stretch>
                <a:fillRect l="-78304" r="-78305"/>
              </a:stretch>
            </a:blipFill>
            <a:ln w="23831" cap="sq">
              <a:solidFill>
                <a:srgbClr val="A6EE39"/>
              </a:solidFill>
              <a:prstDash val="solid"/>
              <a:miter/>
            </a:ln>
          </p:spPr>
          <p:txBody>
            <a:bodyPr/>
            <a:lstStyle/>
            <a:p>
              <a:endParaRPr lang="en-US"/>
            </a:p>
          </p:txBody>
        </p:sp>
      </p:grpSp>
      <p:grpSp>
        <p:nvGrpSpPr>
          <p:cNvPr id="163" name="Group 174">
            <a:extLst>
              <a:ext uri="{FF2B5EF4-FFF2-40B4-BE49-F238E27FC236}">
                <a16:creationId xmlns:a16="http://schemas.microsoft.com/office/drawing/2014/main" id="{BA2495CC-649B-7723-443A-6D45263809E8}"/>
              </a:ext>
            </a:extLst>
          </p:cNvPr>
          <p:cNvGrpSpPr/>
          <p:nvPr/>
        </p:nvGrpSpPr>
        <p:grpSpPr>
          <a:xfrm>
            <a:off x="6533922" y="2360994"/>
            <a:ext cx="366046" cy="320287"/>
            <a:chOff x="0" y="0"/>
            <a:chExt cx="732092" cy="640575"/>
          </a:xfrm>
        </p:grpSpPr>
        <p:sp>
          <p:nvSpPr>
            <p:cNvPr id="164" name="Freeform 175">
              <a:extLst>
                <a:ext uri="{FF2B5EF4-FFF2-40B4-BE49-F238E27FC236}">
                  <a16:creationId xmlns:a16="http://schemas.microsoft.com/office/drawing/2014/main" id="{D237FDA2-163E-4804-2DA2-210D48C60341}"/>
                </a:ext>
              </a:extLst>
            </p:cNvPr>
            <p:cNvSpPr/>
            <p:nvPr/>
          </p:nvSpPr>
          <p:spPr>
            <a:xfrm>
              <a:off x="0" y="0"/>
              <a:ext cx="732092" cy="640580"/>
            </a:xfrm>
            <a:custGeom>
              <a:avLst/>
              <a:gdLst/>
              <a:ahLst/>
              <a:cxnLst/>
              <a:rect l="l" t="t" r="r" b="b"/>
              <a:pathLst>
                <a:path w="732092" h="640580">
                  <a:moveTo>
                    <a:pt x="0" y="0"/>
                  </a:moveTo>
                  <a:lnTo>
                    <a:pt x="732092" y="0"/>
                  </a:lnTo>
                  <a:lnTo>
                    <a:pt x="732092" y="640580"/>
                  </a:lnTo>
                  <a:lnTo>
                    <a:pt x="0" y="640580"/>
                  </a:lnTo>
                  <a:close/>
                </a:path>
              </a:pathLst>
            </a:custGeom>
            <a:blipFill>
              <a:blip r:embed="rId3">
                <a:alphaModFix amt="0"/>
              </a:blip>
              <a:stretch>
                <a:fillRect l="-62264" r="-62264"/>
              </a:stretch>
            </a:blipFill>
          </p:spPr>
          <p:txBody>
            <a:bodyPr/>
            <a:lstStyle/>
            <a:p>
              <a:endParaRPr lang="en-US"/>
            </a:p>
          </p:txBody>
        </p:sp>
        <p:sp>
          <p:nvSpPr>
            <p:cNvPr id="165" name="TextBox 176">
              <a:extLst>
                <a:ext uri="{FF2B5EF4-FFF2-40B4-BE49-F238E27FC236}">
                  <a16:creationId xmlns:a16="http://schemas.microsoft.com/office/drawing/2014/main" id="{985346E6-F336-20BE-BF99-A358B1FBB512}"/>
                </a:ext>
              </a:extLst>
            </p:cNvPr>
            <p:cNvSpPr txBox="1"/>
            <p:nvPr/>
          </p:nvSpPr>
          <p:spPr>
            <a:xfrm>
              <a:off x="0" y="-28575"/>
              <a:ext cx="732092" cy="669150"/>
            </a:xfrm>
            <a:prstGeom prst="rect">
              <a:avLst/>
            </a:prstGeom>
          </p:spPr>
          <p:txBody>
            <a:bodyPr lIns="0" tIns="0" rIns="0" bIns="0" rtlCol="0" anchor="ctr"/>
            <a:lstStyle/>
            <a:p>
              <a:pPr algn="ctr">
                <a:lnSpc>
                  <a:spcPts val="2642"/>
                </a:lnSpc>
              </a:pPr>
              <a:r>
                <a:rPr lang="en-US" sz="2201" b="1">
                  <a:solidFill>
                    <a:srgbClr val="A6EE39"/>
                  </a:solidFill>
                  <a:latin typeface="Arial Bold"/>
                  <a:ea typeface="Arial Bold"/>
                  <a:cs typeface="Arial Bold"/>
                  <a:sym typeface="Arial Bold"/>
                </a:rPr>
                <a:t>3.</a:t>
              </a:r>
            </a:p>
          </p:txBody>
        </p:sp>
      </p:grpSp>
      <p:grpSp>
        <p:nvGrpSpPr>
          <p:cNvPr id="166" name="Group 177">
            <a:extLst>
              <a:ext uri="{FF2B5EF4-FFF2-40B4-BE49-F238E27FC236}">
                <a16:creationId xmlns:a16="http://schemas.microsoft.com/office/drawing/2014/main" id="{68854E99-7BF8-509F-87F4-B2367267D268}"/>
              </a:ext>
            </a:extLst>
          </p:cNvPr>
          <p:cNvGrpSpPr/>
          <p:nvPr/>
        </p:nvGrpSpPr>
        <p:grpSpPr>
          <a:xfrm>
            <a:off x="7211105" y="2242033"/>
            <a:ext cx="915117" cy="622281"/>
            <a:chOff x="0" y="0"/>
            <a:chExt cx="1830235" cy="1244562"/>
          </a:xfrm>
        </p:grpSpPr>
        <p:sp>
          <p:nvSpPr>
            <p:cNvPr id="167" name="Freeform 178">
              <a:extLst>
                <a:ext uri="{FF2B5EF4-FFF2-40B4-BE49-F238E27FC236}">
                  <a16:creationId xmlns:a16="http://schemas.microsoft.com/office/drawing/2014/main" id="{17DF872D-F7D1-58D9-3E4D-7B1CD9F85E06}"/>
                </a:ext>
              </a:extLst>
            </p:cNvPr>
            <p:cNvSpPr/>
            <p:nvPr/>
          </p:nvSpPr>
          <p:spPr>
            <a:xfrm>
              <a:off x="0" y="0"/>
              <a:ext cx="1830230" cy="1244556"/>
            </a:xfrm>
            <a:custGeom>
              <a:avLst/>
              <a:gdLst/>
              <a:ahLst/>
              <a:cxnLst/>
              <a:rect l="l" t="t" r="r" b="b"/>
              <a:pathLst>
                <a:path w="1830230" h="1244556">
                  <a:moveTo>
                    <a:pt x="0" y="0"/>
                  </a:moveTo>
                  <a:lnTo>
                    <a:pt x="1830230" y="0"/>
                  </a:lnTo>
                  <a:lnTo>
                    <a:pt x="1830230" y="1244556"/>
                  </a:lnTo>
                  <a:lnTo>
                    <a:pt x="0" y="1244556"/>
                  </a:lnTo>
                  <a:close/>
                </a:path>
              </a:pathLst>
            </a:custGeom>
            <a:blipFill>
              <a:blip r:embed="rId3">
                <a:alphaModFix amt="0"/>
              </a:blip>
              <a:stretch>
                <a:fillRect l="-37246" r="-37246"/>
              </a:stretch>
            </a:blipFill>
          </p:spPr>
          <p:txBody>
            <a:bodyPr/>
            <a:lstStyle/>
            <a:p>
              <a:endParaRPr lang="en-US"/>
            </a:p>
          </p:txBody>
        </p:sp>
        <p:sp>
          <p:nvSpPr>
            <p:cNvPr id="168" name="TextBox 179">
              <a:extLst>
                <a:ext uri="{FF2B5EF4-FFF2-40B4-BE49-F238E27FC236}">
                  <a16:creationId xmlns:a16="http://schemas.microsoft.com/office/drawing/2014/main" id="{D260D972-0BE8-5C99-76D4-308E0411DB34}"/>
                </a:ext>
              </a:extLst>
            </p:cNvPr>
            <p:cNvSpPr txBox="1"/>
            <p:nvPr/>
          </p:nvSpPr>
          <p:spPr>
            <a:xfrm>
              <a:off x="0" y="-19050"/>
              <a:ext cx="1830235" cy="1263612"/>
            </a:xfrm>
            <a:prstGeom prst="rect">
              <a:avLst/>
            </a:prstGeom>
          </p:spPr>
          <p:txBody>
            <a:bodyPr lIns="0" tIns="0" rIns="0" bIns="0" rtlCol="0" anchor="ctr"/>
            <a:lstStyle/>
            <a:p>
              <a:pPr algn="ctr">
                <a:lnSpc>
                  <a:spcPts val="3843"/>
                </a:lnSpc>
              </a:pPr>
              <a:r>
                <a:rPr lang="en-US" sz="3202">
                  <a:solidFill>
                    <a:srgbClr val="A6EE39"/>
                  </a:solidFill>
                  <a:latin typeface="Arial"/>
                  <a:ea typeface="Arial"/>
                  <a:cs typeface="Arial"/>
                  <a:sym typeface="Arial"/>
                </a:rPr>
                <a:t>CSV</a:t>
              </a:r>
            </a:p>
          </p:txBody>
        </p:sp>
      </p:grpSp>
      <p:grpSp>
        <p:nvGrpSpPr>
          <p:cNvPr id="169" name="Group 180">
            <a:extLst>
              <a:ext uri="{FF2B5EF4-FFF2-40B4-BE49-F238E27FC236}">
                <a16:creationId xmlns:a16="http://schemas.microsoft.com/office/drawing/2014/main" id="{6A1C751E-DC14-E62D-99B3-DEC495C60CFA}"/>
              </a:ext>
            </a:extLst>
          </p:cNvPr>
          <p:cNvGrpSpPr/>
          <p:nvPr/>
        </p:nvGrpSpPr>
        <p:grpSpPr>
          <a:xfrm>
            <a:off x="6405804" y="3065634"/>
            <a:ext cx="1967497" cy="347745"/>
            <a:chOff x="0" y="0"/>
            <a:chExt cx="3934993" cy="695490"/>
          </a:xfrm>
        </p:grpSpPr>
        <p:sp>
          <p:nvSpPr>
            <p:cNvPr id="170" name="Freeform 181">
              <a:extLst>
                <a:ext uri="{FF2B5EF4-FFF2-40B4-BE49-F238E27FC236}">
                  <a16:creationId xmlns:a16="http://schemas.microsoft.com/office/drawing/2014/main" id="{A9417A76-33B9-1F48-58DB-A37DA0B4C8A9}"/>
                </a:ext>
              </a:extLst>
            </p:cNvPr>
            <p:cNvSpPr/>
            <p:nvPr/>
          </p:nvSpPr>
          <p:spPr>
            <a:xfrm>
              <a:off x="0" y="0"/>
              <a:ext cx="3934994" cy="695487"/>
            </a:xfrm>
            <a:custGeom>
              <a:avLst/>
              <a:gdLst/>
              <a:ahLst/>
              <a:cxnLst/>
              <a:rect l="l" t="t" r="r" b="b"/>
              <a:pathLst>
                <a:path w="3934994" h="695487">
                  <a:moveTo>
                    <a:pt x="0" y="0"/>
                  </a:moveTo>
                  <a:lnTo>
                    <a:pt x="3934994" y="0"/>
                  </a:lnTo>
                  <a:lnTo>
                    <a:pt x="3934994" y="695487"/>
                  </a:lnTo>
                  <a:lnTo>
                    <a:pt x="0" y="695487"/>
                  </a:lnTo>
                  <a:close/>
                </a:path>
              </a:pathLst>
            </a:custGeom>
            <a:blipFill>
              <a:blip r:embed="rId3">
                <a:alphaModFix amt="0"/>
              </a:blip>
              <a:stretch>
                <a:fillRect t="-60244" b="-60244"/>
              </a:stretch>
            </a:blipFill>
          </p:spPr>
          <p:txBody>
            <a:bodyPr/>
            <a:lstStyle/>
            <a:p>
              <a:endParaRPr lang="en-US"/>
            </a:p>
          </p:txBody>
        </p:sp>
        <p:sp>
          <p:nvSpPr>
            <p:cNvPr id="171" name="TextBox 182">
              <a:extLst>
                <a:ext uri="{FF2B5EF4-FFF2-40B4-BE49-F238E27FC236}">
                  <a16:creationId xmlns:a16="http://schemas.microsoft.com/office/drawing/2014/main" id="{D7E9EB69-B65F-5A37-FAC0-456D877B7D66}"/>
                </a:ext>
              </a:extLst>
            </p:cNvPr>
            <p:cNvSpPr txBox="1"/>
            <p:nvPr/>
          </p:nvSpPr>
          <p:spPr>
            <a:xfrm>
              <a:off x="0" y="-9525"/>
              <a:ext cx="3934993" cy="705015"/>
            </a:xfrm>
            <a:prstGeom prst="rect">
              <a:avLst/>
            </a:prstGeom>
          </p:spPr>
          <p:txBody>
            <a:bodyPr lIns="0" tIns="0" rIns="0" bIns="0" rtlCol="0" anchor="ctr"/>
            <a:lstStyle/>
            <a:p>
              <a:pPr>
                <a:lnSpc>
                  <a:spcPts val="2041"/>
                </a:lnSpc>
              </a:pPr>
              <a:r>
                <a:rPr lang="en-US" sz="1701" b="1">
                  <a:solidFill>
                    <a:srgbClr val="A6EE39"/>
                  </a:solidFill>
                  <a:latin typeface="Arial Bold"/>
                  <a:ea typeface="Arial Bold"/>
                  <a:cs typeface="Arial Bold"/>
                  <a:sym typeface="Arial Bold"/>
                </a:rPr>
                <a:t>LOGGED OUTPUT</a:t>
              </a:r>
            </a:p>
          </p:txBody>
        </p:sp>
      </p:grpSp>
      <p:grpSp>
        <p:nvGrpSpPr>
          <p:cNvPr id="172" name="Group 183">
            <a:extLst>
              <a:ext uri="{FF2B5EF4-FFF2-40B4-BE49-F238E27FC236}">
                <a16:creationId xmlns:a16="http://schemas.microsoft.com/office/drawing/2014/main" id="{91D9C5C6-4931-4735-AC24-2ED2A567DB79}"/>
              </a:ext>
            </a:extLst>
          </p:cNvPr>
          <p:cNvGrpSpPr/>
          <p:nvPr/>
        </p:nvGrpSpPr>
        <p:grpSpPr>
          <a:xfrm>
            <a:off x="6398813" y="3488747"/>
            <a:ext cx="1981479" cy="13983"/>
            <a:chOff x="0" y="0"/>
            <a:chExt cx="3962959" cy="27965"/>
          </a:xfrm>
        </p:grpSpPr>
        <p:sp>
          <p:nvSpPr>
            <p:cNvPr id="173" name="Freeform 184">
              <a:extLst>
                <a:ext uri="{FF2B5EF4-FFF2-40B4-BE49-F238E27FC236}">
                  <a16:creationId xmlns:a16="http://schemas.microsoft.com/office/drawing/2014/main" id="{6ADDE1CE-3ABF-DEF3-9666-A88734A14C98}"/>
                </a:ext>
              </a:extLst>
            </p:cNvPr>
            <p:cNvSpPr/>
            <p:nvPr/>
          </p:nvSpPr>
          <p:spPr>
            <a:xfrm>
              <a:off x="0" y="0"/>
              <a:ext cx="3962908" cy="27940"/>
            </a:xfrm>
            <a:custGeom>
              <a:avLst/>
              <a:gdLst/>
              <a:ahLst/>
              <a:cxnLst/>
              <a:rect l="l" t="t" r="r" b="b"/>
              <a:pathLst>
                <a:path w="3962908" h="27940">
                  <a:moveTo>
                    <a:pt x="0" y="0"/>
                  </a:moveTo>
                  <a:lnTo>
                    <a:pt x="3962908" y="27940"/>
                  </a:lnTo>
                </a:path>
              </a:pathLst>
            </a:custGeom>
            <a:blipFill>
              <a:blip r:embed="rId3">
                <a:alphaModFix amt="0"/>
              </a:blip>
              <a:stretch>
                <a:fillRect t="-2713676" r="-1" b="-2713767"/>
              </a:stretch>
            </a:blipFill>
            <a:ln w="20971" cap="sq">
              <a:solidFill>
                <a:srgbClr val="A6EE39"/>
              </a:solidFill>
              <a:prstDash val="solid"/>
              <a:miter/>
            </a:ln>
          </p:spPr>
          <p:txBody>
            <a:bodyPr/>
            <a:lstStyle/>
            <a:p>
              <a:endParaRPr lang="en-US"/>
            </a:p>
          </p:txBody>
        </p:sp>
      </p:grpSp>
      <p:grpSp>
        <p:nvGrpSpPr>
          <p:cNvPr id="174" name="Group 185">
            <a:extLst>
              <a:ext uri="{FF2B5EF4-FFF2-40B4-BE49-F238E27FC236}">
                <a16:creationId xmlns:a16="http://schemas.microsoft.com/office/drawing/2014/main" id="{86C1091F-8DBC-1269-26C5-53C89E3EEDF0}"/>
              </a:ext>
            </a:extLst>
          </p:cNvPr>
          <p:cNvGrpSpPr/>
          <p:nvPr/>
        </p:nvGrpSpPr>
        <p:grpSpPr>
          <a:xfrm>
            <a:off x="6405804" y="3733667"/>
            <a:ext cx="146418" cy="164719"/>
            <a:chOff x="0" y="0"/>
            <a:chExt cx="292837" cy="329438"/>
          </a:xfrm>
        </p:grpSpPr>
        <p:sp>
          <p:nvSpPr>
            <p:cNvPr id="175" name="Freeform 186">
              <a:extLst>
                <a:ext uri="{FF2B5EF4-FFF2-40B4-BE49-F238E27FC236}">
                  <a16:creationId xmlns:a16="http://schemas.microsoft.com/office/drawing/2014/main" id="{389C5ED6-B847-31C9-6D6D-7BB517B695F0}"/>
                </a:ext>
              </a:extLst>
            </p:cNvPr>
            <p:cNvSpPr/>
            <p:nvPr/>
          </p:nvSpPr>
          <p:spPr>
            <a:xfrm>
              <a:off x="0" y="0"/>
              <a:ext cx="292837" cy="329441"/>
            </a:xfrm>
            <a:custGeom>
              <a:avLst/>
              <a:gdLst/>
              <a:ahLst/>
              <a:cxnLst/>
              <a:rect l="l" t="t" r="r" b="b"/>
              <a:pathLst>
                <a:path w="292837" h="329441">
                  <a:moveTo>
                    <a:pt x="0" y="0"/>
                  </a:moveTo>
                  <a:lnTo>
                    <a:pt x="292837" y="0"/>
                  </a:lnTo>
                  <a:lnTo>
                    <a:pt x="292837" y="329441"/>
                  </a:lnTo>
                  <a:lnTo>
                    <a:pt x="0" y="329441"/>
                  </a:lnTo>
                  <a:close/>
                </a:path>
              </a:pathLst>
            </a:custGeom>
            <a:blipFill>
              <a:blip r:embed="rId3">
                <a:alphaModFix amt="0"/>
              </a:blip>
              <a:stretch>
                <a:fillRect l="-94340" r="-94340" b="1"/>
              </a:stretch>
            </a:blipFill>
          </p:spPr>
          <p:txBody>
            <a:bodyPr/>
            <a:lstStyle/>
            <a:p>
              <a:endParaRPr lang="en-US"/>
            </a:p>
          </p:txBody>
        </p:sp>
        <p:sp>
          <p:nvSpPr>
            <p:cNvPr id="176" name="TextBox 187">
              <a:extLst>
                <a:ext uri="{FF2B5EF4-FFF2-40B4-BE49-F238E27FC236}">
                  <a16:creationId xmlns:a16="http://schemas.microsoft.com/office/drawing/2014/main" id="{C8B697EE-814E-2143-F6AD-E0A81496B3DD}"/>
                </a:ext>
              </a:extLst>
            </p:cNvPr>
            <p:cNvSpPr txBox="1"/>
            <p:nvPr/>
          </p:nvSpPr>
          <p:spPr>
            <a:xfrm>
              <a:off x="0" y="-9525"/>
              <a:ext cx="292837" cy="338963"/>
            </a:xfrm>
            <a:prstGeom prst="rect">
              <a:avLst/>
            </a:prstGeom>
          </p:spPr>
          <p:txBody>
            <a:bodyPr lIns="0" tIns="0" rIns="0" bIns="0" rtlCol="0" anchor="ctr"/>
            <a:lstStyle/>
            <a:p>
              <a:pPr algn="ctr">
                <a:lnSpc>
                  <a:spcPts val="1921"/>
                </a:lnSpc>
              </a:pPr>
              <a:r>
                <a:rPr lang="en-US" sz="1601" b="1">
                  <a:solidFill>
                    <a:srgbClr val="A6EE39"/>
                  </a:solidFill>
                  <a:latin typeface="Arial Bold"/>
                  <a:ea typeface="Arial Bold"/>
                  <a:cs typeface="Arial Bold"/>
                  <a:sym typeface="Arial Bold"/>
                </a:rPr>
                <a:t>•</a:t>
              </a:r>
            </a:p>
          </p:txBody>
        </p:sp>
      </p:grpSp>
      <p:sp>
        <p:nvSpPr>
          <p:cNvPr id="177" name="TextBox 188">
            <a:extLst>
              <a:ext uri="{FF2B5EF4-FFF2-40B4-BE49-F238E27FC236}">
                <a16:creationId xmlns:a16="http://schemas.microsoft.com/office/drawing/2014/main" id="{24FDA975-CDF0-2F74-1605-8F7370079FFD}"/>
              </a:ext>
            </a:extLst>
          </p:cNvPr>
          <p:cNvSpPr txBox="1"/>
          <p:nvPr/>
        </p:nvSpPr>
        <p:spPr>
          <a:xfrm>
            <a:off x="6588830" y="3702666"/>
            <a:ext cx="1802778" cy="168508"/>
          </a:xfrm>
          <a:prstGeom prst="rect">
            <a:avLst/>
          </a:prstGeom>
        </p:spPr>
        <p:txBody>
          <a:bodyPr lIns="0" tIns="0" rIns="0" bIns="0" rtlCol="0" anchor="t">
            <a:spAutoFit/>
          </a:bodyPr>
          <a:lstStyle/>
          <a:p>
            <a:pPr>
              <a:lnSpc>
                <a:spcPts val="1393"/>
              </a:lnSpc>
            </a:pPr>
            <a:r>
              <a:rPr lang="en-US" sz="1161">
                <a:solidFill>
                  <a:srgbClr val="FFFFFF"/>
                </a:solidFill>
                <a:latin typeface="Arial"/>
                <a:ea typeface="Arial"/>
                <a:cs typeface="Arial"/>
                <a:sym typeface="Arial"/>
              </a:rPr>
              <a:t>CSV log file</a:t>
            </a:r>
          </a:p>
        </p:txBody>
      </p:sp>
      <p:grpSp>
        <p:nvGrpSpPr>
          <p:cNvPr id="178" name="Group 189">
            <a:extLst>
              <a:ext uri="{FF2B5EF4-FFF2-40B4-BE49-F238E27FC236}">
                <a16:creationId xmlns:a16="http://schemas.microsoft.com/office/drawing/2014/main" id="{E156C431-2F21-D651-424E-BDE48C68D52D}"/>
              </a:ext>
            </a:extLst>
          </p:cNvPr>
          <p:cNvGrpSpPr/>
          <p:nvPr/>
        </p:nvGrpSpPr>
        <p:grpSpPr>
          <a:xfrm>
            <a:off x="6405804" y="4127171"/>
            <a:ext cx="146418" cy="164719"/>
            <a:chOff x="0" y="0"/>
            <a:chExt cx="292837" cy="329438"/>
          </a:xfrm>
        </p:grpSpPr>
        <p:sp>
          <p:nvSpPr>
            <p:cNvPr id="179" name="Freeform 190">
              <a:extLst>
                <a:ext uri="{FF2B5EF4-FFF2-40B4-BE49-F238E27FC236}">
                  <a16:creationId xmlns:a16="http://schemas.microsoft.com/office/drawing/2014/main" id="{91E2D6BB-4114-118D-4FB2-072C92F987B1}"/>
                </a:ext>
              </a:extLst>
            </p:cNvPr>
            <p:cNvSpPr/>
            <p:nvPr/>
          </p:nvSpPr>
          <p:spPr>
            <a:xfrm>
              <a:off x="0" y="0"/>
              <a:ext cx="292837" cy="329441"/>
            </a:xfrm>
            <a:custGeom>
              <a:avLst/>
              <a:gdLst/>
              <a:ahLst/>
              <a:cxnLst/>
              <a:rect l="l" t="t" r="r" b="b"/>
              <a:pathLst>
                <a:path w="292837" h="329441">
                  <a:moveTo>
                    <a:pt x="0" y="0"/>
                  </a:moveTo>
                  <a:lnTo>
                    <a:pt x="292837" y="0"/>
                  </a:lnTo>
                  <a:lnTo>
                    <a:pt x="292837" y="329441"/>
                  </a:lnTo>
                  <a:lnTo>
                    <a:pt x="0" y="329441"/>
                  </a:lnTo>
                  <a:close/>
                </a:path>
              </a:pathLst>
            </a:custGeom>
            <a:blipFill>
              <a:blip r:embed="rId3">
                <a:alphaModFix amt="0"/>
              </a:blip>
              <a:stretch>
                <a:fillRect l="-94340" r="-94340" b="1"/>
              </a:stretch>
            </a:blipFill>
          </p:spPr>
          <p:txBody>
            <a:bodyPr/>
            <a:lstStyle/>
            <a:p>
              <a:endParaRPr lang="en-US"/>
            </a:p>
          </p:txBody>
        </p:sp>
        <p:sp>
          <p:nvSpPr>
            <p:cNvPr id="180" name="TextBox 191">
              <a:extLst>
                <a:ext uri="{FF2B5EF4-FFF2-40B4-BE49-F238E27FC236}">
                  <a16:creationId xmlns:a16="http://schemas.microsoft.com/office/drawing/2014/main" id="{2AC26573-DD22-3192-78E3-7E2E7750FD1B}"/>
                </a:ext>
              </a:extLst>
            </p:cNvPr>
            <p:cNvSpPr txBox="1"/>
            <p:nvPr/>
          </p:nvSpPr>
          <p:spPr>
            <a:xfrm>
              <a:off x="0" y="-9525"/>
              <a:ext cx="292837" cy="338963"/>
            </a:xfrm>
            <a:prstGeom prst="rect">
              <a:avLst/>
            </a:prstGeom>
          </p:spPr>
          <p:txBody>
            <a:bodyPr lIns="0" tIns="0" rIns="0" bIns="0" rtlCol="0" anchor="ctr"/>
            <a:lstStyle/>
            <a:p>
              <a:pPr algn="ctr">
                <a:lnSpc>
                  <a:spcPts val="1921"/>
                </a:lnSpc>
              </a:pPr>
              <a:r>
                <a:rPr lang="en-US" sz="1601" b="1">
                  <a:solidFill>
                    <a:srgbClr val="A6EE39"/>
                  </a:solidFill>
                  <a:latin typeface="Arial Bold"/>
                  <a:ea typeface="Arial Bold"/>
                  <a:cs typeface="Arial Bold"/>
                  <a:sym typeface="Arial Bold"/>
                </a:rPr>
                <a:t>•</a:t>
              </a:r>
            </a:p>
          </p:txBody>
        </p:sp>
      </p:grpSp>
      <p:sp>
        <p:nvSpPr>
          <p:cNvPr id="181" name="TextBox 192">
            <a:extLst>
              <a:ext uri="{FF2B5EF4-FFF2-40B4-BE49-F238E27FC236}">
                <a16:creationId xmlns:a16="http://schemas.microsoft.com/office/drawing/2014/main" id="{F090A7E7-04EE-ABB3-5772-905A6D231022}"/>
              </a:ext>
            </a:extLst>
          </p:cNvPr>
          <p:cNvSpPr txBox="1"/>
          <p:nvPr/>
        </p:nvSpPr>
        <p:spPr>
          <a:xfrm>
            <a:off x="6588830" y="4096169"/>
            <a:ext cx="1802778" cy="168508"/>
          </a:xfrm>
          <a:prstGeom prst="rect">
            <a:avLst/>
          </a:prstGeom>
        </p:spPr>
        <p:txBody>
          <a:bodyPr lIns="0" tIns="0" rIns="0" bIns="0" rtlCol="0" anchor="t">
            <a:spAutoFit/>
          </a:bodyPr>
          <a:lstStyle/>
          <a:p>
            <a:pPr>
              <a:lnSpc>
                <a:spcPts val="1393"/>
              </a:lnSpc>
            </a:pPr>
            <a:r>
              <a:rPr lang="en-US" sz="1161">
                <a:solidFill>
                  <a:srgbClr val="FFFFFF"/>
                </a:solidFill>
                <a:latin typeface="Arial"/>
                <a:ea typeface="Arial"/>
                <a:cs typeface="Arial"/>
                <a:sym typeface="Arial"/>
              </a:rPr>
              <a:t>Summary table</a:t>
            </a:r>
          </a:p>
        </p:txBody>
      </p:sp>
      <p:grpSp>
        <p:nvGrpSpPr>
          <p:cNvPr id="182" name="Group 193">
            <a:extLst>
              <a:ext uri="{FF2B5EF4-FFF2-40B4-BE49-F238E27FC236}">
                <a16:creationId xmlns:a16="http://schemas.microsoft.com/office/drawing/2014/main" id="{2046E7C3-8FAF-6397-68F9-61550CC4347F}"/>
              </a:ext>
            </a:extLst>
          </p:cNvPr>
          <p:cNvGrpSpPr/>
          <p:nvPr/>
        </p:nvGrpSpPr>
        <p:grpSpPr>
          <a:xfrm>
            <a:off x="6405804" y="4520667"/>
            <a:ext cx="146418" cy="164719"/>
            <a:chOff x="0" y="0"/>
            <a:chExt cx="292837" cy="329438"/>
          </a:xfrm>
        </p:grpSpPr>
        <p:sp>
          <p:nvSpPr>
            <p:cNvPr id="183" name="Freeform 194">
              <a:extLst>
                <a:ext uri="{FF2B5EF4-FFF2-40B4-BE49-F238E27FC236}">
                  <a16:creationId xmlns:a16="http://schemas.microsoft.com/office/drawing/2014/main" id="{1E33CC4C-4FD4-5E56-8ED6-040010CFBF00}"/>
                </a:ext>
              </a:extLst>
            </p:cNvPr>
            <p:cNvSpPr/>
            <p:nvPr/>
          </p:nvSpPr>
          <p:spPr>
            <a:xfrm>
              <a:off x="0" y="0"/>
              <a:ext cx="292837" cy="329441"/>
            </a:xfrm>
            <a:custGeom>
              <a:avLst/>
              <a:gdLst/>
              <a:ahLst/>
              <a:cxnLst/>
              <a:rect l="l" t="t" r="r" b="b"/>
              <a:pathLst>
                <a:path w="292837" h="329441">
                  <a:moveTo>
                    <a:pt x="0" y="0"/>
                  </a:moveTo>
                  <a:lnTo>
                    <a:pt x="292837" y="0"/>
                  </a:lnTo>
                  <a:lnTo>
                    <a:pt x="292837" y="329441"/>
                  </a:lnTo>
                  <a:lnTo>
                    <a:pt x="0" y="329441"/>
                  </a:lnTo>
                  <a:close/>
                </a:path>
              </a:pathLst>
            </a:custGeom>
            <a:blipFill>
              <a:blip r:embed="rId3">
                <a:alphaModFix amt="0"/>
              </a:blip>
              <a:stretch>
                <a:fillRect l="-94340" r="-94340" b="1"/>
              </a:stretch>
            </a:blipFill>
          </p:spPr>
          <p:txBody>
            <a:bodyPr/>
            <a:lstStyle/>
            <a:p>
              <a:endParaRPr lang="en-US"/>
            </a:p>
          </p:txBody>
        </p:sp>
        <p:sp>
          <p:nvSpPr>
            <p:cNvPr id="184" name="TextBox 195">
              <a:extLst>
                <a:ext uri="{FF2B5EF4-FFF2-40B4-BE49-F238E27FC236}">
                  <a16:creationId xmlns:a16="http://schemas.microsoft.com/office/drawing/2014/main" id="{9E268C21-7673-8355-1DC6-1CC8F9711906}"/>
                </a:ext>
              </a:extLst>
            </p:cNvPr>
            <p:cNvSpPr txBox="1"/>
            <p:nvPr/>
          </p:nvSpPr>
          <p:spPr>
            <a:xfrm>
              <a:off x="0" y="-9525"/>
              <a:ext cx="292837" cy="338963"/>
            </a:xfrm>
            <a:prstGeom prst="rect">
              <a:avLst/>
            </a:prstGeom>
          </p:spPr>
          <p:txBody>
            <a:bodyPr lIns="0" tIns="0" rIns="0" bIns="0" rtlCol="0" anchor="ctr"/>
            <a:lstStyle/>
            <a:p>
              <a:pPr algn="ctr">
                <a:lnSpc>
                  <a:spcPts val="1921"/>
                </a:lnSpc>
              </a:pPr>
              <a:r>
                <a:rPr lang="en-US" sz="1601" b="1">
                  <a:solidFill>
                    <a:srgbClr val="A6EE39"/>
                  </a:solidFill>
                  <a:latin typeface="Arial Bold"/>
                  <a:ea typeface="Arial Bold"/>
                  <a:cs typeface="Arial Bold"/>
                  <a:sym typeface="Arial Bold"/>
                </a:rPr>
                <a:t>•</a:t>
              </a:r>
            </a:p>
          </p:txBody>
        </p:sp>
      </p:grpSp>
      <p:sp>
        <p:nvSpPr>
          <p:cNvPr id="185" name="TextBox 196">
            <a:extLst>
              <a:ext uri="{FF2B5EF4-FFF2-40B4-BE49-F238E27FC236}">
                <a16:creationId xmlns:a16="http://schemas.microsoft.com/office/drawing/2014/main" id="{41F35324-0D7E-D29F-E35B-A3BE621173CD}"/>
              </a:ext>
            </a:extLst>
          </p:cNvPr>
          <p:cNvSpPr txBox="1"/>
          <p:nvPr/>
        </p:nvSpPr>
        <p:spPr>
          <a:xfrm>
            <a:off x="6588830" y="4489666"/>
            <a:ext cx="1802778" cy="348044"/>
          </a:xfrm>
          <a:prstGeom prst="rect">
            <a:avLst/>
          </a:prstGeom>
        </p:spPr>
        <p:txBody>
          <a:bodyPr lIns="0" tIns="0" rIns="0" bIns="0" rtlCol="0" anchor="t">
            <a:spAutoFit/>
          </a:bodyPr>
          <a:lstStyle/>
          <a:p>
            <a:pPr>
              <a:lnSpc>
                <a:spcPts val="1393"/>
              </a:lnSpc>
            </a:pPr>
            <a:r>
              <a:rPr lang="en-US" sz="1161">
                <a:solidFill>
                  <a:srgbClr val="FFFFFF"/>
                </a:solidFill>
                <a:latin typeface="Arial"/>
                <a:ea typeface="Arial"/>
                <a:cs typeface="Arial"/>
                <a:sym typeface="Arial"/>
              </a:rPr>
              <a:t>Trajectory and feedback plots</a:t>
            </a:r>
          </a:p>
        </p:txBody>
      </p:sp>
      <p:grpSp>
        <p:nvGrpSpPr>
          <p:cNvPr id="186" name="Group 197">
            <a:extLst>
              <a:ext uri="{FF2B5EF4-FFF2-40B4-BE49-F238E27FC236}">
                <a16:creationId xmlns:a16="http://schemas.microsoft.com/office/drawing/2014/main" id="{60B6D23D-8298-F015-AB6E-3745C0E3A8DA}"/>
              </a:ext>
            </a:extLst>
          </p:cNvPr>
          <p:cNvGrpSpPr/>
          <p:nvPr/>
        </p:nvGrpSpPr>
        <p:grpSpPr>
          <a:xfrm>
            <a:off x="6405804" y="4914171"/>
            <a:ext cx="146418" cy="164719"/>
            <a:chOff x="0" y="0"/>
            <a:chExt cx="292837" cy="329438"/>
          </a:xfrm>
        </p:grpSpPr>
        <p:sp>
          <p:nvSpPr>
            <p:cNvPr id="187" name="Freeform 198">
              <a:extLst>
                <a:ext uri="{FF2B5EF4-FFF2-40B4-BE49-F238E27FC236}">
                  <a16:creationId xmlns:a16="http://schemas.microsoft.com/office/drawing/2014/main" id="{687CB397-367E-A88F-4B66-76775B8A799C}"/>
                </a:ext>
              </a:extLst>
            </p:cNvPr>
            <p:cNvSpPr/>
            <p:nvPr/>
          </p:nvSpPr>
          <p:spPr>
            <a:xfrm>
              <a:off x="0" y="0"/>
              <a:ext cx="292837" cy="329441"/>
            </a:xfrm>
            <a:custGeom>
              <a:avLst/>
              <a:gdLst/>
              <a:ahLst/>
              <a:cxnLst/>
              <a:rect l="l" t="t" r="r" b="b"/>
              <a:pathLst>
                <a:path w="292837" h="329441">
                  <a:moveTo>
                    <a:pt x="0" y="0"/>
                  </a:moveTo>
                  <a:lnTo>
                    <a:pt x="292837" y="0"/>
                  </a:lnTo>
                  <a:lnTo>
                    <a:pt x="292837" y="329441"/>
                  </a:lnTo>
                  <a:lnTo>
                    <a:pt x="0" y="329441"/>
                  </a:lnTo>
                  <a:close/>
                </a:path>
              </a:pathLst>
            </a:custGeom>
            <a:blipFill>
              <a:blip r:embed="rId3">
                <a:alphaModFix amt="0"/>
              </a:blip>
              <a:stretch>
                <a:fillRect l="-94340" r="-94340" b="1"/>
              </a:stretch>
            </a:blipFill>
          </p:spPr>
          <p:txBody>
            <a:bodyPr/>
            <a:lstStyle/>
            <a:p>
              <a:endParaRPr lang="en-US"/>
            </a:p>
          </p:txBody>
        </p:sp>
        <p:sp>
          <p:nvSpPr>
            <p:cNvPr id="188" name="TextBox 199">
              <a:extLst>
                <a:ext uri="{FF2B5EF4-FFF2-40B4-BE49-F238E27FC236}">
                  <a16:creationId xmlns:a16="http://schemas.microsoft.com/office/drawing/2014/main" id="{D2D0E371-4AFC-2FB2-AF69-2A0C49FD7689}"/>
                </a:ext>
              </a:extLst>
            </p:cNvPr>
            <p:cNvSpPr txBox="1"/>
            <p:nvPr/>
          </p:nvSpPr>
          <p:spPr>
            <a:xfrm>
              <a:off x="0" y="-9525"/>
              <a:ext cx="292837" cy="338963"/>
            </a:xfrm>
            <a:prstGeom prst="rect">
              <a:avLst/>
            </a:prstGeom>
          </p:spPr>
          <p:txBody>
            <a:bodyPr lIns="0" tIns="0" rIns="0" bIns="0" rtlCol="0" anchor="ctr"/>
            <a:lstStyle/>
            <a:p>
              <a:pPr algn="ctr">
                <a:lnSpc>
                  <a:spcPts val="1921"/>
                </a:lnSpc>
              </a:pPr>
              <a:r>
                <a:rPr lang="en-US" sz="1601" b="1">
                  <a:solidFill>
                    <a:srgbClr val="A6EE39"/>
                  </a:solidFill>
                  <a:latin typeface="Arial Bold"/>
                  <a:ea typeface="Arial Bold"/>
                  <a:cs typeface="Arial Bold"/>
                  <a:sym typeface="Arial Bold"/>
                </a:rPr>
                <a:t>•</a:t>
              </a:r>
            </a:p>
          </p:txBody>
        </p:sp>
      </p:grpSp>
      <p:sp>
        <p:nvSpPr>
          <p:cNvPr id="189" name="TextBox 200">
            <a:extLst>
              <a:ext uri="{FF2B5EF4-FFF2-40B4-BE49-F238E27FC236}">
                <a16:creationId xmlns:a16="http://schemas.microsoft.com/office/drawing/2014/main" id="{D3409C2D-DE35-9E6D-9339-0BF305315AD4}"/>
              </a:ext>
            </a:extLst>
          </p:cNvPr>
          <p:cNvSpPr txBox="1"/>
          <p:nvPr/>
        </p:nvSpPr>
        <p:spPr>
          <a:xfrm>
            <a:off x="6588830" y="4883163"/>
            <a:ext cx="1802778" cy="168508"/>
          </a:xfrm>
          <a:prstGeom prst="rect">
            <a:avLst/>
          </a:prstGeom>
        </p:spPr>
        <p:txBody>
          <a:bodyPr lIns="0" tIns="0" rIns="0" bIns="0" rtlCol="0" anchor="t">
            <a:spAutoFit/>
          </a:bodyPr>
          <a:lstStyle/>
          <a:p>
            <a:pPr>
              <a:lnSpc>
                <a:spcPts val="1393"/>
              </a:lnSpc>
            </a:pPr>
            <a:r>
              <a:rPr lang="en-US" sz="1161">
                <a:solidFill>
                  <a:srgbClr val="FFFFFF"/>
                </a:solidFill>
                <a:latin typeface="Arial"/>
                <a:ea typeface="Arial"/>
                <a:cs typeface="Arial"/>
                <a:sym typeface="Arial"/>
              </a:rPr>
              <a:t>Residual torque evaluation</a:t>
            </a:r>
          </a:p>
        </p:txBody>
      </p:sp>
      <p:grpSp>
        <p:nvGrpSpPr>
          <p:cNvPr id="192" name="Group 203">
            <a:extLst>
              <a:ext uri="{FF2B5EF4-FFF2-40B4-BE49-F238E27FC236}">
                <a16:creationId xmlns:a16="http://schemas.microsoft.com/office/drawing/2014/main" id="{C4E239B9-2E42-B1B6-C607-34486C2F4135}"/>
              </a:ext>
            </a:extLst>
          </p:cNvPr>
          <p:cNvGrpSpPr/>
          <p:nvPr/>
        </p:nvGrpSpPr>
        <p:grpSpPr>
          <a:xfrm>
            <a:off x="2866346" y="3419990"/>
            <a:ext cx="316223" cy="316223"/>
            <a:chOff x="0" y="0"/>
            <a:chExt cx="632447" cy="632447"/>
          </a:xfrm>
        </p:grpSpPr>
        <p:sp>
          <p:nvSpPr>
            <p:cNvPr id="193" name="Freeform 204">
              <a:extLst>
                <a:ext uri="{FF2B5EF4-FFF2-40B4-BE49-F238E27FC236}">
                  <a16:creationId xmlns:a16="http://schemas.microsoft.com/office/drawing/2014/main" id="{DB3EB8D7-63F1-ADBE-B37F-96C38DAB20F1}"/>
                </a:ext>
              </a:extLst>
            </p:cNvPr>
            <p:cNvSpPr/>
            <p:nvPr/>
          </p:nvSpPr>
          <p:spPr>
            <a:xfrm>
              <a:off x="0" y="0"/>
              <a:ext cx="632460" cy="632460"/>
            </a:xfrm>
            <a:custGeom>
              <a:avLst/>
              <a:gdLst/>
              <a:ahLst/>
              <a:cxnLst/>
              <a:rect l="l" t="t" r="r" b="b"/>
              <a:pathLst>
                <a:path w="632460" h="632460">
                  <a:moveTo>
                    <a:pt x="0" y="316230"/>
                  </a:moveTo>
                  <a:cubicBezTo>
                    <a:pt x="0" y="141605"/>
                    <a:pt x="141605" y="0"/>
                    <a:pt x="316230" y="0"/>
                  </a:cubicBezTo>
                  <a:cubicBezTo>
                    <a:pt x="490855" y="0"/>
                    <a:pt x="632460" y="141605"/>
                    <a:pt x="632460" y="316230"/>
                  </a:cubicBezTo>
                  <a:cubicBezTo>
                    <a:pt x="632460" y="490855"/>
                    <a:pt x="490855" y="632460"/>
                    <a:pt x="316230" y="632460"/>
                  </a:cubicBezTo>
                  <a:cubicBezTo>
                    <a:pt x="141605" y="632460"/>
                    <a:pt x="0" y="490855"/>
                    <a:pt x="0" y="316230"/>
                  </a:cubicBezTo>
                  <a:close/>
                </a:path>
              </a:pathLst>
            </a:custGeom>
            <a:solidFill>
              <a:srgbClr val="061E3A"/>
            </a:solidFill>
            <a:ln w="7626" cap="sq">
              <a:solidFill>
                <a:srgbClr val="061E3A"/>
              </a:solidFill>
              <a:prstDash val="solid"/>
              <a:miter/>
            </a:ln>
          </p:spPr>
          <p:txBody>
            <a:bodyPr/>
            <a:lstStyle/>
            <a:p>
              <a:endParaRPr lang="en-US"/>
            </a:p>
          </p:txBody>
        </p:sp>
      </p:grpSp>
      <p:grpSp>
        <p:nvGrpSpPr>
          <p:cNvPr id="194" name="Group 205">
            <a:extLst>
              <a:ext uri="{FF2B5EF4-FFF2-40B4-BE49-F238E27FC236}">
                <a16:creationId xmlns:a16="http://schemas.microsoft.com/office/drawing/2014/main" id="{3B72C636-4714-CDC5-7FCB-4F58E4FC665F}"/>
              </a:ext>
            </a:extLst>
          </p:cNvPr>
          <p:cNvGrpSpPr/>
          <p:nvPr/>
        </p:nvGrpSpPr>
        <p:grpSpPr>
          <a:xfrm>
            <a:off x="2914644" y="3449981"/>
            <a:ext cx="219627" cy="219627"/>
            <a:chOff x="0" y="0"/>
            <a:chExt cx="439255" cy="439255"/>
          </a:xfrm>
        </p:grpSpPr>
        <p:sp>
          <p:nvSpPr>
            <p:cNvPr id="195" name="Freeform 206">
              <a:extLst>
                <a:ext uri="{FF2B5EF4-FFF2-40B4-BE49-F238E27FC236}">
                  <a16:creationId xmlns:a16="http://schemas.microsoft.com/office/drawing/2014/main" id="{4F1B8C77-F3AD-E76A-336B-2DD15A393454}"/>
                </a:ext>
              </a:extLst>
            </p:cNvPr>
            <p:cNvSpPr/>
            <p:nvPr/>
          </p:nvSpPr>
          <p:spPr>
            <a:xfrm>
              <a:off x="0" y="0"/>
              <a:ext cx="439255" cy="439255"/>
            </a:xfrm>
            <a:custGeom>
              <a:avLst/>
              <a:gdLst/>
              <a:ahLst/>
              <a:cxnLst/>
              <a:rect l="l" t="t" r="r" b="b"/>
              <a:pathLst>
                <a:path w="439255" h="439255">
                  <a:moveTo>
                    <a:pt x="0" y="0"/>
                  </a:moveTo>
                  <a:lnTo>
                    <a:pt x="439255" y="0"/>
                  </a:lnTo>
                  <a:lnTo>
                    <a:pt x="439255" y="439255"/>
                  </a:lnTo>
                  <a:lnTo>
                    <a:pt x="0" y="439255"/>
                  </a:lnTo>
                  <a:close/>
                </a:path>
              </a:pathLst>
            </a:custGeom>
            <a:blipFill>
              <a:blip r:embed="rId3">
                <a:alphaModFix amt="0"/>
              </a:blip>
              <a:stretch>
                <a:fillRect l="-78303" r="-78303"/>
              </a:stretch>
            </a:blipFill>
          </p:spPr>
          <p:txBody>
            <a:bodyPr/>
            <a:lstStyle/>
            <a:p>
              <a:endParaRPr lang="en-US"/>
            </a:p>
          </p:txBody>
        </p:sp>
        <p:sp>
          <p:nvSpPr>
            <p:cNvPr id="196" name="TextBox 207">
              <a:extLst>
                <a:ext uri="{FF2B5EF4-FFF2-40B4-BE49-F238E27FC236}">
                  <a16:creationId xmlns:a16="http://schemas.microsoft.com/office/drawing/2014/main" id="{1D0E887D-071A-4425-A45A-1910E99DC138}"/>
                </a:ext>
              </a:extLst>
            </p:cNvPr>
            <p:cNvSpPr txBox="1"/>
            <p:nvPr/>
          </p:nvSpPr>
          <p:spPr>
            <a:xfrm>
              <a:off x="0" y="-19050"/>
              <a:ext cx="439255" cy="458305"/>
            </a:xfrm>
            <a:prstGeom prst="rect">
              <a:avLst/>
            </a:prstGeom>
          </p:spPr>
          <p:txBody>
            <a:bodyPr lIns="0" tIns="0" rIns="0" bIns="0" rtlCol="0" anchor="ctr"/>
            <a:lstStyle/>
            <a:p>
              <a:pPr algn="ctr">
                <a:lnSpc>
                  <a:spcPts val="2401"/>
                </a:lnSpc>
              </a:pPr>
              <a:r>
                <a:rPr lang="en-US" sz="2001" b="1">
                  <a:solidFill>
                    <a:srgbClr val="FFFFFF"/>
                  </a:solidFill>
                  <a:latin typeface="Arial Bold"/>
                  <a:ea typeface="Arial Bold"/>
                  <a:cs typeface="Arial Bold"/>
                  <a:sym typeface="Arial Bold"/>
                </a:rPr>
                <a:t>→</a:t>
              </a:r>
            </a:p>
          </p:txBody>
        </p:sp>
      </p:grpSp>
      <p:grpSp>
        <p:nvGrpSpPr>
          <p:cNvPr id="199" name="Group 210">
            <a:extLst>
              <a:ext uri="{FF2B5EF4-FFF2-40B4-BE49-F238E27FC236}">
                <a16:creationId xmlns:a16="http://schemas.microsoft.com/office/drawing/2014/main" id="{18EFE853-1806-B96B-BEE9-110A63CE293B}"/>
              </a:ext>
            </a:extLst>
          </p:cNvPr>
          <p:cNvGrpSpPr/>
          <p:nvPr/>
        </p:nvGrpSpPr>
        <p:grpSpPr>
          <a:xfrm>
            <a:off x="5776411" y="3419990"/>
            <a:ext cx="316223" cy="316223"/>
            <a:chOff x="0" y="0"/>
            <a:chExt cx="632447" cy="632447"/>
          </a:xfrm>
        </p:grpSpPr>
        <p:sp>
          <p:nvSpPr>
            <p:cNvPr id="200" name="Freeform 211">
              <a:extLst>
                <a:ext uri="{FF2B5EF4-FFF2-40B4-BE49-F238E27FC236}">
                  <a16:creationId xmlns:a16="http://schemas.microsoft.com/office/drawing/2014/main" id="{5B153E32-0F1E-6CD8-A4CF-8A06F4DB33F3}"/>
                </a:ext>
              </a:extLst>
            </p:cNvPr>
            <p:cNvSpPr/>
            <p:nvPr/>
          </p:nvSpPr>
          <p:spPr>
            <a:xfrm>
              <a:off x="0" y="0"/>
              <a:ext cx="632460" cy="632460"/>
            </a:xfrm>
            <a:custGeom>
              <a:avLst/>
              <a:gdLst/>
              <a:ahLst/>
              <a:cxnLst/>
              <a:rect l="l" t="t" r="r" b="b"/>
              <a:pathLst>
                <a:path w="632460" h="632460">
                  <a:moveTo>
                    <a:pt x="0" y="316230"/>
                  </a:moveTo>
                  <a:cubicBezTo>
                    <a:pt x="0" y="141605"/>
                    <a:pt x="141605" y="0"/>
                    <a:pt x="316230" y="0"/>
                  </a:cubicBezTo>
                  <a:cubicBezTo>
                    <a:pt x="490855" y="0"/>
                    <a:pt x="632460" y="141605"/>
                    <a:pt x="632460" y="316230"/>
                  </a:cubicBezTo>
                  <a:cubicBezTo>
                    <a:pt x="632460" y="490855"/>
                    <a:pt x="490855" y="632460"/>
                    <a:pt x="316230" y="632460"/>
                  </a:cubicBezTo>
                  <a:cubicBezTo>
                    <a:pt x="141605" y="632460"/>
                    <a:pt x="0" y="490855"/>
                    <a:pt x="0" y="316230"/>
                  </a:cubicBezTo>
                  <a:close/>
                </a:path>
              </a:pathLst>
            </a:custGeom>
            <a:solidFill>
              <a:srgbClr val="061E3A"/>
            </a:solidFill>
            <a:ln w="7626" cap="sq">
              <a:solidFill>
                <a:srgbClr val="061E3A"/>
              </a:solidFill>
              <a:prstDash val="solid"/>
              <a:miter/>
            </a:ln>
          </p:spPr>
          <p:txBody>
            <a:bodyPr/>
            <a:lstStyle/>
            <a:p>
              <a:endParaRPr lang="en-US"/>
            </a:p>
          </p:txBody>
        </p:sp>
      </p:grpSp>
      <p:grpSp>
        <p:nvGrpSpPr>
          <p:cNvPr id="201" name="Group 212">
            <a:extLst>
              <a:ext uri="{FF2B5EF4-FFF2-40B4-BE49-F238E27FC236}">
                <a16:creationId xmlns:a16="http://schemas.microsoft.com/office/drawing/2014/main" id="{CFEE1304-9AF2-4595-2B53-CACDBEC9B441}"/>
              </a:ext>
            </a:extLst>
          </p:cNvPr>
          <p:cNvGrpSpPr/>
          <p:nvPr/>
        </p:nvGrpSpPr>
        <p:grpSpPr>
          <a:xfrm>
            <a:off x="5824709" y="3449981"/>
            <a:ext cx="219627" cy="219627"/>
            <a:chOff x="0" y="0"/>
            <a:chExt cx="439255" cy="439255"/>
          </a:xfrm>
        </p:grpSpPr>
        <p:sp>
          <p:nvSpPr>
            <p:cNvPr id="202" name="Freeform 213">
              <a:extLst>
                <a:ext uri="{FF2B5EF4-FFF2-40B4-BE49-F238E27FC236}">
                  <a16:creationId xmlns:a16="http://schemas.microsoft.com/office/drawing/2014/main" id="{539A99BB-4D7E-D5C1-A191-3F40CAD607EE}"/>
                </a:ext>
              </a:extLst>
            </p:cNvPr>
            <p:cNvSpPr/>
            <p:nvPr/>
          </p:nvSpPr>
          <p:spPr>
            <a:xfrm>
              <a:off x="0" y="0"/>
              <a:ext cx="439255" cy="439255"/>
            </a:xfrm>
            <a:custGeom>
              <a:avLst/>
              <a:gdLst/>
              <a:ahLst/>
              <a:cxnLst/>
              <a:rect l="l" t="t" r="r" b="b"/>
              <a:pathLst>
                <a:path w="439255" h="439255">
                  <a:moveTo>
                    <a:pt x="0" y="0"/>
                  </a:moveTo>
                  <a:lnTo>
                    <a:pt x="439255" y="0"/>
                  </a:lnTo>
                  <a:lnTo>
                    <a:pt x="439255" y="439255"/>
                  </a:lnTo>
                  <a:lnTo>
                    <a:pt x="0" y="439255"/>
                  </a:lnTo>
                  <a:close/>
                </a:path>
              </a:pathLst>
            </a:custGeom>
            <a:blipFill>
              <a:blip r:embed="rId3">
                <a:alphaModFix amt="0"/>
              </a:blip>
              <a:stretch>
                <a:fillRect l="-78303" r="-78303"/>
              </a:stretch>
            </a:blipFill>
          </p:spPr>
          <p:txBody>
            <a:bodyPr/>
            <a:lstStyle/>
            <a:p>
              <a:endParaRPr lang="en-US"/>
            </a:p>
          </p:txBody>
        </p:sp>
        <p:sp>
          <p:nvSpPr>
            <p:cNvPr id="203" name="TextBox 214">
              <a:extLst>
                <a:ext uri="{FF2B5EF4-FFF2-40B4-BE49-F238E27FC236}">
                  <a16:creationId xmlns:a16="http://schemas.microsoft.com/office/drawing/2014/main" id="{F732BADC-A5C7-9116-218B-3D9B66B7AAA5}"/>
                </a:ext>
              </a:extLst>
            </p:cNvPr>
            <p:cNvSpPr txBox="1"/>
            <p:nvPr/>
          </p:nvSpPr>
          <p:spPr>
            <a:xfrm>
              <a:off x="0" y="-19050"/>
              <a:ext cx="439255" cy="458305"/>
            </a:xfrm>
            <a:prstGeom prst="rect">
              <a:avLst/>
            </a:prstGeom>
          </p:spPr>
          <p:txBody>
            <a:bodyPr lIns="0" tIns="0" rIns="0" bIns="0" rtlCol="0" anchor="ctr"/>
            <a:lstStyle/>
            <a:p>
              <a:pPr algn="ctr">
                <a:lnSpc>
                  <a:spcPts val="2401"/>
                </a:lnSpc>
              </a:pPr>
              <a:r>
                <a:rPr lang="en-US" sz="2001" b="1">
                  <a:solidFill>
                    <a:srgbClr val="FFFFFF"/>
                  </a:solidFill>
                  <a:latin typeface="Arial Bold"/>
                  <a:ea typeface="Arial Bold"/>
                  <a:cs typeface="Arial Bold"/>
                  <a:sym typeface="Arial Bold"/>
                </a:rPr>
                <a:t>→</a:t>
              </a:r>
            </a:p>
          </p:txBody>
        </p:sp>
      </p:grpSp>
      <p:grpSp>
        <p:nvGrpSpPr>
          <p:cNvPr id="204" name="Group 215">
            <a:extLst>
              <a:ext uri="{FF2B5EF4-FFF2-40B4-BE49-F238E27FC236}">
                <a16:creationId xmlns:a16="http://schemas.microsoft.com/office/drawing/2014/main" id="{DD968D82-76EB-BAAD-67D8-6F23B005ED66}"/>
              </a:ext>
            </a:extLst>
          </p:cNvPr>
          <p:cNvGrpSpPr/>
          <p:nvPr/>
        </p:nvGrpSpPr>
        <p:grpSpPr>
          <a:xfrm>
            <a:off x="8986686" y="1876241"/>
            <a:ext cx="2808897" cy="3422021"/>
            <a:chOff x="0" y="0"/>
            <a:chExt cx="5617794" cy="6844043"/>
          </a:xfrm>
        </p:grpSpPr>
        <p:sp>
          <p:nvSpPr>
            <p:cNvPr id="205" name="Freeform 216">
              <a:extLst>
                <a:ext uri="{FF2B5EF4-FFF2-40B4-BE49-F238E27FC236}">
                  <a16:creationId xmlns:a16="http://schemas.microsoft.com/office/drawing/2014/main" id="{19A6D022-77B4-9D82-C346-12723E1D50EF}"/>
                </a:ext>
              </a:extLst>
            </p:cNvPr>
            <p:cNvSpPr/>
            <p:nvPr/>
          </p:nvSpPr>
          <p:spPr>
            <a:xfrm>
              <a:off x="0" y="0"/>
              <a:ext cx="5617845" cy="6844030"/>
            </a:xfrm>
            <a:custGeom>
              <a:avLst/>
              <a:gdLst/>
              <a:ahLst/>
              <a:cxnLst/>
              <a:rect l="l" t="t" r="r" b="b"/>
              <a:pathLst>
                <a:path w="5617845" h="6844030">
                  <a:moveTo>
                    <a:pt x="0" y="331597"/>
                  </a:moveTo>
                  <a:cubicBezTo>
                    <a:pt x="0" y="148463"/>
                    <a:pt x="148463" y="0"/>
                    <a:pt x="331597" y="0"/>
                  </a:cubicBezTo>
                  <a:lnTo>
                    <a:pt x="5286248" y="0"/>
                  </a:lnTo>
                  <a:cubicBezTo>
                    <a:pt x="5469382" y="0"/>
                    <a:pt x="5617845" y="148463"/>
                    <a:pt x="5617845" y="331597"/>
                  </a:cubicBezTo>
                  <a:lnTo>
                    <a:pt x="5617845" y="6512433"/>
                  </a:lnTo>
                  <a:cubicBezTo>
                    <a:pt x="5617845" y="6695567"/>
                    <a:pt x="5469382" y="6844030"/>
                    <a:pt x="5286248" y="6844030"/>
                  </a:cubicBezTo>
                  <a:lnTo>
                    <a:pt x="331597" y="6844030"/>
                  </a:lnTo>
                  <a:cubicBezTo>
                    <a:pt x="148463" y="6844030"/>
                    <a:pt x="0" y="6695567"/>
                    <a:pt x="0" y="6512433"/>
                  </a:cubicBezTo>
                  <a:close/>
                </a:path>
              </a:pathLst>
            </a:custGeom>
            <a:solidFill>
              <a:srgbClr val="041A30"/>
            </a:solidFill>
            <a:ln w="26691" cap="sq">
              <a:solidFill>
                <a:srgbClr val="24D6FF"/>
              </a:solidFill>
              <a:prstDash val="solid"/>
              <a:miter/>
            </a:ln>
          </p:spPr>
          <p:txBody>
            <a:bodyPr/>
            <a:lstStyle/>
            <a:p>
              <a:endParaRPr lang="en-US"/>
            </a:p>
          </p:txBody>
        </p:sp>
      </p:grpSp>
      <p:grpSp>
        <p:nvGrpSpPr>
          <p:cNvPr id="206" name="Group 217">
            <a:extLst>
              <a:ext uri="{FF2B5EF4-FFF2-40B4-BE49-F238E27FC236}">
                <a16:creationId xmlns:a16="http://schemas.microsoft.com/office/drawing/2014/main" id="{0879A843-75E9-97C4-D239-A2A99CADED5E}"/>
              </a:ext>
            </a:extLst>
          </p:cNvPr>
          <p:cNvGrpSpPr/>
          <p:nvPr/>
        </p:nvGrpSpPr>
        <p:grpSpPr>
          <a:xfrm>
            <a:off x="9401029" y="2253977"/>
            <a:ext cx="268941" cy="104223"/>
            <a:chOff x="0" y="0"/>
            <a:chExt cx="537883" cy="208445"/>
          </a:xfrm>
        </p:grpSpPr>
        <p:sp>
          <p:nvSpPr>
            <p:cNvPr id="207" name="Freeform 218">
              <a:extLst>
                <a:ext uri="{FF2B5EF4-FFF2-40B4-BE49-F238E27FC236}">
                  <a16:creationId xmlns:a16="http://schemas.microsoft.com/office/drawing/2014/main" id="{C66DFF9D-9C36-2C82-32B6-A910A27163CE}"/>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C400"/>
            </a:solidFill>
          </p:spPr>
          <p:txBody>
            <a:bodyPr/>
            <a:lstStyle/>
            <a:p>
              <a:endParaRPr lang="en-US"/>
            </a:p>
          </p:txBody>
        </p:sp>
      </p:grpSp>
      <p:grpSp>
        <p:nvGrpSpPr>
          <p:cNvPr id="208" name="Group 219">
            <a:extLst>
              <a:ext uri="{FF2B5EF4-FFF2-40B4-BE49-F238E27FC236}">
                <a16:creationId xmlns:a16="http://schemas.microsoft.com/office/drawing/2014/main" id="{521BA540-DD8E-BDAE-77C7-BC29EC3165E8}"/>
              </a:ext>
            </a:extLst>
          </p:cNvPr>
          <p:cNvGrpSpPr/>
          <p:nvPr/>
        </p:nvGrpSpPr>
        <p:grpSpPr>
          <a:xfrm>
            <a:off x="9703016" y="2253977"/>
            <a:ext cx="268941" cy="104223"/>
            <a:chOff x="0" y="0"/>
            <a:chExt cx="537883" cy="208445"/>
          </a:xfrm>
        </p:grpSpPr>
        <p:sp>
          <p:nvSpPr>
            <p:cNvPr id="209" name="Freeform 220">
              <a:extLst>
                <a:ext uri="{FF2B5EF4-FFF2-40B4-BE49-F238E27FC236}">
                  <a16:creationId xmlns:a16="http://schemas.microsoft.com/office/drawing/2014/main" id="{44F068E0-AD0A-D95B-16BE-E771B3BFF93F}"/>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5FD1"/>
            </a:solidFill>
          </p:spPr>
          <p:txBody>
            <a:bodyPr/>
            <a:lstStyle/>
            <a:p>
              <a:endParaRPr lang="en-US"/>
            </a:p>
          </p:txBody>
        </p:sp>
      </p:grpSp>
      <p:grpSp>
        <p:nvGrpSpPr>
          <p:cNvPr id="210" name="Group 221">
            <a:extLst>
              <a:ext uri="{FF2B5EF4-FFF2-40B4-BE49-F238E27FC236}">
                <a16:creationId xmlns:a16="http://schemas.microsoft.com/office/drawing/2014/main" id="{DF561133-C6E1-A148-6941-B9CD2DE35DF5}"/>
              </a:ext>
            </a:extLst>
          </p:cNvPr>
          <p:cNvGrpSpPr/>
          <p:nvPr/>
        </p:nvGrpSpPr>
        <p:grpSpPr>
          <a:xfrm>
            <a:off x="10005003" y="2253977"/>
            <a:ext cx="268941" cy="104223"/>
            <a:chOff x="0" y="0"/>
            <a:chExt cx="537883" cy="208445"/>
          </a:xfrm>
        </p:grpSpPr>
        <p:sp>
          <p:nvSpPr>
            <p:cNvPr id="211" name="Freeform 222">
              <a:extLst>
                <a:ext uri="{FF2B5EF4-FFF2-40B4-BE49-F238E27FC236}">
                  <a16:creationId xmlns:a16="http://schemas.microsoft.com/office/drawing/2014/main" id="{2EF34A70-69F9-223C-149C-79C5047FD235}"/>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A6EE39"/>
            </a:solidFill>
          </p:spPr>
          <p:txBody>
            <a:bodyPr/>
            <a:lstStyle/>
            <a:p>
              <a:endParaRPr lang="en-US"/>
            </a:p>
          </p:txBody>
        </p:sp>
      </p:grpSp>
      <p:grpSp>
        <p:nvGrpSpPr>
          <p:cNvPr id="212" name="Group 223">
            <a:extLst>
              <a:ext uri="{FF2B5EF4-FFF2-40B4-BE49-F238E27FC236}">
                <a16:creationId xmlns:a16="http://schemas.microsoft.com/office/drawing/2014/main" id="{E9D96EAC-A801-057E-2A0B-2D8A0859385C}"/>
              </a:ext>
            </a:extLst>
          </p:cNvPr>
          <p:cNvGrpSpPr/>
          <p:nvPr/>
        </p:nvGrpSpPr>
        <p:grpSpPr>
          <a:xfrm>
            <a:off x="10306990" y="2253977"/>
            <a:ext cx="268941" cy="104223"/>
            <a:chOff x="0" y="0"/>
            <a:chExt cx="537883" cy="208445"/>
          </a:xfrm>
        </p:grpSpPr>
        <p:sp>
          <p:nvSpPr>
            <p:cNvPr id="213" name="Freeform 224">
              <a:extLst>
                <a:ext uri="{FF2B5EF4-FFF2-40B4-BE49-F238E27FC236}">
                  <a16:creationId xmlns:a16="http://schemas.microsoft.com/office/drawing/2014/main" id="{98382555-E0CA-3865-F93E-EBEB74469691}"/>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24D6FF"/>
            </a:solidFill>
          </p:spPr>
          <p:txBody>
            <a:bodyPr/>
            <a:lstStyle/>
            <a:p>
              <a:endParaRPr lang="en-US"/>
            </a:p>
          </p:txBody>
        </p:sp>
      </p:grpSp>
      <p:grpSp>
        <p:nvGrpSpPr>
          <p:cNvPr id="214" name="Group 225">
            <a:extLst>
              <a:ext uri="{FF2B5EF4-FFF2-40B4-BE49-F238E27FC236}">
                <a16:creationId xmlns:a16="http://schemas.microsoft.com/office/drawing/2014/main" id="{525356CB-3471-3222-D6FF-250D47776080}"/>
              </a:ext>
            </a:extLst>
          </p:cNvPr>
          <p:cNvGrpSpPr/>
          <p:nvPr/>
        </p:nvGrpSpPr>
        <p:grpSpPr>
          <a:xfrm>
            <a:off x="10608977" y="2253977"/>
            <a:ext cx="268941" cy="104223"/>
            <a:chOff x="0" y="0"/>
            <a:chExt cx="537883" cy="208445"/>
          </a:xfrm>
        </p:grpSpPr>
        <p:sp>
          <p:nvSpPr>
            <p:cNvPr id="215" name="Freeform 226">
              <a:extLst>
                <a:ext uri="{FF2B5EF4-FFF2-40B4-BE49-F238E27FC236}">
                  <a16:creationId xmlns:a16="http://schemas.microsoft.com/office/drawing/2014/main" id="{EA90AC89-DF64-5B1E-E6BE-D604274D7E93}"/>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C400"/>
            </a:solidFill>
          </p:spPr>
          <p:txBody>
            <a:bodyPr/>
            <a:lstStyle/>
            <a:p>
              <a:endParaRPr lang="en-US"/>
            </a:p>
          </p:txBody>
        </p:sp>
      </p:grpSp>
      <p:grpSp>
        <p:nvGrpSpPr>
          <p:cNvPr id="216" name="Group 227">
            <a:extLst>
              <a:ext uri="{FF2B5EF4-FFF2-40B4-BE49-F238E27FC236}">
                <a16:creationId xmlns:a16="http://schemas.microsoft.com/office/drawing/2014/main" id="{5019C5E1-387D-C655-9937-2CFF2FFB128B}"/>
              </a:ext>
            </a:extLst>
          </p:cNvPr>
          <p:cNvGrpSpPr/>
          <p:nvPr/>
        </p:nvGrpSpPr>
        <p:grpSpPr>
          <a:xfrm>
            <a:off x="10910964" y="2253977"/>
            <a:ext cx="268941" cy="104223"/>
            <a:chOff x="0" y="0"/>
            <a:chExt cx="537883" cy="208445"/>
          </a:xfrm>
        </p:grpSpPr>
        <p:sp>
          <p:nvSpPr>
            <p:cNvPr id="217" name="Freeform 228">
              <a:extLst>
                <a:ext uri="{FF2B5EF4-FFF2-40B4-BE49-F238E27FC236}">
                  <a16:creationId xmlns:a16="http://schemas.microsoft.com/office/drawing/2014/main" id="{6FBB620C-9337-712B-9F70-7E35600D949B}"/>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5FD1"/>
            </a:solidFill>
          </p:spPr>
          <p:txBody>
            <a:bodyPr/>
            <a:lstStyle/>
            <a:p>
              <a:endParaRPr lang="en-US"/>
            </a:p>
          </p:txBody>
        </p:sp>
      </p:grpSp>
      <p:grpSp>
        <p:nvGrpSpPr>
          <p:cNvPr id="218" name="Group 229">
            <a:extLst>
              <a:ext uri="{FF2B5EF4-FFF2-40B4-BE49-F238E27FC236}">
                <a16:creationId xmlns:a16="http://schemas.microsoft.com/office/drawing/2014/main" id="{A4868D34-188B-5FE5-74F3-64320E02550B}"/>
              </a:ext>
            </a:extLst>
          </p:cNvPr>
          <p:cNvGrpSpPr/>
          <p:nvPr/>
        </p:nvGrpSpPr>
        <p:grpSpPr>
          <a:xfrm>
            <a:off x="11212958" y="2253977"/>
            <a:ext cx="268941" cy="104223"/>
            <a:chOff x="0" y="0"/>
            <a:chExt cx="537883" cy="208445"/>
          </a:xfrm>
        </p:grpSpPr>
        <p:sp>
          <p:nvSpPr>
            <p:cNvPr id="219" name="Freeform 230">
              <a:extLst>
                <a:ext uri="{FF2B5EF4-FFF2-40B4-BE49-F238E27FC236}">
                  <a16:creationId xmlns:a16="http://schemas.microsoft.com/office/drawing/2014/main" id="{0DC25E62-5CB1-7E96-F73B-ABF17F35A386}"/>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A6EE39"/>
            </a:solidFill>
          </p:spPr>
          <p:txBody>
            <a:bodyPr/>
            <a:lstStyle/>
            <a:p>
              <a:endParaRPr lang="en-US"/>
            </a:p>
          </p:txBody>
        </p:sp>
      </p:grpSp>
      <p:grpSp>
        <p:nvGrpSpPr>
          <p:cNvPr id="222" name="Group 233">
            <a:extLst>
              <a:ext uri="{FF2B5EF4-FFF2-40B4-BE49-F238E27FC236}">
                <a16:creationId xmlns:a16="http://schemas.microsoft.com/office/drawing/2014/main" id="{4A7D015E-744C-1767-454C-FB7B1DFD3ABE}"/>
              </a:ext>
            </a:extLst>
          </p:cNvPr>
          <p:cNvGrpSpPr/>
          <p:nvPr/>
        </p:nvGrpSpPr>
        <p:grpSpPr>
          <a:xfrm>
            <a:off x="9401029" y="2418702"/>
            <a:ext cx="268941" cy="104223"/>
            <a:chOff x="0" y="0"/>
            <a:chExt cx="537883" cy="208445"/>
          </a:xfrm>
        </p:grpSpPr>
        <p:sp>
          <p:nvSpPr>
            <p:cNvPr id="223" name="Freeform 234">
              <a:extLst>
                <a:ext uri="{FF2B5EF4-FFF2-40B4-BE49-F238E27FC236}">
                  <a16:creationId xmlns:a16="http://schemas.microsoft.com/office/drawing/2014/main" id="{B67C3003-71F0-BA21-83EA-0D46EEA8F259}"/>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5FD1"/>
            </a:solidFill>
          </p:spPr>
          <p:txBody>
            <a:bodyPr/>
            <a:lstStyle/>
            <a:p>
              <a:endParaRPr lang="en-US"/>
            </a:p>
          </p:txBody>
        </p:sp>
      </p:grpSp>
      <p:grpSp>
        <p:nvGrpSpPr>
          <p:cNvPr id="224" name="Group 235">
            <a:extLst>
              <a:ext uri="{FF2B5EF4-FFF2-40B4-BE49-F238E27FC236}">
                <a16:creationId xmlns:a16="http://schemas.microsoft.com/office/drawing/2014/main" id="{A5BE7FC2-65CE-0D07-9327-11A2B62B4065}"/>
              </a:ext>
            </a:extLst>
          </p:cNvPr>
          <p:cNvGrpSpPr/>
          <p:nvPr/>
        </p:nvGrpSpPr>
        <p:grpSpPr>
          <a:xfrm>
            <a:off x="9703016" y="2418702"/>
            <a:ext cx="268941" cy="104223"/>
            <a:chOff x="0" y="0"/>
            <a:chExt cx="537883" cy="208445"/>
          </a:xfrm>
        </p:grpSpPr>
        <p:sp>
          <p:nvSpPr>
            <p:cNvPr id="225" name="Freeform 236">
              <a:extLst>
                <a:ext uri="{FF2B5EF4-FFF2-40B4-BE49-F238E27FC236}">
                  <a16:creationId xmlns:a16="http://schemas.microsoft.com/office/drawing/2014/main" id="{A19096D3-463E-E749-8A93-D9DD63D7AC46}"/>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A6EE39"/>
            </a:solidFill>
          </p:spPr>
          <p:txBody>
            <a:bodyPr/>
            <a:lstStyle/>
            <a:p>
              <a:endParaRPr lang="en-US"/>
            </a:p>
          </p:txBody>
        </p:sp>
      </p:grpSp>
      <p:grpSp>
        <p:nvGrpSpPr>
          <p:cNvPr id="226" name="Group 237">
            <a:extLst>
              <a:ext uri="{FF2B5EF4-FFF2-40B4-BE49-F238E27FC236}">
                <a16:creationId xmlns:a16="http://schemas.microsoft.com/office/drawing/2014/main" id="{D8CD5D9E-D166-E312-AEFD-89614102EF2E}"/>
              </a:ext>
            </a:extLst>
          </p:cNvPr>
          <p:cNvGrpSpPr/>
          <p:nvPr/>
        </p:nvGrpSpPr>
        <p:grpSpPr>
          <a:xfrm>
            <a:off x="10005003" y="2418702"/>
            <a:ext cx="268941" cy="104223"/>
            <a:chOff x="0" y="0"/>
            <a:chExt cx="537883" cy="208445"/>
          </a:xfrm>
        </p:grpSpPr>
        <p:sp>
          <p:nvSpPr>
            <p:cNvPr id="227" name="Freeform 238">
              <a:extLst>
                <a:ext uri="{FF2B5EF4-FFF2-40B4-BE49-F238E27FC236}">
                  <a16:creationId xmlns:a16="http://schemas.microsoft.com/office/drawing/2014/main" id="{9A3CD964-984E-992C-6CF3-DB87EAA75F54}"/>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24D6FF"/>
            </a:solidFill>
          </p:spPr>
          <p:txBody>
            <a:bodyPr/>
            <a:lstStyle/>
            <a:p>
              <a:endParaRPr lang="en-US"/>
            </a:p>
          </p:txBody>
        </p:sp>
      </p:grpSp>
      <p:grpSp>
        <p:nvGrpSpPr>
          <p:cNvPr id="228" name="Group 239">
            <a:extLst>
              <a:ext uri="{FF2B5EF4-FFF2-40B4-BE49-F238E27FC236}">
                <a16:creationId xmlns:a16="http://schemas.microsoft.com/office/drawing/2014/main" id="{10671DCB-F571-6A3C-DB64-E8EFE74D697D}"/>
              </a:ext>
            </a:extLst>
          </p:cNvPr>
          <p:cNvGrpSpPr/>
          <p:nvPr/>
        </p:nvGrpSpPr>
        <p:grpSpPr>
          <a:xfrm>
            <a:off x="10306990" y="2418702"/>
            <a:ext cx="268941" cy="104223"/>
            <a:chOff x="0" y="0"/>
            <a:chExt cx="537883" cy="208445"/>
          </a:xfrm>
        </p:grpSpPr>
        <p:sp>
          <p:nvSpPr>
            <p:cNvPr id="229" name="Freeform 240">
              <a:extLst>
                <a:ext uri="{FF2B5EF4-FFF2-40B4-BE49-F238E27FC236}">
                  <a16:creationId xmlns:a16="http://schemas.microsoft.com/office/drawing/2014/main" id="{18AA5DE9-07FB-74FD-F264-3D76215B60E4}"/>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C400"/>
            </a:solidFill>
          </p:spPr>
          <p:txBody>
            <a:bodyPr/>
            <a:lstStyle/>
            <a:p>
              <a:endParaRPr lang="en-US"/>
            </a:p>
          </p:txBody>
        </p:sp>
      </p:grpSp>
      <p:grpSp>
        <p:nvGrpSpPr>
          <p:cNvPr id="230" name="Group 241">
            <a:extLst>
              <a:ext uri="{FF2B5EF4-FFF2-40B4-BE49-F238E27FC236}">
                <a16:creationId xmlns:a16="http://schemas.microsoft.com/office/drawing/2014/main" id="{09AC5C4C-0966-C987-52EF-A74766D0A389}"/>
              </a:ext>
            </a:extLst>
          </p:cNvPr>
          <p:cNvGrpSpPr/>
          <p:nvPr/>
        </p:nvGrpSpPr>
        <p:grpSpPr>
          <a:xfrm>
            <a:off x="10608977" y="2418702"/>
            <a:ext cx="268941" cy="104223"/>
            <a:chOff x="0" y="0"/>
            <a:chExt cx="537883" cy="208445"/>
          </a:xfrm>
        </p:grpSpPr>
        <p:sp>
          <p:nvSpPr>
            <p:cNvPr id="231" name="Freeform 242">
              <a:extLst>
                <a:ext uri="{FF2B5EF4-FFF2-40B4-BE49-F238E27FC236}">
                  <a16:creationId xmlns:a16="http://schemas.microsoft.com/office/drawing/2014/main" id="{6598CE7F-5AFD-0F64-D502-F1070ACBC0CB}"/>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5FD1"/>
            </a:solidFill>
          </p:spPr>
          <p:txBody>
            <a:bodyPr/>
            <a:lstStyle/>
            <a:p>
              <a:endParaRPr lang="en-US"/>
            </a:p>
          </p:txBody>
        </p:sp>
      </p:grpSp>
      <p:grpSp>
        <p:nvGrpSpPr>
          <p:cNvPr id="232" name="Group 243">
            <a:extLst>
              <a:ext uri="{FF2B5EF4-FFF2-40B4-BE49-F238E27FC236}">
                <a16:creationId xmlns:a16="http://schemas.microsoft.com/office/drawing/2014/main" id="{1C13A048-F9FE-0592-28B9-F44B191C76C8}"/>
              </a:ext>
            </a:extLst>
          </p:cNvPr>
          <p:cNvGrpSpPr/>
          <p:nvPr/>
        </p:nvGrpSpPr>
        <p:grpSpPr>
          <a:xfrm>
            <a:off x="10910964" y="2418702"/>
            <a:ext cx="268941" cy="104223"/>
            <a:chOff x="0" y="0"/>
            <a:chExt cx="537883" cy="208445"/>
          </a:xfrm>
        </p:grpSpPr>
        <p:sp>
          <p:nvSpPr>
            <p:cNvPr id="233" name="Freeform 244">
              <a:extLst>
                <a:ext uri="{FF2B5EF4-FFF2-40B4-BE49-F238E27FC236}">
                  <a16:creationId xmlns:a16="http://schemas.microsoft.com/office/drawing/2014/main" id="{A5B3C043-0D56-EE80-70F4-F0A2C200A0B4}"/>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A6EE39"/>
            </a:solidFill>
          </p:spPr>
          <p:txBody>
            <a:bodyPr/>
            <a:lstStyle/>
            <a:p>
              <a:endParaRPr lang="en-US"/>
            </a:p>
          </p:txBody>
        </p:sp>
      </p:grpSp>
      <p:grpSp>
        <p:nvGrpSpPr>
          <p:cNvPr id="234" name="Group 245">
            <a:extLst>
              <a:ext uri="{FF2B5EF4-FFF2-40B4-BE49-F238E27FC236}">
                <a16:creationId xmlns:a16="http://schemas.microsoft.com/office/drawing/2014/main" id="{017F4BBD-4214-C3FC-C220-056F3CEA8A6C}"/>
              </a:ext>
            </a:extLst>
          </p:cNvPr>
          <p:cNvGrpSpPr/>
          <p:nvPr/>
        </p:nvGrpSpPr>
        <p:grpSpPr>
          <a:xfrm>
            <a:off x="11212958" y="2418702"/>
            <a:ext cx="268941" cy="104223"/>
            <a:chOff x="0" y="0"/>
            <a:chExt cx="537883" cy="208445"/>
          </a:xfrm>
        </p:grpSpPr>
        <p:sp>
          <p:nvSpPr>
            <p:cNvPr id="235" name="Freeform 246">
              <a:extLst>
                <a:ext uri="{FF2B5EF4-FFF2-40B4-BE49-F238E27FC236}">
                  <a16:creationId xmlns:a16="http://schemas.microsoft.com/office/drawing/2014/main" id="{A8B1FF19-2751-E4CC-DF34-623567102088}"/>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24D6FF"/>
            </a:solidFill>
          </p:spPr>
          <p:txBody>
            <a:bodyPr/>
            <a:lstStyle/>
            <a:p>
              <a:endParaRPr lang="en-US"/>
            </a:p>
          </p:txBody>
        </p:sp>
      </p:grpSp>
      <p:grpSp>
        <p:nvGrpSpPr>
          <p:cNvPr id="238" name="Group 249">
            <a:extLst>
              <a:ext uri="{FF2B5EF4-FFF2-40B4-BE49-F238E27FC236}">
                <a16:creationId xmlns:a16="http://schemas.microsoft.com/office/drawing/2014/main" id="{EB0357FE-48CB-7D73-7A79-373DC155A2C8}"/>
              </a:ext>
            </a:extLst>
          </p:cNvPr>
          <p:cNvGrpSpPr/>
          <p:nvPr/>
        </p:nvGrpSpPr>
        <p:grpSpPr>
          <a:xfrm>
            <a:off x="9401029" y="2583421"/>
            <a:ext cx="268941" cy="104223"/>
            <a:chOff x="0" y="0"/>
            <a:chExt cx="537883" cy="208445"/>
          </a:xfrm>
        </p:grpSpPr>
        <p:sp>
          <p:nvSpPr>
            <p:cNvPr id="239" name="Freeform 250">
              <a:extLst>
                <a:ext uri="{FF2B5EF4-FFF2-40B4-BE49-F238E27FC236}">
                  <a16:creationId xmlns:a16="http://schemas.microsoft.com/office/drawing/2014/main" id="{030AE469-F176-EF27-C446-1AB315E321BC}"/>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A6EE39"/>
            </a:solidFill>
          </p:spPr>
          <p:txBody>
            <a:bodyPr/>
            <a:lstStyle/>
            <a:p>
              <a:endParaRPr lang="en-US"/>
            </a:p>
          </p:txBody>
        </p:sp>
      </p:grpSp>
      <p:grpSp>
        <p:nvGrpSpPr>
          <p:cNvPr id="240" name="Group 251">
            <a:extLst>
              <a:ext uri="{FF2B5EF4-FFF2-40B4-BE49-F238E27FC236}">
                <a16:creationId xmlns:a16="http://schemas.microsoft.com/office/drawing/2014/main" id="{33484EF6-1BC9-3299-45B6-0A9FF96EB729}"/>
              </a:ext>
            </a:extLst>
          </p:cNvPr>
          <p:cNvGrpSpPr/>
          <p:nvPr/>
        </p:nvGrpSpPr>
        <p:grpSpPr>
          <a:xfrm>
            <a:off x="9703016" y="2583421"/>
            <a:ext cx="268941" cy="104223"/>
            <a:chOff x="0" y="0"/>
            <a:chExt cx="537883" cy="208445"/>
          </a:xfrm>
        </p:grpSpPr>
        <p:sp>
          <p:nvSpPr>
            <p:cNvPr id="241" name="Freeform 252">
              <a:extLst>
                <a:ext uri="{FF2B5EF4-FFF2-40B4-BE49-F238E27FC236}">
                  <a16:creationId xmlns:a16="http://schemas.microsoft.com/office/drawing/2014/main" id="{1677DB34-DF5D-9CAB-0B88-8EDA0DF1F64E}"/>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24D6FF"/>
            </a:solidFill>
          </p:spPr>
          <p:txBody>
            <a:bodyPr/>
            <a:lstStyle/>
            <a:p>
              <a:endParaRPr lang="en-US"/>
            </a:p>
          </p:txBody>
        </p:sp>
      </p:grpSp>
      <p:grpSp>
        <p:nvGrpSpPr>
          <p:cNvPr id="242" name="Group 253">
            <a:extLst>
              <a:ext uri="{FF2B5EF4-FFF2-40B4-BE49-F238E27FC236}">
                <a16:creationId xmlns:a16="http://schemas.microsoft.com/office/drawing/2014/main" id="{51915086-341D-FAAD-973F-F891D751170D}"/>
              </a:ext>
            </a:extLst>
          </p:cNvPr>
          <p:cNvGrpSpPr/>
          <p:nvPr/>
        </p:nvGrpSpPr>
        <p:grpSpPr>
          <a:xfrm>
            <a:off x="10005003" y="2583421"/>
            <a:ext cx="268941" cy="104223"/>
            <a:chOff x="0" y="0"/>
            <a:chExt cx="537883" cy="208445"/>
          </a:xfrm>
        </p:grpSpPr>
        <p:sp>
          <p:nvSpPr>
            <p:cNvPr id="243" name="Freeform 254">
              <a:extLst>
                <a:ext uri="{FF2B5EF4-FFF2-40B4-BE49-F238E27FC236}">
                  <a16:creationId xmlns:a16="http://schemas.microsoft.com/office/drawing/2014/main" id="{C6372632-39A1-2A2B-1C96-2BD20D00B1E6}"/>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C400"/>
            </a:solidFill>
          </p:spPr>
          <p:txBody>
            <a:bodyPr/>
            <a:lstStyle/>
            <a:p>
              <a:endParaRPr lang="en-US"/>
            </a:p>
          </p:txBody>
        </p:sp>
      </p:grpSp>
      <p:grpSp>
        <p:nvGrpSpPr>
          <p:cNvPr id="244" name="Group 255">
            <a:extLst>
              <a:ext uri="{FF2B5EF4-FFF2-40B4-BE49-F238E27FC236}">
                <a16:creationId xmlns:a16="http://schemas.microsoft.com/office/drawing/2014/main" id="{5AC833F0-C5C9-E16B-290E-821EE79A8A56}"/>
              </a:ext>
            </a:extLst>
          </p:cNvPr>
          <p:cNvGrpSpPr/>
          <p:nvPr/>
        </p:nvGrpSpPr>
        <p:grpSpPr>
          <a:xfrm>
            <a:off x="10306990" y="2583421"/>
            <a:ext cx="268941" cy="104223"/>
            <a:chOff x="0" y="0"/>
            <a:chExt cx="537883" cy="208445"/>
          </a:xfrm>
        </p:grpSpPr>
        <p:sp>
          <p:nvSpPr>
            <p:cNvPr id="245" name="Freeform 256">
              <a:extLst>
                <a:ext uri="{FF2B5EF4-FFF2-40B4-BE49-F238E27FC236}">
                  <a16:creationId xmlns:a16="http://schemas.microsoft.com/office/drawing/2014/main" id="{5496535A-3D74-2FB2-B3B8-E4CAA5ADCE7F}"/>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5FD1"/>
            </a:solidFill>
          </p:spPr>
          <p:txBody>
            <a:bodyPr/>
            <a:lstStyle/>
            <a:p>
              <a:endParaRPr lang="en-US"/>
            </a:p>
          </p:txBody>
        </p:sp>
      </p:grpSp>
      <p:grpSp>
        <p:nvGrpSpPr>
          <p:cNvPr id="246" name="Group 257">
            <a:extLst>
              <a:ext uri="{FF2B5EF4-FFF2-40B4-BE49-F238E27FC236}">
                <a16:creationId xmlns:a16="http://schemas.microsoft.com/office/drawing/2014/main" id="{21572EA9-1089-D492-B32A-930E3CF571CA}"/>
              </a:ext>
            </a:extLst>
          </p:cNvPr>
          <p:cNvGrpSpPr/>
          <p:nvPr/>
        </p:nvGrpSpPr>
        <p:grpSpPr>
          <a:xfrm>
            <a:off x="10608977" y="2583421"/>
            <a:ext cx="268941" cy="104223"/>
            <a:chOff x="0" y="0"/>
            <a:chExt cx="537883" cy="208445"/>
          </a:xfrm>
        </p:grpSpPr>
        <p:sp>
          <p:nvSpPr>
            <p:cNvPr id="247" name="Freeform 258">
              <a:extLst>
                <a:ext uri="{FF2B5EF4-FFF2-40B4-BE49-F238E27FC236}">
                  <a16:creationId xmlns:a16="http://schemas.microsoft.com/office/drawing/2014/main" id="{3E5AF4FA-85EA-AC93-1193-B7BC86A9FECC}"/>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A6EE39"/>
            </a:solidFill>
          </p:spPr>
          <p:txBody>
            <a:bodyPr/>
            <a:lstStyle/>
            <a:p>
              <a:endParaRPr lang="en-US"/>
            </a:p>
          </p:txBody>
        </p:sp>
      </p:grpSp>
      <p:grpSp>
        <p:nvGrpSpPr>
          <p:cNvPr id="248" name="Group 259">
            <a:extLst>
              <a:ext uri="{FF2B5EF4-FFF2-40B4-BE49-F238E27FC236}">
                <a16:creationId xmlns:a16="http://schemas.microsoft.com/office/drawing/2014/main" id="{198B233C-2028-7E22-A349-F1E9540CEB89}"/>
              </a:ext>
            </a:extLst>
          </p:cNvPr>
          <p:cNvGrpSpPr/>
          <p:nvPr/>
        </p:nvGrpSpPr>
        <p:grpSpPr>
          <a:xfrm>
            <a:off x="10910964" y="2583421"/>
            <a:ext cx="268941" cy="104223"/>
            <a:chOff x="0" y="0"/>
            <a:chExt cx="537883" cy="208445"/>
          </a:xfrm>
        </p:grpSpPr>
        <p:sp>
          <p:nvSpPr>
            <p:cNvPr id="249" name="Freeform 260">
              <a:extLst>
                <a:ext uri="{FF2B5EF4-FFF2-40B4-BE49-F238E27FC236}">
                  <a16:creationId xmlns:a16="http://schemas.microsoft.com/office/drawing/2014/main" id="{5A6CFDC9-F377-C422-6D59-2143A6618999}"/>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24D6FF"/>
            </a:solidFill>
          </p:spPr>
          <p:txBody>
            <a:bodyPr/>
            <a:lstStyle/>
            <a:p>
              <a:endParaRPr lang="en-US"/>
            </a:p>
          </p:txBody>
        </p:sp>
      </p:grpSp>
      <p:grpSp>
        <p:nvGrpSpPr>
          <p:cNvPr id="250" name="Group 261">
            <a:extLst>
              <a:ext uri="{FF2B5EF4-FFF2-40B4-BE49-F238E27FC236}">
                <a16:creationId xmlns:a16="http://schemas.microsoft.com/office/drawing/2014/main" id="{B068C590-4690-54DB-774B-B20A6E820C52}"/>
              </a:ext>
            </a:extLst>
          </p:cNvPr>
          <p:cNvGrpSpPr/>
          <p:nvPr/>
        </p:nvGrpSpPr>
        <p:grpSpPr>
          <a:xfrm>
            <a:off x="11212958" y="2583421"/>
            <a:ext cx="268941" cy="104223"/>
            <a:chOff x="0" y="0"/>
            <a:chExt cx="537883" cy="208445"/>
          </a:xfrm>
        </p:grpSpPr>
        <p:sp>
          <p:nvSpPr>
            <p:cNvPr id="251" name="Freeform 262">
              <a:extLst>
                <a:ext uri="{FF2B5EF4-FFF2-40B4-BE49-F238E27FC236}">
                  <a16:creationId xmlns:a16="http://schemas.microsoft.com/office/drawing/2014/main" id="{6844148B-AC0B-FF36-84B8-8739DA5C6D4C}"/>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C400"/>
            </a:solidFill>
          </p:spPr>
          <p:txBody>
            <a:bodyPr/>
            <a:lstStyle/>
            <a:p>
              <a:endParaRPr lang="en-US"/>
            </a:p>
          </p:txBody>
        </p:sp>
      </p:grpSp>
      <p:grpSp>
        <p:nvGrpSpPr>
          <p:cNvPr id="254" name="Group 265">
            <a:extLst>
              <a:ext uri="{FF2B5EF4-FFF2-40B4-BE49-F238E27FC236}">
                <a16:creationId xmlns:a16="http://schemas.microsoft.com/office/drawing/2014/main" id="{B0BF5D27-0655-6858-15B2-3C295E90486B}"/>
              </a:ext>
            </a:extLst>
          </p:cNvPr>
          <p:cNvGrpSpPr/>
          <p:nvPr/>
        </p:nvGrpSpPr>
        <p:grpSpPr>
          <a:xfrm>
            <a:off x="9401029" y="2748140"/>
            <a:ext cx="268941" cy="104223"/>
            <a:chOff x="0" y="0"/>
            <a:chExt cx="537883" cy="208445"/>
          </a:xfrm>
        </p:grpSpPr>
        <p:sp>
          <p:nvSpPr>
            <p:cNvPr id="255" name="Freeform 266">
              <a:extLst>
                <a:ext uri="{FF2B5EF4-FFF2-40B4-BE49-F238E27FC236}">
                  <a16:creationId xmlns:a16="http://schemas.microsoft.com/office/drawing/2014/main" id="{A096B0C9-8D3D-56CD-8845-211C0218DED3}"/>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24D6FF"/>
            </a:solidFill>
          </p:spPr>
          <p:txBody>
            <a:bodyPr/>
            <a:lstStyle/>
            <a:p>
              <a:endParaRPr lang="en-US"/>
            </a:p>
          </p:txBody>
        </p:sp>
      </p:grpSp>
      <p:grpSp>
        <p:nvGrpSpPr>
          <p:cNvPr id="256" name="Group 267">
            <a:extLst>
              <a:ext uri="{FF2B5EF4-FFF2-40B4-BE49-F238E27FC236}">
                <a16:creationId xmlns:a16="http://schemas.microsoft.com/office/drawing/2014/main" id="{E7BDE1FD-4861-FA78-355B-BC879A88AA6F}"/>
              </a:ext>
            </a:extLst>
          </p:cNvPr>
          <p:cNvGrpSpPr/>
          <p:nvPr/>
        </p:nvGrpSpPr>
        <p:grpSpPr>
          <a:xfrm>
            <a:off x="9703016" y="2748140"/>
            <a:ext cx="268941" cy="104223"/>
            <a:chOff x="0" y="0"/>
            <a:chExt cx="537883" cy="208445"/>
          </a:xfrm>
        </p:grpSpPr>
        <p:sp>
          <p:nvSpPr>
            <p:cNvPr id="257" name="Freeform 268">
              <a:extLst>
                <a:ext uri="{FF2B5EF4-FFF2-40B4-BE49-F238E27FC236}">
                  <a16:creationId xmlns:a16="http://schemas.microsoft.com/office/drawing/2014/main" id="{7137AA08-1B9B-5066-1B24-2F09FE03D847}"/>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C400"/>
            </a:solidFill>
          </p:spPr>
          <p:txBody>
            <a:bodyPr/>
            <a:lstStyle/>
            <a:p>
              <a:endParaRPr lang="en-US"/>
            </a:p>
          </p:txBody>
        </p:sp>
      </p:grpSp>
      <p:grpSp>
        <p:nvGrpSpPr>
          <p:cNvPr id="258" name="Group 269">
            <a:extLst>
              <a:ext uri="{FF2B5EF4-FFF2-40B4-BE49-F238E27FC236}">
                <a16:creationId xmlns:a16="http://schemas.microsoft.com/office/drawing/2014/main" id="{5FA312CA-0E1A-9CAF-293C-F14EAD466434}"/>
              </a:ext>
            </a:extLst>
          </p:cNvPr>
          <p:cNvGrpSpPr/>
          <p:nvPr/>
        </p:nvGrpSpPr>
        <p:grpSpPr>
          <a:xfrm>
            <a:off x="10005003" y="2748140"/>
            <a:ext cx="268941" cy="104223"/>
            <a:chOff x="0" y="0"/>
            <a:chExt cx="537883" cy="208445"/>
          </a:xfrm>
        </p:grpSpPr>
        <p:sp>
          <p:nvSpPr>
            <p:cNvPr id="259" name="Freeform 270">
              <a:extLst>
                <a:ext uri="{FF2B5EF4-FFF2-40B4-BE49-F238E27FC236}">
                  <a16:creationId xmlns:a16="http://schemas.microsoft.com/office/drawing/2014/main" id="{1478507A-4AF1-1E3C-FC28-C679F2E2A4B5}"/>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5FD1"/>
            </a:solidFill>
          </p:spPr>
          <p:txBody>
            <a:bodyPr/>
            <a:lstStyle/>
            <a:p>
              <a:endParaRPr lang="en-US"/>
            </a:p>
          </p:txBody>
        </p:sp>
      </p:grpSp>
      <p:grpSp>
        <p:nvGrpSpPr>
          <p:cNvPr id="260" name="Group 271">
            <a:extLst>
              <a:ext uri="{FF2B5EF4-FFF2-40B4-BE49-F238E27FC236}">
                <a16:creationId xmlns:a16="http://schemas.microsoft.com/office/drawing/2014/main" id="{238F3EA1-058B-FC98-4C42-3DFD3696372A}"/>
              </a:ext>
            </a:extLst>
          </p:cNvPr>
          <p:cNvGrpSpPr/>
          <p:nvPr/>
        </p:nvGrpSpPr>
        <p:grpSpPr>
          <a:xfrm>
            <a:off x="10306990" y="2748140"/>
            <a:ext cx="268941" cy="104223"/>
            <a:chOff x="0" y="0"/>
            <a:chExt cx="537883" cy="208445"/>
          </a:xfrm>
        </p:grpSpPr>
        <p:sp>
          <p:nvSpPr>
            <p:cNvPr id="261" name="Freeform 272">
              <a:extLst>
                <a:ext uri="{FF2B5EF4-FFF2-40B4-BE49-F238E27FC236}">
                  <a16:creationId xmlns:a16="http://schemas.microsoft.com/office/drawing/2014/main" id="{BF1F604A-87D3-2B90-16E1-973B11FB4EB7}"/>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A6EE39"/>
            </a:solidFill>
          </p:spPr>
          <p:txBody>
            <a:bodyPr/>
            <a:lstStyle/>
            <a:p>
              <a:endParaRPr lang="en-US"/>
            </a:p>
          </p:txBody>
        </p:sp>
      </p:grpSp>
      <p:grpSp>
        <p:nvGrpSpPr>
          <p:cNvPr id="262" name="Group 273">
            <a:extLst>
              <a:ext uri="{FF2B5EF4-FFF2-40B4-BE49-F238E27FC236}">
                <a16:creationId xmlns:a16="http://schemas.microsoft.com/office/drawing/2014/main" id="{EAFD18F2-8C33-07F7-D16E-1CCE3526310C}"/>
              </a:ext>
            </a:extLst>
          </p:cNvPr>
          <p:cNvGrpSpPr/>
          <p:nvPr/>
        </p:nvGrpSpPr>
        <p:grpSpPr>
          <a:xfrm>
            <a:off x="10608977" y="2748140"/>
            <a:ext cx="268941" cy="104223"/>
            <a:chOff x="0" y="0"/>
            <a:chExt cx="537883" cy="208445"/>
          </a:xfrm>
        </p:grpSpPr>
        <p:sp>
          <p:nvSpPr>
            <p:cNvPr id="263" name="Freeform 274">
              <a:extLst>
                <a:ext uri="{FF2B5EF4-FFF2-40B4-BE49-F238E27FC236}">
                  <a16:creationId xmlns:a16="http://schemas.microsoft.com/office/drawing/2014/main" id="{C174907E-41EB-679D-19D9-5C99689378C7}"/>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24D6FF"/>
            </a:solidFill>
          </p:spPr>
          <p:txBody>
            <a:bodyPr/>
            <a:lstStyle/>
            <a:p>
              <a:endParaRPr lang="en-US"/>
            </a:p>
          </p:txBody>
        </p:sp>
      </p:grpSp>
      <p:grpSp>
        <p:nvGrpSpPr>
          <p:cNvPr id="264" name="Group 275">
            <a:extLst>
              <a:ext uri="{FF2B5EF4-FFF2-40B4-BE49-F238E27FC236}">
                <a16:creationId xmlns:a16="http://schemas.microsoft.com/office/drawing/2014/main" id="{19881FF2-5663-2E74-A1E0-975A2F0B8DD2}"/>
              </a:ext>
            </a:extLst>
          </p:cNvPr>
          <p:cNvGrpSpPr/>
          <p:nvPr/>
        </p:nvGrpSpPr>
        <p:grpSpPr>
          <a:xfrm>
            <a:off x="10910964" y="2748140"/>
            <a:ext cx="268941" cy="104223"/>
            <a:chOff x="0" y="0"/>
            <a:chExt cx="537883" cy="208445"/>
          </a:xfrm>
        </p:grpSpPr>
        <p:sp>
          <p:nvSpPr>
            <p:cNvPr id="265" name="Freeform 276">
              <a:extLst>
                <a:ext uri="{FF2B5EF4-FFF2-40B4-BE49-F238E27FC236}">
                  <a16:creationId xmlns:a16="http://schemas.microsoft.com/office/drawing/2014/main" id="{94EC832E-D890-62BD-8E9D-BD745A4A894B}"/>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C400"/>
            </a:solidFill>
          </p:spPr>
          <p:txBody>
            <a:bodyPr/>
            <a:lstStyle/>
            <a:p>
              <a:endParaRPr lang="en-US"/>
            </a:p>
          </p:txBody>
        </p:sp>
      </p:grpSp>
      <p:grpSp>
        <p:nvGrpSpPr>
          <p:cNvPr id="266" name="Group 277">
            <a:extLst>
              <a:ext uri="{FF2B5EF4-FFF2-40B4-BE49-F238E27FC236}">
                <a16:creationId xmlns:a16="http://schemas.microsoft.com/office/drawing/2014/main" id="{97143048-205F-5151-73BE-BDAC35BB1E20}"/>
              </a:ext>
            </a:extLst>
          </p:cNvPr>
          <p:cNvGrpSpPr/>
          <p:nvPr/>
        </p:nvGrpSpPr>
        <p:grpSpPr>
          <a:xfrm>
            <a:off x="11212958" y="2748140"/>
            <a:ext cx="268941" cy="104223"/>
            <a:chOff x="0" y="0"/>
            <a:chExt cx="537883" cy="208445"/>
          </a:xfrm>
        </p:grpSpPr>
        <p:sp>
          <p:nvSpPr>
            <p:cNvPr id="267" name="Freeform 278">
              <a:extLst>
                <a:ext uri="{FF2B5EF4-FFF2-40B4-BE49-F238E27FC236}">
                  <a16:creationId xmlns:a16="http://schemas.microsoft.com/office/drawing/2014/main" id="{58DE60FF-0EE2-E44F-7C30-460CDD706A00}"/>
                </a:ext>
              </a:extLst>
            </p:cNvPr>
            <p:cNvSpPr/>
            <p:nvPr/>
          </p:nvSpPr>
          <p:spPr>
            <a:xfrm>
              <a:off x="0" y="0"/>
              <a:ext cx="537845" cy="208407"/>
            </a:xfrm>
            <a:custGeom>
              <a:avLst/>
              <a:gdLst/>
              <a:ahLst/>
              <a:cxnLst/>
              <a:rect l="l" t="t" r="r" b="b"/>
              <a:pathLst>
                <a:path w="537845" h="208407">
                  <a:moveTo>
                    <a:pt x="0" y="41656"/>
                  </a:moveTo>
                  <a:cubicBezTo>
                    <a:pt x="0" y="18669"/>
                    <a:pt x="18669" y="0"/>
                    <a:pt x="41656" y="0"/>
                  </a:cubicBezTo>
                  <a:lnTo>
                    <a:pt x="496189" y="0"/>
                  </a:lnTo>
                  <a:cubicBezTo>
                    <a:pt x="519176" y="0"/>
                    <a:pt x="537845" y="18669"/>
                    <a:pt x="537845" y="41656"/>
                  </a:cubicBezTo>
                  <a:lnTo>
                    <a:pt x="537845" y="166751"/>
                  </a:lnTo>
                  <a:cubicBezTo>
                    <a:pt x="537845" y="189738"/>
                    <a:pt x="519176" y="208407"/>
                    <a:pt x="496189" y="208407"/>
                  </a:cubicBezTo>
                  <a:lnTo>
                    <a:pt x="41656" y="208407"/>
                  </a:lnTo>
                  <a:cubicBezTo>
                    <a:pt x="18669" y="208407"/>
                    <a:pt x="0" y="189738"/>
                    <a:pt x="0" y="166751"/>
                  </a:cubicBezTo>
                  <a:close/>
                </a:path>
              </a:pathLst>
            </a:custGeom>
            <a:solidFill>
              <a:srgbClr val="FF5FD1"/>
            </a:solidFill>
          </p:spPr>
          <p:txBody>
            <a:bodyPr/>
            <a:lstStyle/>
            <a:p>
              <a:endParaRPr lang="en-US"/>
            </a:p>
          </p:txBody>
        </p:sp>
      </p:grpSp>
      <p:grpSp>
        <p:nvGrpSpPr>
          <p:cNvPr id="270" name="Group 281">
            <a:extLst>
              <a:ext uri="{FF2B5EF4-FFF2-40B4-BE49-F238E27FC236}">
                <a16:creationId xmlns:a16="http://schemas.microsoft.com/office/drawing/2014/main" id="{A108D1EE-27E5-DDC3-5513-31BC20FA98F2}"/>
              </a:ext>
            </a:extLst>
          </p:cNvPr>
          <p:cNvGrpSpPr/>
          <p:nvPr/>
        </p:nvGrpSpPr>
        <p:grpSpPr>
          <a:xfrm>
            <a:off x="10502342" y="3712191"/>
            <a:ext cx="97866" cy="97866"/>
            <a:chOff x="0" y="0"/>
            <a:chExt cx="195732" cy="195732"/>
          </a:xfrm>
        </p:grpSpPr>
        <p:sp>
          <p:nvSpPr>
            <p:cNvPr id="271" name="Freeform 282">
              <a:extLst>
                <a:ext uri="{FF2B5EF4-FFF2-40B4-BE49-F238E27FC236}">
                  <a16:creationId xmlns:a16="http://schemas.microsoft.com/office/drawing/2014/main" id="{DB4BFAB4-67A0-43D6-12CB-BC57D4C8C563}"/>
                </a:ext>
              </a:extLst>
            </p:cNvPr>
            <p:cNvSpPr/>
            <p:nvPr/>
          </p:nvSpPr>
          <p:spPr>
            <a:xfrm>
              <a:off x="0" y="0"/>
              <a:ext cx="195834" cy="195834"/>
            </a:xfrm>
            <a:custGeom>
              <a:avLst/>
              <a:gdLst/>
              <a:ahLst/>
              <a:cxnLst/>
              <a:rect l="l" t="t" r="r" b="b"/>
              <a:pathLst>
                <a:path w="195834" h="195834">
                  <a:moveTo>
                    <a:pt x="0" y="97917"/>
                  </a:moveTo>
                  <a:cubicBezTo>
                    <a:pt x="0" y="43815"/>
                    <a:pt x="43815" y="0"/>
                    <a:pt x="97917" y="0"/>
                  </a:cubicBezTo>
                  <a:cubicBezTo>
                    <a:pt x="152019" y="0"/>
                    <a:pt x="195834" y="43815"/>
                    <a:pt x="195834" y="97917"/>
                  </a:cubicBezTo>
                  <a:cubicBezTo>
                    <a:pt x="195834" y="152019"/>
                    <a:pt x="152019" y="195834"/>
                    <a:pt x="97917" y="195834"/>
                  </a:cubicBezTo>
                  <a:cubicBezTo>
                    <a:pt x="43815" y="195834"/>
                    <a:pt x="0" y="151892"/>
                    <a:pt x="0" y="97917"/>
                  </a:cubicBezTo>
                  <a:close/>
                </a:path>
              </a:pathLst>
            </a:custGeom>
            <a:solidFill>
              <a:srgbClr val="FFFFFF"/>
            </a:solidFill>
            <a:ln w="9532" cap="sq">
              <a:solidFill>
                <a:srgbClr val="FFFFFF"/>
              </a:solidFill>
              <a:prstDash val="solid"/>
              <a:miter/>
            </a:ln>
          </p:spPr>
          <p:txBody>
            <a:bodyPr/>
            <a:lstStyle/>
            <a:p>
              <a:endParaRPr lang="en-US"/>
            </a:p>
          </p:txBody>
        </p:sp>
      </p:grpSp>
      <p:grpSp>
        <p:nvGrpSpPr>
          <p:cNvPr id="272" name="Group 283">
            <a:extLst>
              <a:ext uri="{FF2B5EF4-FFF2-40B4-BE49-F238E27FC236}">
                <a16:creationId xmlns:a16="http://schemas.microsoft.com/office/drawing/2014/main" id="{0DCFE40D-D4F5-D811-9EC3-0BA3F359CFE0}"/>
              </a:ext>
            </a:extLst>
          </p:cNvPr>
          <p:cNvGrpSpPr/>
          <p:nvPr/>
        </p:nvGrpSpPr>
        <p:grpSpPr>
          <a:xfrm>
            <a:off x="9950095" y="4679035"/>
            <a:ext cx="763105" cy="104223"/>
            <a:chOff x="0" y="0"/>
            <a:chExt cx="1526210" cy="208445"/>
          </a:xfrm>
        </p:grpSpPr>
        <p:sp>
          <p:nvSpPr>
            <p:cNvPr id="273" name="Freeform 284">
              <a:extLst>
                <a:ext uri="{FF2B5EF4-FFF2-40B4-BE49-F238E27FC236}">
                  <a16:creationId xmlns:a16="http://schemas.microsoft.com/office/drawing/2014/main" id="{1FC5A555-EF85-5B62-99AD-DE7BD6AC8727}"/>
                </a:ext>
              </a:extLst>
            </p:cNvPr>
            <p:cNvSpPr/>
            <p:nvPr/>
          </p:nvSpPr>
          <p:spPr>
            <a:xfrm>
              <a:off x="0" y="0"/>
              <a:ext cx="1526286" cy="208534"/>
            </a:xfrm>
            <a:custGeom>
              <a:avLst/>
              <a:gdLst/>
              <a:ahLst/>
              <a:cxnLst/>
              <a:rect l="l" t="t" r="r" b="b"/>
              <a:pathLst>
                <a:path w="1526286" h="208534">
                  <a:moveTo>
                    <a:pt x="0" y="104267"/>
                  </a:moveTo>
                  <a:cubicBezTo>
                    <a:pt x="0" y="46609"/>
                    <a:pt x="46609" y="0"/>
                    <a:pt x="104267" y="0"/>
                  </a:cubicBezTo>
                  <a:lnTo>
                    <a:pt x="1422019" y="0"/>
                  </a:lnTo>
                  <a:cubicBezTo>
                    <a:pt x="1479550" y="0"/>
                    <a:pt x="1526286" y="46609"/>
                    <a:pt x="1526286" y="104267"/>
                  </a:cubicBezTo>
                  <a:cubicBezTo>
                    <a:pt x="1526286" y="161925"/>
                    <a:pt x="1479677" y="208534"/>
                    <a:pt x="1422019" y="208534"/>
                  </a:cubicBezTo>
                  <a:lnTo>
                    <a:pt x="104267" y="208534"/>
                  </a:lnTo>
                  <a:cubicBezTo>
                    <a:pt x="46609" y="208407"/>
                    <a:pt x="0" y="161798"/>
                    <a:pt x="0" y="104267"/>
                  </a:cubicBezTo>
                  <a:close/>
                </a:path>
              </a:pathLst>
            </a:custGeom>
            <a:solidFill>
              <a:srgbClr val="FFFFFF"/>
            </a:solidFill>
            <a:ln w="19065" cap="sq">
              <a:solidFill>
                <a:srgbClr val="FFFFFF"/>
              </a:solidFill>
              <a:prstDash val="solid"/>
              <a:miter/>
            </a:ln>
          </p:spPr>
          <p:txBody>
            <a:bodyPr/>
            <a:lstStyle/>
            <a:p>
              <a:endParaRPr lang="en-US"/>
            </a:p>
          </p:txBody>
        </p:sp>
      </p:grpSp>
      <p:grpSp>
        <p:nvGrpSpPr>
          <p:cNvPr id="274" name="Group 285">
            <a:extLst>
              <a:ext uri="{FF2B5EF4-FFF2-40B4-BE49-F238E27FC236}">
                <a16:creationId xmlns:a16="http://schemas.microsoft.com/office/drawing/2014/main" id="{5CF5EE77-BEAB-2144-C5FC-4D4449D41DC5}"/>
              </a:ext>
            </a:extLst>
          </p:cNvPr>
          <p:cNvGrpSpPr/>
          <p:nvPr/>
        </p:nvGrpSpPr>
        <p:grpSpPr>
          <a:xfrm>
            <a:off x="1226509" y="5710575"/>
            <a:ext cx="9443479" cy="731583"/>
            <a:chOff x="0" y="0"/>
            <a:chExt cx="18886957" cy="1463167"/>
          </a:xfrm>
        </p:grpSpPr>
        <p:sp>
          <p:nvSpPr>
            <p:cNvPr id="275" name="Freeform 286">
              <a:extLst>
                <a:ext uri="{FF2B5EF4-FFF2-40B4-BE49-F238E27FC236}">
                  <a16:creationId xmlns:a16="http://schemas.microsoft.com/office/drawing/2014/main" id="{1F64FEAF-3841-D4BB-1B1E-EA4765E47E2F}"/>
                </a:ext>
              </a:extLst>
            </p:cNvPr>
            <p:cNvSpPr/>
            <p:nvPr/>
          </p:nvSpPr>
          <p:spPr>
            <a:xfrm>
              <a:off x="0" y="0"/>
              <a:ext cx="18886932" cy="1463167"/>
            </a:xfrm>
            <a:custGeom>
              <a:avLst/>
              <a:gdLst/>
              <a:ahLst/>
              <a:cxnLst/>
              <a:rect l="l" t="t" r="r" b="b"/>
              <a:pathLst>
                <a:path w="18886932" h="1463167">
                  <a:moveTo>
                    <a:pt x="0" y="412623"/>
                  </a:moveTo>
                  <a:cubicBezTo>
                    <a:pt x="0" y="184785"/>
                    <a:pt x="184785" y="0"/>
                    <a:pt x="412623" y="0"/>
                  </a:cubicBezTo>
                  <a:lnTo>
                    <a:pt x="18474310" y="0"/>
                  </a:lnTo>
                  <a:cubicBezTo>
                    <a:pt x="18702274" y="0"/>
                    <a:pt x="18886932" y="184785"/>
                    <a:pt x="18886932" y="412623"/>
                  </a:cubicBezTo>
                  <a:lnTo>
                    <a:pt x="18886932" y="1050544"/>
                  </a:lnTo>
                  <a:cubicBezTo>
                    <a:pt x="18886932" y="1278509"/>
                    <a:pt x="18702148" y="1463167"/>
                    <a:pt x="18474310" y="1463167"/>
                  </a:cubicBezTo>
                  <a:lnTo>
                    <a:pt x="412623" y="1463167"/>
                  </a:lnTo>
                  <a:cubicBezTo>
                    <a:pt x="184785" y="1463167"/>
                    <a:pt x="0" y="1278382"/>
                    <a:pt x="0" y="1050544"/>
                  </a:cubicBezTo>
                  <a:close/>
                </a:path>
              </a:pathLst>
            </a:custGeom>
            <a:solidFill>
              <a:srgbClr val="041A30"/>
            </a:solidFill>
            <a:ln w="26691" cap="sq">
              <a:solidFill>
                <a:srgbClr val="24D6FF"/>
              </a:solidFill>
              <a:prstDash val="solid"/>
              <a:miter/>
            </a:ln>
          </p:spPr>
          <p:txBody>
            <a:bodyPr/>
            <a:lstStyle/>
            <a:p>
              <a:endParaRPr lang="en-US"/>
            </a:p>
          </p:txBody>
        </p:sp>
      </p:grpSp>
      <p:grpSp>
        <p:nvGrpSpPr>
          <p:cNvPr id="276" name="Group 287">
            <a:extLst>
              <a:ext uri="{FF2B5EF4-FFF2-40B4-BE49-F238E27FC236}">
                <a16:creationId xmlns:a16="http://schemas.microsoft.com/office/drawing/2014/main" id="{73AE5182-16BF-3659-158D-7FE32D690B09}"/>
              </a:ext>
            </a:extLst>
          </p:cNvPr>
          <p:cNvGrpSpPr/>
          <p:nvPr/>
        </p:nvGrpSpPr>
        <p:grpSpPr>
          <a:xfrm>
            <a:off x="1594460" y="5877198"/>
            <a:ext cx="380029" cy="380029"/>
            <a:chOff x="0" y="0"/>
            <a:chExt cx="760057" cy="760057"/>
          </a:xfrm>
        </p:grpSpPr>
        <p:sp>
          <p:nvSpPr>
            <p:cNvPr id="277" name="Freeform 288">
              <a:extLst>
                <a:ext uri="{FF2B5EF4-FFF2-40B4-BE49-F238E27FC236}">
                  <a16:creationId xmlns:a16="http://schemas.microsoft.com/office/drawing/2014/main" id="{F04DC238-6B34-504F-1CA2-4950DE944C01}"/>
                </a:ext>
              </a:extLst>
            </p:cNvPr>
            <p:cNvSpPr/>
            <p:nvPr/>
          </p:nvSpPr>
          <p:spPr>
            <a:xfrm>
              <a:off x="0" y="0"/>
              <a:ext cx="760095" cy="760095"/>
            </a:xfrm>
            <a:custGeom>
              <a:avLst/>
              <a:gdLst/>
              <a:ahLst/>
              <a:cxnLst/>
              <a:rect l="l" t="t" r="r" b="b"/>
              <a:pathLst>
                <a:path w="760095" h="760095">
                  <a:moveTo>
                    <a:pt x="0" y="379984"/>
                  </a:moveTo>
                  <a:cubicBezTo>
                    <a:pt x="0" y="170180"/>
                    <a:pt x="170180" y="0"/>
                    <a:pt x="379984" y="0"/>
                  </a:cubicBezTo>
                  <a:cubicBezTo>
                    <a:pt x="589788" y="0"/>
                    <a:pt x="760095" y="170180"/>
                    <a:pt x="760095" y="379984"/>
                  </a:cubicBezTo>
                  <a:cubicBezTo>
                    <a:pt x="760095" y="589788"/>
                    <a:pt x="589915" y="760095"/>
                    <a:pt x="379984" y="760095"/>
                  </a:cubicBezTo>
                  <a:cubicBezTo>
                    <a:pt x="170053" y="760095"/>
                    <a:pt x="0" y="589915"/>
                    <a:pt x="0" y="379984"/>
                  </a:cubicBezTo>
                  <a:close/>
                </a:path>
              </a:pathLst>
            </a:custGeom>
            <a:blipFill>
              <a:blip r:embed="rId3">
                <a:alphaModFix amt="0"/>
              </a:blip>
              <a:stretch>
                <a:fillRect l="-78299" r="-78294" b="5"/>
              </a:stretch>
            </a:blipFill>
            <a:ln w="20971" cap="sq">
              <a:solidFill>
                <a:srgbClr val="24D6FF"/>
              </a:solidFill>
              <a:prstDash val="solid"/>
              <a:miter/>
            </a:ln>
          </p:spPr>
          <p:txBody>
            <a:bodyPr/>
            <a:lstStyle/>
            <a:p>
              <a:endParaRPr lang="en-US"/>
            </a:p>
          </p:txBody>
        </p:sp>
      </p:grpSp>
      <p:grpSp>
        <p:nvGrpSpPr>
          <p:cNvPr id="278" name="Group 289">
            <a:extLst>
              <a:ext uri="{FF2B5EF4-FFF2-40B4-BE49-F238E27FC236}">
                <a16:creationId xmlns:a16="http://schemas.microsoft.com/office/drawing/2014/main" id="{BCF896E9-0C0B-4425-DF59-BD6FF37B7270}"/>
              </a:ext>
            </a:extLst>
          </p:cNvPr>
          <p:cNvGrpSpPr/>
          <p:nvPr/>
        </p:nvGrpSpPr>
        <p:grpSpPr>
          <a:xfrm>
            <a:off x="1665510" y="5939098"/>
            <a:ext cx="237928" cy="201327"/>
            <a:chOff x="0" y="0"/>
            <a:chExt cx="475856" cy="402654"/>
          </a:xfrm>
        </p:grpSpPr>
        <p:sp>
          <p:nvSpPr>
            <p:cNvPr id="279" name="Freeform 290">
              <a:extLst>
                <a:ext uri="{FF2B5EF4-FFF2-40B4-BE49-F238E27FC236}">
                  <a16:creationId xmlns:a16="http://schemas.microsoft.com/office/drawing/2014/main" id="{88CFAA7E-EE6F-1219-352D-3B2F13CB0549}"/>
                </a:ext>
              </a:extLst>
            </p:cNvPr>
            <p:cNvSpPr/>
            <p:nvPr/>
          </p:nvSpPr>
          <p:spPr>
            <a:xfrm>
              <a:off x="0" y="0"/>
              <a:ext cx="475860" cy="402651"/>
            </a:xfrm>
            <a:custGeom>
              <a:avLst/>
              <a:gdLst/>
              <a:ahLst/>
              <a:cxnLst/>
              <a:rect l="l" t="t" r="r" b="b"/>
              <a:pathLst>
                <a:path w="475860" h="402651">
                  <a:moveTo>
                    <a:pt x="0" y="0"/>
                  </a:moveTo>
                  <a:lnTo>
                    <a:pt x="475860" y="0"/>
                  </a:lnTo>
                  <a:lnTo>
                    <a:pt x="475860" y="402651"/>
                  </a:lnTo>
                  <a:lnTo>
                    <a:pt x="0" y="402651"/>
                  </a:lnTo>
                  <a:close/>
                </a:path>
              </a:pathLst>
            </a:custGeom>
            <a:blipFill>
              <a:blip r:embed="rId3">
                <a:alphaModFix amt="0"/>
              </a:blip>
              <a:stretch>
                <a:fillRect l="-58565" r="-58564"/>
              </a:stretch>
            </a:blipFill>
          </p:spPr>
          <p:txBody>
            <a:bodyPr/>
            <a:lstStyle/>
            <a:p>
              <a:endParaRPr lang="en-US"/>
            </a:p>
          </p:txBody>
        </p:sp>
        <p:sp>
          <p:nvSpPr>
            <p:cNvPr id="280" name="TextBox 291">
              <a:extLst>
                <a:ext uri="{FF2B5EF4-FFF2-40B4-BE49-F238E27FC236}">
                  <a16:creationId xmlns:a16="http://schemas.microsoft.com/office/drawing/2014/main" id="{FCB31060-9CFB-5791-2892-D70B8F211A7A}"/>
                </a:ext>
              </a:extLst>
            </p:cNvPr>
            <p:cNvSpPr txBox="1"/>
            <p:nvPr/>
          </p:nvSpPr>
          <p:spPr>
            <a:xfrm>
              <a:off x="0" y="-19050"/>
              <a:ext cx="475856" cy="421704"/>
            </a:xfrm>
            <a:prstGeom prst="rect">
              <a:avLst/>
            </a:prstGeom>
          </p:spPr>
          <p:txBody>
            <a:bodyPr lIns="0" tIns="0" rIns="0" bIns="0" rtlCol="0" anchor="ctr"/>
            <a:lstStyle/>
            <a:p>
              <a:pPr algn="ctr">
                <a:lnSpc>
                  <a:spcPts val="2161"/>
                </a:lnSpc>
              </a:pPr>
              <a:r>
                <a:rPr lang="en-US" sz="1801" b="1">
                  <a:solidFill>
                    <a:srgbClr val="24D6FF"/>
                  </a:solidFill>
                  <a:latin typeface="Arial Bold"/>
                  <a:ea typeface="Arial Bold"/>
                  <a:cs typeface="Arial Bold"/>
                  <a:sym typeface="Arial Bold"/>
                </a:rPr>
                <a:t>✓</a:t>
              </a:r>
            </a:p>
          </p:txBody>
        </p:sp>
      </p:grpSp>
      <p:grpSp>
        <p:nvGrpSpPr>
          <p:cNvPr id="281" name="Group 292">
            <a:extLst>
              <a:ext uri="{FF2B5EF4-FFF2-40B4-BE49-F238E27FC236}">
                <a16:creationId xmlns:a16="http://schemas.microsoft.com/office/drawing/2014/main" id="{2F2ADAD5-D0A8-122C-1AA6-BD68236B4B4A}"/>
              </a:ext>
            </a:extLst>
          </p:cNvPr>
          <p:cNvGrpSpPr/>
          <p:nvPr/>
        </p:nvGrpSpPr>
        <p:grpSpPr>
          <a:xfrm>
            <a:off x="2234406" y="5867413"/>
            <a:ext cx="15253" cy="427057"/>
            <a:chOff x="0" y="0"/>
            <a:chExt cx="30505" cy="854113"/>
          </a:xfrm>
        </p:grpSpPr>
        <p:sp>
          <p:nvSpPr>
            <p:cNvPr id="282" name="Freeform 293">
              <a:extLst>
                <a:ext uri="{FF2B5EF4-FFF2-40B4-BE49-F238E27FC236}">
                  <a16:creationId xmlns:a16="http://schemas.microsoft.com/office/drawing/2014/main" id="{C88A096F-95A9-00B7-B3B5-871C41EFCF6C}"/>
                </a:ext>
              </a:extLst>
            </p:cNvPr>
            <p:cNvSpPr/>
            <p:nvPr/>
          </p:nvSpPr>
          <p:spPr>
            <a:xfrm>
              <a:off x="0" y="0"/>
              <a:ext cx="30480" cy="854075"/>
            </a:xfrm>
            <a:custGeom>
              <a:avLst/>
              <a:gdLst/>
              <a:ahLst/>
              <a:cxnLst/>
              <a:rect l="l" t="t" r="r" b="b"/>
              <a:pathLst>
                <a:path w="30480" h="854075">
                  <a:moveTo>
                    <a:pt x="0" y="0"/>
                  </a:moveTo>
                  <a:lnTo>
                    <a:pt x="30480" y="854075"/>
                  </a:lnTo>
                </a:path>
              </a:pathLst>
            </a:custGeom>
            <a:blipFill>
              <a:blip r:embed="rId3">
                <a:alphaModFix amt="0"/>
              </a:blip>
              <a:stretch>
                <a:fillRect l="-3545291" r="-3545374" b="-4"/>
              </a:stretch>
            </a:blipFill>
            <a:ln w="22878" cap="sq">
              <a:solidFill>
                <a:srgbClr val="24D6FF"/>
              </a:solidFill>
              <a:prstDash val="solid"/>
              <a:miter/>
            </a:ln>
          </p:spPr>
          <p:txBody>
            <a:bodyPr/>
            <a:lstStyle/>
            <a:p>
              <a:endParaRPr lang="en-US"/>
            </a:p>
          </p:txBody>
        </p:sp>
      </p:grpSp>
      <p:grpSp>
        <p:nvGrpSpPr>
          <p:cNvPr id="283" name="Group 294">
            <a:extLst>
              <a:ext uri="{FF2B5EF4-FFF2-40B4-BE49-F238E27FC236}">
                <a16:creationId xmlns:a16="http://schemas.microsoft.com/office/drawing/2014/main" id="{073EAD72-6A28-2F91-453D-36D26FC2E359}"/>
              </a:ext>
            </a:extLst>
          </p:cNvPr>
          <p:cNvGrpSpPr/>
          <p:nvPr/>
        </p:nvGrpSpPr>
        <p:grpSpPr>
          <a:xfrm>
            <a:off x="2470811" y="5920791"/>
            <a:ext cx="1509941" cy="256235"/>
            <a:chOff x="0" y="0"/>
            <a:chExt cx="3019882" cy="512470"/>
          </a:xfrm>
        </p:grpSpPr>
        <p:sp>
          <p:nvSpPr>
            <p:cNvPr id="284" name="Freeform 295">
              <a:extLst>
                <a:ext uri="{FF2B5EF4-FFF2-40B4-BE49-F238E27FC236}">
                  <a16:creationId xmlns:a16="http://schemas.microsoft.com/office/drawing/2014/main" id="{64558F45-098D-68E5-89FE-A3E86FD1E002}"/>
                </a:ext>
              </a:extLst>
            </p:cNvPr>
            <p:cNvSpPr/>
            <p:nvPr/>
          </p:nvSpPr>
          <p:spPr>
            <a:xfrm>
              <a:off x="0" y="0"/>
              <a:ext cx="3019879" cy="512464"/>
            </a:xfrm>
            <a:custGeom>
              <a:avLst/>
              <a:gdLst/>
              <a:ahLst/>
              <a:cxnLst/>
              <a:rect l="l" t="t" r="r" b="b"/>
              <a:pathLst>
                <a:path w="3019879" h="512464">
                  <a:moveTo>
                    <a:pt x="0" y="0"/>
                  </a:moveTo>
                  <a:lnTo>
                    <a:pt x="3019879" y="0"/>
                  </a:lnTo>
                  <a:lnTo>
                    <a:pt x="3019879" y="512464"/>
                  </a:lnTo>
                  <a:lnTo>
                    <a:pt x="0" y="512464"/>
                  </a:lnTo>
                  <a:close/>
                </a:path>
              </a:pathLst>
            </a:custGeom>
            <a:blipFill>
              <a:blip r:embed="rId3">
                <a:alphaModFix amt="0"/>
              </a:blip>
              <a:stretch>
                <a:fillRect t="-64822" b="-64823"/>
              </a:stretch>
            </a:blipFill>
          </p:spPr>
          <p:txBody>
            <a:bodyPr/>
            <a:lstStyle/>
            <a:p>
              <a:endParaRPr lang="en-US"/>
            </a:p>
          </p:txBody>
        </p:sp>
        <p:sp>
          <p:nvSpPr>
            <p:cNvPr id="285" name="TextBox 296">
              <a:extLst>
                <a:ext uri="{FF2B5EF4-FFF2-40B4-BE49-F238E27FC236}">
                  <a16:creationId xmlns:a16="http://schemas.microsoft.com/office/drawing/2014/main" id="{5A6F7E5F-39D8-7113-C868-F9075E55B53B}"/>
                </a:ext>
              </a:extLst>
            </p:cNvPr>
            <p:cNvSpPr txBox="1"/>
            <p:nvPr/>
          </p:nvSpPr>
          <p:spPr>
            <a:xfrm>
              <a:off x="0" y="-19050"/>
              <a:ext cx="3019882" cy="531520"/>
            </a:xfrm>
            <a:prstGeom prst="rect">
              <a:avLst/>
            </a:prstGeom>
          </p:spPr>
          <p:txBody>
            <a:bodyPr lIns="0" tIns="0" rIns="0" bIns="0" rtlCol="0" anchor="ctr"/>
            <a:lstStyle/>
            <a:p>
              <a:pPr>
                <a:lnSpc>
                  <a:spcPts val="2161"/>
                </a:lnSpc>
              </a:pPr>
              <a:r>
                <a:rPr lang="en-US" sz="1801" b="1">
                  <a:solidFill>
                    <a:srgbClr val="24D6FF"/>
                  </a:solidFill>
                  <a:latin typeface="Arial Bold"/>
                  <a:ea typeface="Arial Bold"/>
                  <a:cs typeface="Arial Bold"/>
                  <a:sym typeface="Arial Bold"/>
                </a:rPr>
                <a:t>What this proves:</a:t>
              </a:r>
            </a:p>
          </p:txBody>
        </p:sp>
      </p:grpSp>
      <p:grpSp>
        <p:nvGrpSpPr>
          <p:cNvPr id="286" name="Group 297">
            <a:extLst>
              <a:ext uri="{FF2B5EF4-FFF2-40B4-BE49-F238E27FC236}">
                <a16:creationId xmlns:a16="http://schemas.microsoft.com/office/drawing/2014/main" id="{D45ECC22-573C-434D-6598-515662E614BE}"/>
              </a:ext>
            </a:extLst>
          </p:cNvPr>
          <p:cNvGrpSpPr/>
          <p:nvPr/>
        </p:nvGrpSpPr>
        <p:grpSpPr>
          <a:xfrm>
            <a:off x="4163772" y="5920791"/>
            <a:ext cx="5399177" cy="256235"/>
            <a:chOff x="0" y="0"/>
            <a:chExt cx="10798353" cy="512470"/>
          </a:xfrm>
        </p:grpSpPr>
        <p:sp>
          <p:nvSpPr>
            <p:cNvPr id="287" name="Freeform 298">
              <a:extLst>
                <a:ext uri="{FF2B5EF4-FFF2-40B4-BE49-F238E27FC236}">
                  <a16:creationId xmlns:a16="http://schemas.microsoft.com/office/drawing/2014/main" id="{36EEF0A3-8AE2-15B5-D396-DE15235D999F}"/>
                </a:ext>
              </a:extLst>
            </p:cNvPr>
            <p:cNvSpPr/>
            <p:nvPr/>
          </p:nvSpPr>
          <p:spPr>
            <a:xfrm>
              <a:off x="0" y="0"/>
              <a:ext cx="10798356" cy="512464"/>
            </a:xfrm>
            <a:custGeom>
              <a:avLst/>
              <a:gdLst/>
              <a:ahLst/>
              <a:cxnLst/>
              <a:rect l="l" t="t" r="r" b="b"/>
              <a:pathLst>
                <a:path w="10798356" h="512464">
                  <a:moveTo>
                    <a:pt x="0" y="0"/>
                  </a:moveTo>
                  <a:lnTo>
                    <a:pt x="10798356" y="0"/>
                  </a:lnTo>
                  <a:lnTo>
                    <a:pt x="10798356" y="512464"/>
                  </a:lnTo>
                  <a:lnTo>
                    <a:pt x="0" y="512464"/>
                  </a:lnTo>
                  <a:close/>
                </a:path>
              </a:pathLst>
            </a:custGeom>
            <a:blipFill>
              <a:blip r:embed="rId3">
                <a:alphaModFix amt="0"/>
              </a:blip>
              <a:stretch>
                <a:fillRect t="-360576" b="-360578"/>
              </a:stretch>
            </a:blipFill>
          </p:spPr>
          <p:txBody>
            <a:bodyPr/>
            <a:lstStyle/>
            <a:p>
              <a:endParaRPr lang="en-US"/>
            </a:p>
          </p:txBody>
        </p:sp>
        <p:sp>
          <p:nvSpPr>
            <p:cNvPr id="288" name="TextBox 299">
              <a:extLst>
                <a:ext uri="{FF2B5EF4-FFF2-40B4-BE49-F238E27FC236}">
                  <a16:creationId xmlns:a16="http://schemas.microsoft.com/office/drawing/2014/main" id="{0ACDCA01-2833-5784-38AC-22AB3938AB00}"/>
                </a:ext>
              </a:extLst>
            </p:cNvPr>
            <p:cNvSpPr txBox="1"/>
            <p:nvPr/>
          </p:nvSpPr>
          <p:spPr>
            <a:xfrm>
              <a:off x="0" y="-19050"/>
              <a:ext cx="10798353" cy="531520"/>
            </a:xfrm>
            <a:prstGeom prst="rect">
              <a:avLst/>
            </a:prstGeom>
          </p:spPr>
          <p:txBody>
            <a:bodyPr lIns="0" tIns="0" rIns="0" bIns="0" rtlCol="0" anchor="ctr"/>
            <a:lstStyle/>
            <a:p>
              <a:pPr>
                <a:lnSpc>
                  <a:spcPts val="2161"/>
                </a:lnSpc>
              </a:pPr>
              <a:r>
                <a:rPr lang="en-US" sz="1801">
                  <a:solidFill>
                    <a:srgbClr val="FFFFFF"/>
                  </a:solidFill>
                  <a:latin typeface="Arial"/>
                  <a:ea typeface="Arial"/>
                  <a:cs typeface="Arial"/>
                  <a:sym typeface="Arial"/>
                </a:rPr>
                <a:t>the system is not only playable — it is measurable.</a:t>
              </a:r>
            </a:p>
          </p:txBody>
        </p:sp>
      </p:grpSp>
      <p:grpSp>
        <p:nvGrpSpPr>
          <p:cNvPr id="289" name="Group 158">
            <a:extLst>
              <a:ext uri="{FF2B5EF4-FFF2-40B4-BE49-F238E27FC236}">
                <a16:creationId xmlns:a16="http://schemas.microsoft.com/office/drawing/2014/main" id="{CE411940-3AC8-04D2-C1CD-7A1F26D4AE76}"/>
              </a:ext>
            </a:extLst>
          </p:cNvPr>
          <p:cNvGrpSpPr/>
          <p:nvPr/>
        </p:nvGrpSpPr>
        <p:grpSpPr>
          <a:xfrm>
            <a:off x="3678765" y="3871174"/>
            <a:ext cx="245680" cy="212782"/>
            <a:chOff x="0" y="0"/>
            <a:chExt cx="653288" cy="653288"/>
          </a:xfrm>
        </p:grpSpPr>
        <p:sp>
          <p:nvSpPr>
            <p:cNvPr id="290" name="Freeform 159">
              <a:extLst>
                <a:ext uri="{FF2B5EF4-FFF2-40B4-BE49-F238E27FC236}">
                  <a16:creationId xmlns:a16="http://schemas.microsoft.com/office/drawing/2014/main" id="{EC9477EE-FB21-D3C8-1EBF-7D060F98D658}"/>
                </a:ext>
              </a:extLst>
            </p:cNvPr>
            <p:cNvSpPr/>
            <p:nvPr/>
          </p:nvSpPr>
          <p:spPr>
            <a:xfrm>
              <a:off x="0" y="0"/>
              <a:ext cx="653288" cy="653288"/>
            </a:xfrm>
            <a:custGeom>
              <a:avLst/>
              <a:gdLst/>
              <a:ahLst/>
              <a:cxnLst/>
              <a:rect l="l" t="t" r="r" b="b"/>
              <a:pathLst>
                <a:path w="653288" h="653288">
                  <a:moveTo>
                    <a:pt x="0" y="326644"/>
                  </a:moveTo>
                  <a:cubicBezTo>
                    <a:pt x="0" y="146304"/>
                    <a:pt x="146304" y="0"/>
                    <a:pt x="326644" y="0"/>
                  </a:cubicBezTo>
                  <a:cubicBezTo>
                    <a:pt x="506984" y="0"/>
                    <a:pt x="653288" y="146304"/>
                    <a:pt x="653288" y="326644"/>
                  </a:cubicBezTo>
                  <a:cubicBezTo>
                    <a:pt x="653288" y="506984"/>
                    <a:pt x="506984" y="653288"/>
                    <a:pt x="326644" y="653288"/>
                  </a:cubicBezTo>
                  <a:cubicBezTo>
                    <a:pt x="146304" y="653288"/>
                    <a:pt x="0" y="506984"/>
                    <a:pt x="0" y="326644"/>
                  </a:cubicBezTo>
                  <a:close/>
                </a:path>
              </a:pathLst>
            </a:custGeom>
            <a:solidFill>
              <a:srgbClr val="91D433"/>
            </a:solidFill>
            <a:ln w="9532" cap="sq">
              <a:solidFill>
                <a:srgbClr val="5A6B75"/>
              </a:solidFill>
              <a:prstDash val="solid"/>
              <a:miter/>
            </a:ln>
          </p:spPr>
          <p:txBody>
            <a:bodyPr/>
            <a:lstStyle/>
            <a:p>
              <a:endParaRPr lang="en-US"/>
            </a:p>
          </p:txBody>
        </p:sp>
      </p:grpSp>
      <p:grpSp>
        <p:nvGrpSpPr>
          <p:cNvPr id="291" name="Group 160">
            <a:extLst>
              <a:ext uri="{FF2B5EF4-FFF2-40B4-BE49-F238E27FC236}">
                <a16:creationId xmlns:a16="http://schemas.microsoft.com/office/drawing/2014/main" id="{3DFB8BB3-8712-469D-4A80-FEB30AE61E5A}"/>
              </a:ext>
            </a:extLst>
          </p:cNvPr>
          <p:cNvGrpSpPr/>
          <p:nvPr/>
        </p:nvGrpSpPr>
        <p:grpSpPr>
          <a:xfrm>
            <a:off x="4046585" y="3871174"/>
            <a:ext cx="234374" cy="208775"/>
            <a:chOff x="0" y="0"/>
            <a:chExt cx="653288" cy="653288"/>
          </a:xfrm>
        </p:grpSpPr>
        <p:sp>
          <p:nvSpPr>
            <p:cNvPr id="292" name="Freeform 161">
              <a:extLst>
                <a:ext uri="{FF2B5EF4-FFF2-40B4-BE49-F238E27FC236}">
                  <a16:creationId xmlns:a16="http://schemas.microsoft.com/office/drawing/2014/main" id="{BB212874-ED43-D26B-49B2-EAF003F28FEB}"/>
                </a:ext>
              </a:extLst>
            </p:cNvPr>
            <p:cNvSpPr/>
            <p:nvPr/>
          </p:nvSpPr>
          <p:spPr>
            <a:xfrm>
              <a:off x="0" y="0"/>
              <a:ext cx="653288" cy="653288"/>
            </a:xfrm>
            <a:custGeom>
              <a:avLst/>
              <a:gdLst/>
              <a:ahLst/>
              <a:cxnLst/>
              <a:rect l="l" t="t" r="r" b="b"/>
              <a:pathLst>
                <a:path w="653288" h="653288">
                  <a:moveTo>
                    <a:pt x="0" y="326644"/>
                  </a:moveTo>
                  <a:cubicBezTo>
                    <a:pt x="0" y="146304"/>
                    <a:pt x="146304" y="0"/>
                    <a:pt x="326644" y="0"/>
                  </a:cubicBezTo>
                  <a:cubicBezTo>
                    <a:pt x="506984" y="0"/>
                    <a:pt x="653288" y="146304"/>
                    <a:pt x="653288" y="326644"/>
                  </a:cubicBezTo>
                  <a:cubicBezTo>
                    <a:pt x="653288" y="506984"/>
                    <a:pt x="506984" y="653288"/>
                    <a:pt x="326644" y="653288"/>
                  </a:cubicBezTo>
                  <a:cubicBezTo>
                    <a:pt x="146304" y="653288"/>
                    <a:pt x="0" y="506984"/>
                    <a:pt x="0" y="326644"/>
                  </a:cubicBezTo>
                  <a:close/>
                </a:path>
              </a:pathLst>
            </a:custGeom>
            <a:solidFill>
              <a:srgbClr val="FF8C13"/>
            </a:solidFill>
            <a:ln w="9532" cap="sq">
              <a:solidFill>
                <a:srgbClr val="5A6B75"/>
              </a:solidFill>
              <a:prstDash val="solid"/>
              <a:miter/>
            </a:ln>
          </p:spPr>
          <p:txBody>
            <a:bodyPr/>
            <a:lstStyle/>
            <a:p>
              <a:endParaRPr lang="en-US"/>
            </a:p>
          </p:txBody>
        </p:sp>
      </p:grpSp>
      <p:grpSp>
        <p:nvGrpSpPr>
          <p:cNvPr id="293" name="Group 162">
            <a:extLst>
              <a:ext uri="{FF2B5EF4-FFF2-40B4-BE49-F238E27FC236}">
                <a16:creationId xmlns:a16="http://schemas.microsoft.com/office/drawing/2014/main" id="{A44C9053-D250-B740-1658-7A404050812F}"/>
              </a:ext>
            </a:extLst>
          </p:cNvPr>
          <p:cNvGrpSpPr/>
          <p:nvPr/>
        </p:nvGrpSpPr>
        <p:grpSpPr>
          <a:xfrm>
            <a:off x="4412253" y="3871173"/>
            <a:ext cx="246107" cy="212781"/>
            <a:chOff x="0" y="0"/>
            <a:chExt cx="653288" cy="653288"/>
          </a:xfrm>
        </p:grpSpPr>
        <p:sp>
          <p:nvSpPr>
            <p:cNvPr id="294" name="Freeform 163">
              <a:extLst>
                <a:ext uri="{FF2B5EF4-FFF2-40B4-BE49-F238E27FC236}">
                  <a16:creationId xmlns:a16="http://schemas.microsoft.com/office/drawing/2014/main" id="{4707A9FB-9E82-FC37-2720-7A1B5DCC43D6}"/>
                </a:ext>
              </a:extLst>
            </p:cNvPr>
            <p:cNvSpPr/>
            <p:nvPr/>
          </p:nvSpPr>
          <p:spPr>
            <a:xfrm>
              <a:off x="0" y="0"/>
              <a:ext cx="653288" cy="653288"/>
            </a:xfrm>
            <a:custGeom>
              <a:avLst/>
              <a:gdLst/>
              <a:ahLst/>
              <a:cxnLst/>
              <a:rect l="l" t="t" r="r" b="b"/>
              <a:pathLst>
                <a:path w="653288" h="653288">
                  <a:moveTo>
                    <a:pt x="0" y="326644"/>
                  </a:moveTo>
                  <a:cubicBezTo>
                    <a:pt x="0" y="146304"/>
                    <a:pt x="146304" y="0"/>
                    <a:pt x="326644" y="0"/>
                  </a:cubicBezTo>
                  <a:cubicBezTo>
                    <a:pt x="506984" y="0"/>
                    <a:pt x="653288" y="146304"/>
                    <a:pt x="653288" y="326644"/>
                  </a:cubicBezTo>
                  <a:cubicBezTo>
                    <a:pt x="653288" y="506984"/>
                    <a:pt x="506984" y="653288"/>
                    <a:pt x="326644" y="653288"/>
                  </a:cubicBezTo>
                  <a:cubicBezTo>
                    <a:pt x="146304" y="653288"/>
                    <a:pt x="0" y="506984"/>
                    <a:pt x="0" y="326644"/>
                  </a:cubicBezTo>
                  <a:close/>
                </a:path>
              </a:pathLst>
            </a:custGeom>
            <a:solidFill>
              <a:srgbClr val="E62929"/>
            </a:solidFill>
            <a:ln w="9532" cap="sq">
              <a:solidFill>
                <a:srgbClr val="5A6B75"/>
              </a:solidFill>
              <a:prstDash val="solid"/>
              <a:miter/>
            </a:ln>
          </p:spPr>
          <p:txBody>
            <a:bodyPr/>
            <a:lstStyle/>
            <a:p>
              <a:endParaRPr lang="en-US"/>
            </a:p>
          </p:txBody>
        </p:sp>
      </p:grpSp>
      <p:sp>
        <p:nvSpPr>
          <p:cNvPr id="299" name="Freeform 168">
            <a:extLst>
              <a:ext uri="{FF2B5EF4-FFF2-40B4-BE49-F238E27FC236}">
                <a16:creationId xmlns:a16="http://schemas.microsoft.com/office/drawing/2014/main" id="{2233F791-4010-A31B-56BA-F40DC8462F11}"/>
              </a:ext>
            </a:extLst>
          </p:cNvPr>
          <p:cNvSpPr/>
          <p:nvPr/>
        </p:nvSpPr>
        <p:spPr>
          <a:xfrm>
            <a:off x="5297119" y="3413319"/>
            <a:ext cx="503313" cy="118965"/>
          </a:xfrm>
          <a:custGeom>
            <a:avLst/>
            <a:gdLst/>
            <a:ahLst/>
            <a:cxnLst/>
            <a:rect l="l" t="t" r="r" b="b"/>
            <a:pathLst>
              <a:path w="1006626" h="237930">
                <a:moveTo>
                  <a:pt x="0" y="0"/>
                </a:moveTo>
                <a:lnTo>
                  <a:pt x="1006626" y="0"/>
                </a:lnTo>
                <a:lnTo>
                  <a:pt x="1006626" y="237930"/>
                </a:lnTo>
                <a:lnTo>
                  <a:pt x="0" y="237930"/>
                </a:lnTo>
                <a:close/>
              </a:path>
            </a:pathLst>
          </a:custGeom>
          <a:blipFill>
            <a:blip r:embed="rId3">
              <a:alphaModFix amt="0"/>
            </a:blip>
            <a:stretch>
              <a:fillRect t="-32435" b="-32437"/>
            </a:stretch>
          </a:blipFill>
        </p:spPr>
        <p:txBody>
          <a:bodyPr/>
          <a:lstStyle/>
          <a:p>
            <a:endParaRPr lang="en-US">
              <a:solidFill>
                <a:schemeClr val="bg1"/>
              </a:solidFill>
            </a:endParaRPr>
          </a:p>
        </p:txBody>
      </p:sp>
      <p:sp>
        <p:nvSpPr>
          <p:cNvPr id="302" name="Freeform 171">
            <a:extLst>
              <a:ext uri="{FF2B5EF4-FFF2-40B4-BE49-F238E27FC236}">
                <a16:creationId xmlns:a16="http://schemas.microsoft.com/office/drawing/2014/main" id="{A9A19AAF-FFCE-FDD5-9BE3-2D4266579C37}"/>
              </a:ext>
            </a:extLst>
          </p:cNvPr>
          <p:cNvSpPr/>
          <p:nvPr/>
        </p:nvSpPr>
        <p:spPr>
          <a:xfrm>
            <a:off x="5946851" y="3413319"/>
            <a:ext cx="311139" cy="118965"/>
          </a:xfrm>
          <a:custGeom>
            <a:avLst/>
            <a:gdLst/>
            <a:ahLst/>
            <a:cxnLst/>
            <a:rect l="l" t="t" r="r" b="b"/>
            <a:pathLst>
              <a:path w="622278" h="237930">
                <a:moveTo>
                  <a:pt x="0" y="0"/>
                </a:moveTo>
                <a:lnTo>
                  <a:pt x="622278" y="0"/>
                </a:lnTo>
                <a:lnTo>
                  <a:pt x="622278" y="237930"/>
                </a:lnTo>
                <a:lnTo>
                  <a:pt x="0" y="237930"/>
                </a:lnTo>
                <a:close/>
              </a:path>
            </a:pathLst>
          </a:custGeom>
          <a:blipFill>
            <a:blip r:embed="rId3">
              <a:alphaModFix amt="0"/>
            </a:blip>
            <a:stretch>
              <a:fillRect t="-959" b="-961"/>
            </a:stretch>
          </a:blipFill>
        </p:spPr>
        <p:txBody>
          <a:bodyPr/>
          <a:lstStyle/>
          <a:p>
            <a:endParaRPr lang="en-US">
              <a:solidFill>
                <a:schemeClr val="bg1"/>
              </a:solidFill>
            </a:endParaRPr>
          </a:p>
        </p:txBody>
      </p:sp>
      <p:pic>
        <p:nvPicPr>
          <p:cNvPr id="305" name="Picture 304">
            <a:extLst>
              <a:ext uri="{FF2B5EF4-FFF2-40B4-BE49-F238E27FC236}">
                <a16:creationId xmlns:a16="http://schemas.microsoft.com/office/drawing/2014/main" id="{F6D97D0F-59B6-D387-EEFD-04828EE27590}"/>
              </a:ext>
            </a:extLst>
          </p:cNvPr>
          <p:cNvPicPr>
            <a:picLocks noChangeAspect="1"/>
          </p:cNvPicPr>
          <p:nvPr/>
        </p:nvPicPr>
        <p:blipFill>
          <a:blip r:embed="rId4"/>
          <a:stretch/>
        </p:blipFill>
        <p:spPr>
          <a:xfrm>
            <a:off x="1355130" y="2185416"/>
            <a:ext cx="1378240" cy="775099"/>
          </a:xfrm>
          <a:prstGeom prst="roundRect">
            <a:avLst>
              <a:gd name="adj" fmla="val 8594"/>
            </a:avLst>
          </a:prstGeom>
          <a:solidFill>
            <a:srgbClr val="FFFFFF">
              <a:shade val="85000"/>
            </a:srgbClr>
          </a:solidFill>
          <a:ln>
            <a:noFill/>
          </a:ln>
          <a:effectLst/>
        </p:spPr>
      </p:pic>
      <mc:AlternateContent xmlns:mc="http://schemas.openxmlformats.org/markup-compatibility/2006" xmlns:p14="http://schemas.microsoft.com/office/powerpoint/2010/main">
        <mc:Choice Requires="p14">
          <p:contentPart p14:bwMode="auto" r:id="rId5">
            <p14:nvContentPartPr>
              <p14:cNvPr id="306" name="Ink 305">
                <a:extLst>
                  <a:ext uri="{FF2B5EF4-FFF2-40B4-BE49-F238E27FC236}">
                    <a16:creationId xmlns:a16="http://schemas.microsoft.com/office/drawing/2014/main" id="{34633FB0-12F1-AB24-DA37-0F910BBC4248}"/>
                  </a:ext>
                </a:extLst>
              </p14:cNvPr>
              <p14:cNvContentPartPr/>
              <p14:nvPr/>
            </p14:nvContentPartPr>
            <p14:xfrm>
              <a:off x="9394335" y="3797925"/>
              <a:ext cx="794880" cy="721800"/>
            </p14:xfrm>
          </p:contentPart>
        </mc:Choice>
        <mc:Fallback xmlns="">
          <p:pic>
            <p:nvPicPr>
              <p:cNvPr id="306" name="Ink 305">
                <a:extLst>
                  <a:ext uri="{FF2B5EF4-FFF2-40B4-BE49-F238E27FC236}">
                    <a16:creationId xmlns:a16="http://schemas.microsoft.com/office/drawing/2014/main" id="{34633FB0-12F1-AB24-DA37-0F910BBC4248}"/>
                  </a:ext>
                </a:extLst>
              </p:cNvPr>
              <p:cNvPicPr/>
              <p:nvPr/>
            </p:nvPicPr>
            <p:blipFill>
              <a:blip r:embed="rId6"/>
              <a:stretch>
                <a:fillRect/>
              </a:stretch>
            </p:blipFill>
            <p:spPr>
              <a:xfrm>
                <a:off x="9376695" y="3762285"/>
                <a:ext cx="830520" cy="79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07" name="Ink 306">
                <a:extLst>
                  <a:ext uri="{FF2B5EF4-FFF2-40B4-BE49-F238E27FC236}">
                    <a16:creationId xmlns:a16="http://schemas.microsoft.com/office/drawing/2014/main" id="{06AC7E05-F8BB-786E-1DCD-71B066480E86}"/>
                  </a:ext>
                </a:extLst>
              </p14:cNvPr>
              <p14:cNvContentPartPr/>
              <p14:nvPr/>
            </p14:nvContentPartPr>
            <p14:xfrm>
              <a:off x="9284535" y="4059645"/>
              <a:ext cx="1316880" cy="726120"/>
            </p14:xfrm>
          </p:contentPart>
        </mc:Choice>
        <mc:Fallback xmlns="">
          <p:pic>
            <p:nvPicPr>
              <p:cNvPr id="307" name="Ink 306">
                <a:extLst>
                  <a:ext uri="{FF2B5EF4-FFF2-40B4-BE49-F238E27FC236}">
                    <a16:creationId xmlns:a16="http://schemas.microsoft.com/office/drawing/2014/main" id="{06AC7E05-F8BB-786E-1DCD-71B066480E86}"/>
                  </a:ext>
                </a:extLst>
              </p:cNvPr>
              <p:cNvPicPr/>
              <p:nvPr/>
            </p:nvPicPr>
            <p:blipFill>
              <a:blip r:embed="rId8"/>
              <a:stretch>
                <a:fillRect/>
              </a:stretch>
            </p:blipFill>
            <p:spPr>
              <a:xfrm>
                <a:off x="9266895" y="4023645"/>
                <a:ext cx="1352520" cy="797760"/>
              </a:xfrm>
              <a:prstGeom prst="rect">
                <a:avLst/>
              </a:prstGeom>
            </p:spPr>
          </p:pic>
        </mc:Fallback>
      </mc:AlternateContent>
      <p:pic>
        <p:nvPicPr>
          <p:cNvPr id="310" name="Picture 309">
            <a:extLst>
              <a:ext uri="{FF2B5EF4-FFF2-40B4-BE49-F238E27FC236}">
                <a16:creationId xmlns:a16="http://schemas.microsoft.com/office/drawing/2014/main" id="{C2ECC8F9-AF9B-9341-F5D0-90A2C27CC8D1}"/>
              </a:ext>
            </a:extLst>
          </p:cNvPr>
          <p:cNvPicPr>
            <a:picLocks noChangeAspect="1"/>
          </p:cNvPicPr>
          <p:nvPr/>
        </p:nvPicPr>
        <p:blipFill>
          <a:blip r:embed="rId9"/>
          <a:stretch/>
        </p:blipFill>
        <p:spPr>
          <a:xfrm>
            <a:off x="9926408" y="3513179"/>
            <a:ext cx="937814" cy="976486"/>
          </a:xfrm>
          <a:prstGeom prst="rect">
            <a:avLst/>
          </a:prstGeom>
        </p:spPr>
      </p:pic>
    </p:spTree>
    <p:extLst>
      <p:ext uri="{BB962C8B-B14F-4D97-AF65-F5344CB8AC3E}">
        <p14:creationId xmlns:p14="http://schemas.microsoft.com/office/powerpoint/2010/main" val="2191398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4" name="Shape 2"/>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0" name="Text 8"/>
          <p:cNvSpPr/>
          <p:nvPr/>
        </p:nvSpPr>
        <p:spPr>
          <a:xfrm>
            <a:off x="411480" y="320040"/>
            <a:ext cx="1005840" cy="502920"/>
          </a:xfrm>
          <a:prstGeom prst="rect">
            <a:avLst/>
          </a:prstGeom>
          <a:noFill/>
          <a:ln/>
        </p:spPr>
        <p:txBody>
          <a:bodyPr wrap="square" lIns="0" tIns="0" rIns="0" bIns="0" rtlCol="0" anchor="ctr"/>
          <a:lstStyle/>
          <a:p>
            <a:pPr marL="0" indent="0">
              <a:buNone/>
            </a:pPr>
            <a:r>
              <a:rPr lang="en-US" sz="3800" b="1" dirty="0">
                <a:solidFill>
                  <a:srgbClr val="A676FF"/>
                </a:solidFill>
                <a:latin typeface="Poppins" panose="00000500000000000000" pitchFamily="2" charset="0"/>
                <a:ea typeface="Arial Narrow" pitchFamily="34" charset="-122"/>
                <a:cs typeface="Poppins" panose="00000500000000000000" pitchFamily="2" charset="0"/>
              </a:rPr>
              <a:t>06.</a:t>
            </a:r>
            <a:endParaRPr lang="en-US" sz="3800" dirty="0">
              <a:latin typeface="Poppins" panose="00000500000000000000" pitchFamily="2" charset="0"/>
              <a:cs typeface="Poppins" panose="00000500000000000000" pitchFamily="2" charset="0"/>
            </a:endParaRPr>
          </a:p>
        </p:txBody>
      </p:sp>
      <p:sp>
        <p:nvSpPr>
          <p:cNvPr id="11" name="Text 9"/>
          <p:cNvSpPr/>
          <p:nvPr/>
        </p:nvSpPr>
        <p:spPr>
          <a:xfrm>
            <a:off x="1234440" y="274320"/>
            <a:ext cx="9509760" cy="594360"/>
          </a:xfrm>
          <a:prstGeom prst="rect">
            <a:avLst/>
          </a:prstGeom>
          <a:noFill/>
          <a:ln/>
        </p:spPr>
        <p:txBody>
          <a:bodyPr wrap="square" lIns="0" tIns="0" rIns="0" bIns="0" rtlCol="0" anchor="ctr">
            <a:normAutofit/>
          </a:bodyPr>
          <a:lstStyle/>
          <a:p>
            <a:pPr marL="0" indent="0">
              <a:buNone/>
            </a:pPr>
            <a:r>
              <a:rPr lang="en-US" sz="3700" b="1" dirty="0">
                <a:solidFill>
                  <a:srgbClr val="002060"/>
                </a:solidFill>
                <a:latin typeface="Poppins" panose="00000500000000000000" pitchFamily="2" charset="0"/>
                <a:ea typeface="Arial Narrow" pitchFamily="34" charset="-122"/>
                <a:cs typeface="Poppins" panose="00000500000000000000" pitchFamily="2" charset="0"/>
              </a:rPr>
              <a:t>CONCLUSIONS</a:t>
            </a:r>
            <a:endParaRPr lang="en-US" sz="3700" dirty="0">
              <a:solidFill>
                <a:srgbClr val="002060"/>
              </a:solidFill>
              <a:latin typeface="Poppins" panose="00000500000000000000" pitchFamily="2" charset="0"/>
              <a:cs typeface="Poppins" panose="00000500000000000000" pitchFamily="2" charset="0"/>
            </a:endParaRPr>
          </a:p>
        </p:txBody>
      </p:sp>
      <p:sp>
        <p:nvSpPr>
          <p:cNvPr id="12" name="Text 10"/>
          <p:cNvSpPr/>
          <p:nvPr/>
        </p:nvSpPr>
        <p:spPr>
          <a:xfrm>
            <a:off x="502920" y="987552"/>
            <a:ext cx="10241280" cy="292608"/>
          </a:xfrm>
          <a:prstGeom prst="rect">
            <a:avLst/>
          </a:prstGeom>
          <a:noFill/>
          <a:ln/>
        </p:spPr>
        <p:txBody>
          <a:bodyPr wrap="square" lIns="0" tIns="0" rIns="0" bIns="0" rtlCol="0" anchor="ctr"/>
          <a:lstStyle/>
          <a:p>
            <a:pPr marL="0" indent="0">
              <a:buNone/>
            </a:pPr>
            <a:r>
              <a:rPr lang="en-US" sz="1550" b="1" dirty="0">
                <a:solidFill>
                  <a:srgbClr val="002060"/>
                </a:solidFill>
                <a:latin typeface="Poppins" panose="00000500000000000000" pitchFamily="2" charset="0"/>
                <a:ea typeface="Aptos" pitchFamily="34" charset="-122"/>
                <a:cs typeface="Poppins" panose="00000500000000000000" pitchFamily="2" charset="0"/>
              </a:rPr>
              <a:t>The second chance presentation is centred on the new control requirements.</a:t>
            </a:r>
            <a:endParaRPr lang="en-US" sz="1550" dirty="0">
              <a:solidFill>
                <a:srgbClr val="002060"/>
              </a:solidFill>
              <a:latin typeface="Poppins" panose="00000500000000000000" pitchFamily="2" charset="0"/>
              <a:cs typeface="Poppins" panose="00000500000000000000" pitchFamily="2" charset="0"/>
            </a:endParaRPr>
          </a:p>
        </p:txBody>
      </p:sp>
      <p:sp>
        <p:nvSpPr>
          <p:cNvPr id="13" name="Shape 11"/>
          <p:cNvSpPr/>
          <p:nvPr/>
        </p:nvSpPr>
        <p:spPr>
          <a:xfrm>
            <a:off x="731520" y="1600200"/>
            <a:ext cx="5394960" cy="3886200"/>
          </a:xfrm>
          <a:prstGeom prst="roundRect">
            <a:avLst>
              <a:gd name="adj" fmla="val 4235"/>
            </a:avLst>
          </a:prstGeom>
          <a:solidFill>
            <a:srgbClr val="061B32">
              <a:alpha val="93000"/>
            </a:srgbClr>
          </a:solidFill>
          <a:ln w="16510">
            <a:solidFill>
              <a:srgbClr val="A6E048"/>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4" name="Text 12"/>
          <p:cNvSpPr/>
          <p:nvPr/>
        </p:nvSpPr>
        <p:spPr>
          <a:xfrm>
            <a:off x="1051559" y="1874520"/>
            <a:ext cx="2723271" cy="320040"/>
          </a:xfrm>
          <a:prstGeom prst="rect">
            <a:avLst/>
          </a:prstGeom>
          <a:noFill/>
          <a:ln/>
        </p:spPr>
        <p:txBody>
          <a:bodyPr wrap="square" lIns="0" tIns="0" rIns="0" bIns="0" rtlCol="0" anchor="ctr"/>
          <a:lstStyle/>
          <a:p>
            <a:pPr marL="0" indent="0">
              <a:buNone/>
            </a:pPr>
            <a:r>
              <a:rPr lang="en-US" sz="2600" b="1" dirty="0">
                <a:solidFill>
                  <a:srgbClr val="A6E048"/>
                </a:solidFill>
                <a:latin typeface="Poppins" panose="00000500000000000000" pitchFamily="2" charset="0"/>
                <a:ea typeface="Arial Narrow" pitchFamily="34" charset="-122"/>
                <a:cs typeface="Poppins" panose="00000500000000000000" pitchFamily="2" charset="0"/>
              </a:rPr>
              <a:t>Achievements</a:t>
            </a:r>
            <a:endParaRPr lang="en-US" sz="2600" dirty="0">
              <a:latin typeface="Poppins" panose="00000500000000000000" pitchFamily="2" charset="0"/>
              <a:cs typeface="Poppins" panose="00000500000000000000" pitchFamily="2" charset="0"/>
            </a:endParaRPr>
          </a:p>
        </p:txBody>
      </p:sp>
      <p:sp>
        <p:nvSpPr>
          <p:cNvPr id="15" name="Text 13"/>
          <p:cNvSpPr/>
          <p:nvPr/>
        </p:nvSpPr>
        <p:spPr>
          <a:xfrm>
            <a:off x="1051560" y="2344615"/>
            <a:ext cx="4709160" cy="2514600"/>
          </a:xfrm>
          <a:prstGeom prst="rect">
            <a:avLst/>
          </a:prstGeom>
          <a:noFill/>
          <a:ln/>
        </p:spPr>
        <p:txBody>
          <a:bodyPr wrap="square" lIns="508" tIns="508" rIns="508" bIns="508" rtlCol="0" anchor="ctr">
            <a:normAutofit fontScale="92500" lnSpcReduction="10000"/>
          </a:bodyPr>
          <a:lstStyle/>
          <a:p>
            <a:pPr>
              <a:lnSpc>
                <a:spcPct val="150000"/>
              </a:lnSpc>
              <a:spcAft>
                <a:spcPts val="1200"/>
              </a:spcAft>
            </a:pPr>
            <a:r>
              <a:rPr lang="en-US" sz="1600" b="1" dirty="0">
                <a:solidFill>
                  <a:srgbClr val="A6E048"/>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Transparent control without motor detachment
</a:t>
            </a:r>
            <a:r>
              <a:rPr lang="en-US" sz="1600" b="1" dirty="0">
                <a:solidFill>
                  <a:srgbClr val="A6E048"/>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Visual feedback based on tracking error
</a:t>
            </a:r>
            <a:r>
              <a:rPr lang="en-US" sz="1600" b="1" dirty="0">
                <a:solidFill>
                  <a:srgbClr val="A6E048"/>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Residual torque evaluation
</a:t>
            </a:r>
            <a:r>
              <a:rPr lang="en-US" sz="1600" b="1" dirty="0">
                <a:solidFill>
                  <a:srgbClr val="A6E048"/>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Trajectory and assistance analysis
</a:t>
            </a:r>
            <a:r>
              <a:rPr lang="en-US" sz="1600" b="1" dirty="0">
                <a:solidFill>
                  <a:srgbClr val="A6E048"/>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Performance-based assistance recommendation</a:t>
            </a:r>
            <a:endParaRPr lang="en-US" sz="1600" dirty="0">
              <a:latin typeface="Poppins" panose="00000500000000000000" pitchFamily="2" charset="0"/>
              <a:cs typeface="Poppins" panose="00000500000000000000" pitchFamily="2" charset="0"/>
            </a:endParaRPr>
          </a:p>
        </p:txBody>
      </p:sp>
      <p:sp>
        <p:nvSpPr>
          <p:cNvPr id="16" name="Shape 14"/>
          <p:cNvSpPr/>
          <p:nvPr/>
        </p:nvSpPr>
        <p:spPr>
          <a:xfrm>
            <a:off x="6629400" y="1600200"/>
            <a:ext cx="4800600" cy="3886200"/>
          </a:xfrm>
          <a:prstGeom prst="roundRect">
            <a:avLst>
              <a:gd name="adj" fmla="val 4235"/>
            </a:avLst>
          </a:prstGeom>
          <a:solidFill>
            <a:srgbClr val="061B32">
              <a:alpha val="93000"/>
            </a:srgbClr>
          </a:solidFill>
          <a:ln w="16510">
            <a:solidFill>
              <a:srgbClr val="F66DD5"/>
            </a:solidFill>
            <a:prstDash val="solid"/>
          </a:ln>
          <a:effectLst>
            <a:outerShdw blurRad="12700" dist="50800" dir="2700000" algn="bl" rotWithShape="0">
              <a:srgbClr val="000000">
                <a:alpha val="28000"/>
              </a:srgbClr>
            </a:outerShdw>
          </a:effectLst>
        </p:spPr>
        <p:txBody>
          <a:bodyPr/>
          <a:lstStyle/>
          <a:p>
            <a:endParaRPr lang="en-US">
              <a:latin typeface="Poppins" panose="00000500000000000000" pitchFamily="2" charset="0"/>
              <a:cs typeface="Poppins" panose="00000500000000000000" pitchFamily="2" charset="0"/>
            </a:endParaRPr>
          </a:p>
        </p:txBody>
      </p:sp>
      <p:sp>
        <p:nvSpPr>
          <p:cNvPr id="17" name="Text 15"/>
          <p:cNvSpPr/>
          <p:nvPr/>
        </p:nvSpPr>
        <p:spPr>
          <a:xfrm>
            <a:off x="6949440" y="2021645"/>
            <a:ext cx="4328160" cy="355795"/>
          </a:xfrm>
          <a:prstGeom prst="rect">
            <a:avLst/>
          </a:prstGeom>
          <a:noFill/>
          <a:ln/>
        </p:spPr>
        <p:txBody>
          <a:bodyPr wrap="square" lIns="0" tIns="0" rIns="0" bIns="0" rtlCol="0" anchor="ctr"/>
          <a:lstStyle/>
          <a:p>
            <a:pPr marL="0" indent="0">
              <a:buNone/>
            </a:pPr>
            <a:r>
              <a:rPr lang="en-US" sz="2600" b="1" dirty="0">
                <a:solidFill>
                  <a:srgbClr val="F66DD5"/>
                </a:solidFill>
                <a:latin typeface="Poppins" panose="00000500000000000000" pitchFamily="2" charset="0"/>
                <a:ea typeface="Arial Narrow" pitchFamily="34" charset="-122"/>
                <a:cs typeface="Poppins" panose="00000500000000000000" pitchFamily="2" charset="0"/>
              </a:rPr>
              <a:t>Improvement possibilities</a:t>
            </a:r>
            <a:endParaRPr lang="en-US" sz="2600" dirty="0">
              <a:latin typeface="Poppins" panose="00000500000000000000" pitchFamily="2" charset="0"/>
              <a:cs typeface="Poppins" panose="00000500000000000000" pitchFamily="2" charset="0"/>
            </a:endParaRPr>
          </a:p>
        </p:txBody>
      </p:sp>
      <p:sp>
        <p:nvSpPr>
          <p:cNvPr id="18" name="Text 16"/>
          <p:cNvSpPr/>
          <p:nvPr/>
        </p:nvSpPr>
        <p:spPr>
          <a:xfrm>
            <a:off x="6922008" y="2766060"/>
            <a:ext cx="4069080" cy="2103120"/>
          </a:xfrm>
          <a:prstGeom prst="rect">
            <a:avLst/>
          </a:prstGeom>
          <a:noFill/>
          <a:ln/>
        </p:spPr>
        <p:txBody>
          <a:bodyPr wrap="square" lIns="508" tIns="508" rIns="508" bIns="508" rtlCol="0" anchor="ctr">
            <a:normAutofit/>
          </a:bodyPr>
          <a:lstStyle/>
          <a:p>
            <a:pPr>
              <a:spcAft>
                <a:spcPts val="1200"/>
              </a:spcAft>
            </a:pPr>
            <a:r>
              <a:rPr lang="en-US" sz="1600" b="1" dirty="0">
                <a:solidFill>
                  <a:srgbClr val="F66DD5"/>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Tune compliance gains
</a:t>
            </a:r>
            <a:r>
              <a:rPr lang="en-US" sz="1600" b="1" dirty="0">
                <a:solidFill>
                  <a:srgbClr val="F66DD5"/>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Improve force to torque estimation
</a:t>
            </a:r>
            <a:r>
              <a:rPr lang="en-US" sz="1600" b="1" dirty="0">
                <a:solidFill>
                  <a:srgbClr val="F66DD5"/>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Patient-specific adaptation
</a:t>
            </a:r>
            <a:r>
              <a:rPr lang="en-US" sz="1600" b="1" dirty="0">
                <a:solidFill>
                  <a:srgbClr val="F66DD5"/>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Validate with impaired users </a:t>
            </a:r>
          </a:p>
          <a:p>
            <a:pPr>
              <a:spcAft>
                <a:spcPts val="1200"/>
              </a:spcAft>
            </a:pPr>
            <a:r>
              <a:rPr lang="en-US" sz="1600" b="1" dirty="0">
                <a:solidFill>
                  <a:srgbClr val="F66DD5"/>
                </a:solidFill>
                <a:latin typeface="Poppins" panose="00000500000000000000" pitchFamily="2" charset="0"/>
                <a:ea typeface="Aptos" pitchFamily="34" charset="-122"/>
                <a:cs typeface="Poppins" panose="00000500000000000000" pitchFamily="2" charset="0"/>
              </a:rPr>
              <a:t>• </a:t>
            </a:r>
            <a:r>
              <a:rPr lang="en-US" sz="1600" dirty="0">
                <a:solidFill>
                  <a:srgbClr val="F4F7FB"/>
                </a:solidFill>
                <a:latin typeface="Poppins" panose="00000500000000000000" pitchFamily="2" charset="0"/>
                <a:ea typeface="Aptos" pitchFamily="34" charset="-122"/>
                <a:cs typeface="Poppins" panose="00000500000000000000" pitchFamily="2" charset="0"/>
              </a:rPr>
              <a:t>Test with more users and longer sessions</a:t>
            </a:r>
            <a:endParaRPr lang="en-US" sz="1600" dirty="0">
              <a:latin typeface="Poppins" panose="00000500000000000000" pitchFamily="2" charset="0"/>
              <a:cs typeface="Poppins" panose="00000500000000000000" pitchFamily="2" charset="0"/>
            </a:endParaRPr>
          </a:p>
        </p:txBody>
      </p:sp>
      <p:sp>
        <p:nvSpPr>
          <p:cNvPr id="19" name="Shape 17"/>
          <p:cNvSpPr/>
          <p:nvPr/>
        </p:nvSpPr>
        <p:spPr>
          <a:xfrm>
            <a:off x="1234440" y="5806440"/>
            <a:ext cx="9829800" cy="384048"/>
          </a:xfrm>
          <a:prstGeom prst="roundRect">
            <a:avLst>
              <a:gd name="adj" fmla="val 19048"/>
            </a:avLst>
          </a:prstGeom>
          <a:solidFill>
            <a:srgbClr val="22C7F3">
              <a:alpha val="96000"/>
            </a:srgbClr>
          </a:solidFill>
          <a:ln w="12700">
            <a:solidFill>
              <a:srgbClr val="22C7F3">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0" name="Text 18"/>
          <p:cNvSpPr/>
          <p:nvPr/>
        </p:nvSpPr>
        <p:spPr>
          <a:xfrm>
            <a:off x="1307592" y="5861304"/>
            <a:ext cx="9683496" cy="274320"/>
          </a:xfrm>
          <a:prstGeom prst="rect">
            <a:avLst/>
          </a:prstGeom>
          <a:noFill/>
          <a:ln/>
        </p:spPr>
        <p:txBody>
          <a:bodyPr wrap="square" lIns="0" tIns="0" rIns="0" bIns="0" rtlCol="0" anchor="ctr"/>
          <a:lstStyle/>
          <a:p>
            <a:pPr marL="0" indent="0" algn="ctr">
              <a:buNone/>
            </a:pPr>
            <a:r>
              <a:rPr lang="en-US" sz="1000" b="1" dirty="0">
                <a:solidFill>
                  <a:srgbClr val="001727"/>
                </a:solidFill>
                <a:latin typeface="Poppins" panose="00000500000000000000" pitchFamily="2" charset="0"/>
                <a:ea typeface="Aptos" pitchFamily="34" charset="-122"/>
                <a:cs typeface="Poppins" panose="00000500000000000000" pitchFamily="2" charset="0"/>
              </a:rPr>
              <a:t>Main message: The previous platform provided the </a:t>
            </a:r>
            <a:r>
              <a:rPr lang="en-US" sz="1000" b="1" dirty="0" err="1">
                <a:solidFill>
                  <a:srgbClr val="001727"/>
                </a:solidFill>
                <a:latin typeface="Poppins" panose="00000500000000000000" pitchFamily="2" charset="0"/>
                <a:ea typeface="Aptos" pitchFamily="34" charset="-122"/>
                <a:cs typeface="Poppins" panose="00000500000000000000" pitchFamily="2" charset="0"/>
              </a:rPr>
              <a:t>base;the</a:t>
            </a:r>
            <a:r>
              <a:rPr lang="en-US" sz="1000" b="1" dirty="0">
                <a:solidFill>
                  <a:srgbClr val="001727"/>
                </a:solidFill>
                <a:latin typeface="Poppins" panose="00000500000000000000" pitchFamily="2" charset="0"/>
                <a:ea typeface="Aptos" pitchFamily="34" charset="-122"/>
                <a:cs typeface="Poppins" panose="00000500000000000000" pitchFamily="2" charset="0"/>
              </a:rPr>
              <a:t> new work makes interaction transparent, measurable, and feedback-driven.</a:t>
            </a:r>
            <a:endParaRPr lang="en-US" sz="1000" dirty="0">
              <a:latin typeface="Poppins" panose="00000500000000000000" pitchFamily="2" charset="0"/>
              <a:cs typeface="Poppins" panose="00000500000000000000" pitchFamily="2"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238BA755-FE5E-070C-C6E3-AC706EDE0136}"/>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9ADA6BA1-1A6B-4654-6FA1-A339DC2AD021}"/>
              </a:ext>
            </a:extLst>
          </p:cNvPr>
          <p:cNvSpPr/>
          <p:nvPr/>
        </p:nvSpPr>
        <p:spPr>
          <a:xfrm>
            <a:off x="7818120" y="502920"/>
            <a:ext cx="3566160" cy="2103120"/>
          </a:xfrm>
          <a:prstGeom prst="ellipse">
            <a:avLst/>
          </a:prstGeom>
          <a:solidFill>
            <a:srgbClr val="0E5C8F">
              <a:alpha val="18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 name="Shape 3">
            <a:extLst>
              <a:ext uri="{FF2B5EF4-FFF2-40B4-BE49-F238E27FC236}">
                <a16:creationId xmlns:a16="http://schemas.microsoft.com/office/drawing/2014/main" id="{5F4E8497-6395-E5B2-F1DF-4A679AD85E87}"/>
              </a:ext>
            </a:extLst>
          </p:cNvPr>
          <p:cNvSpPr/>
          <p:nvPr/>
        </p:nvSpPr>
        <p:spPr>
          <a:xfrm>
            <a:off x="411480" y="5074920"/>
            <a:ext cx="5303520" cy="1371600"/>
          </a:xfrm>
          <a:prstGeom prst="ellipse">
            <a:avLst/>
          </a:prstGeom>
          <a:solidFill>
            <a:srgbClr val="0E5C8F">
              <a:alpha val="14000"/>
            </a:srgbClr>
          </a:solidFill>
          <a:ln w="12700">
            <a:solidFill>
              <a:srgbClr val="0E5C8F">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 name="Shape 4">
            <a:extLst>
              <a:ext uri="{FF2B5EF4-FFF2-40B4-BE49-F238E27FC236}">
                <a16:creationId xmlns:a16="http://schemas.microsoft.com/office/drawing/2014/main" id="{BD494199-3D1A-CA10-3E60-7E52ACA50C6B}"/>
              </a:ext>
            </a:extLst>
          </p:cNvPr>
          <p:cNvSpPr/>
          <p:nvPr/>
        </p:nvSpPr>
        <p:spPr>
          <a:xfrm>
            <a:off x="0" y="6355080"/>
            <a:ext cx="12191695" cy="164592"/>
          </a:xfrm>
          <a:prstGeom prst="rect">
            <a:avLst/>
          </a:prstGeom>
          <a:solidFill>
            <a:srgbClr val="139CE9">
              <a:alpha val="18000"/>
            </a:srgbClr>
          </a:solidFill>
          <a:ln w="12700">
            <a:solidFill>
              <a:srgbClr val="139CE9">
                <a:alpha val="0"/>
              </a:srgbClr>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6" name="TextBox 8">
            <a:extLst>
              <a:ext uri="{FF2B5EF4-FFF2-40B4-BE49-F238E27FC236}">
                <a16:creationId xmlns:a16="http://schemas.microsoft.com/office/drawing/2014/main" id="{2B21265B-6D39-6930-C954-BF935E3372FC}"/>
              </a:ext>
            </a:extLst>
          </p:cNvPr>
          <p:cNvSpPr txBox="1"/>
          <p:nvPr/>
        </p:nvSpPr>
        <p:spPr>
          <a:xfrm>
            <a:off x="2572658" y="2367171"/>
            <a:ext cx="11325578" cy="2123658"/>
          </a:xfrm>
          <a:prstGeom prst="rect">
            <a:avLst/>
          </a:prstGeom>
        </p:spPr>
        <p:txBody>
          <a:bodyPr wrap="square" lIns="0" tIns="0" rIns="0" bIns="0" rtlCol="0" anchor="t">
            <a:spAutoFit/>
          </a:bodyPr>
          <a:lstStyle/>
          <a:p>
            <a:r>
              <a:rPr lang="en-US" sz="13800" b="1" dirty="0">
                <a:solidFill>
                  <a:srgbClr val="002060"/>
                </a:solidFill>
                <a:latin typeface="Bebas Neue Bold" panose="020B0604020202020204" charset="0"/>
                <a:ea typeface="Arial Narrow" pitchFamily="34" charset="-122"/>
                <a:cs typeface="Poppins" panose="00000500000000000000" pitchFamily="2" charset="0"/>
              </a:rPr>
              <a:t>Thank you !</a:t>
            </a:r>
          </a:p>
        </p:txBody>
      </p:sp>
    </p:spTree>
    <p:extLst>
      <p:ext uri="{BB962C8B-B14F-4D97-AF65-F5344CB8AC3E}">
        <p14:creationId xmlns:p14="http://schemas.microsoft.com/office/powerpoint/2010/main" val="1683169366"/>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62AD3B56-4CB0-4BE6-85D0-DF06A100C4B2}" vid="{23AF0ADF-620D-446B-A756-19A9244332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597</TotalTime>
  <Words>2579</Words>
  <Application>Microsoft Office PowerPoint</Application>
  <PresentationFormat>Widescreen</PresentationFormat>
  <Paragraphs>423</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Aptos</vt:lpstr>
      <vt:lpstr>Arial</vt:lpstr>
      <vt:lpstr>Arial Bold</vt:lpstr>
      <vt:lpstr>Arial Narrow</vt:lpstr>
      <vt:lpstr>Bebas Neue</vt:lpstr>
      <vt:lpstr>Bebas Neue Bold</vt:lpstr>
      <vt:lpstr>Calibri</vt:lpstr>
      <vt:lpstr>Poppins</vt:lpstr>
      <vt:lpstr>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Collaborative Exo Arm Project</dc:title>
  <dc:subject>Collaborative Exo Arm Project redesign</dc:subject>
  <dc:creator>OpenAI</dc:creator>
  <cp:lastModifiedBy>Jessica Dichakdjian</cp:lastModifiedBy>
  <cp:revision>3</cp:revision>
  <cp:lastPrinted>2026-06-25T20:48:24Z</cp:lastPrinted>
  <dcterms:created xsi:type="dcterms:W3CDTF">2026-06-22T18:57:23Z</dcterms:created>
  <dcterms:modified xsi:type="dcterms:W3CDTF">2026-10-03T19:40:37Z</dcterms:modified>
</cp:coreProperties>
</file>